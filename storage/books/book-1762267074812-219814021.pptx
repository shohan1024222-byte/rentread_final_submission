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302" r:id="rId5"/>
    <p:sldId id="303" r:id="rId6"/>
    <p:sldId id="259" r:id="rId7"/>
    <p:sldId id="260" r:id="rId8"/>
    <p:sldId id="304" r:id="rId9"/>
    <p:sldId id="261" r:id="rId10"/>
    <p:sldId id="305" r:id="rId11"/>
    <p:sldId id="306" r:id="rId12"/>
    <p:sldId id="280" r:id="rId13"/>
  </p:sldIdLst>
  <p:sldSz cx="9144000" cy="5143500" type="screen16x9"/>
  <p:notesSz cx="6858000" cy="9144000"/>
  <p:embeddedFontLst>
    <p:embeddedFont>
      <p:font typeface="Assistant" pitchFamily="2" charset="-79"/>
      <p:regular r:id="rId15"/>
      <p:bold r:id="rId16"/>
    </p:embeddedFont>
    <p:embeddedFont>
      <p:font typeface="Assistant Medium" panose="020B0604020202020204" charset="-79"/>
      <p:regular r:id="rId17"/>
      <p:bold r:id="rId18"/>
    </p:embeddedFont>
    <p:embeddedFont>
      <p:font typeface="Balsamiq Sans" panose="020B0604020202020204" charset="0"/>
      <p:regular r:id="rId19"/>
      <p:bold r:id="rId20"/>
      <p:italic r:id="rId21"/>
      <p:boldItalic r:id="rId22"/>
    </p:embeddedFont>
    <p:embeddedFont>
      <p:font typeface="Nunito Light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4CFD6A-77AF-4FA1-97B4-7C21228C7DAB}">
  <a:tblStyle styleId="{144CFD6A-77AF-4FA1-97B4-7C21228C7D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4E03D7-4131-4BF8-9DE8-22E5F7C6AB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13c823060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13c823060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9" name="Google Shape;196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1958e4b1c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1958e4b1c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2b90d2c6468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2b90d2c6468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42488" y="-76126"/>
            <a:ext cx="10313705" cy="5657037"/>
            <a:chOff x="-642488" y="-76126"/>
            <a:chExt cx="10313705" cy="5657037"/>
          </a:xfrm>
        </p:grpSpPr>
        <p:sp>
          <p:nvSpPr>
            <p:cNvPr id="10" name="Google Shape;10;p2"/>
            <p:cNvSpPr/>
            <p:nvPr/>
          </p:nvSpPr>
          <p:spPr>
            <a:xfrm>
              <a:off x="-642488" y="3331860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623534" y="3267457"/>
              <a:ext cx="3047683" cy="2313454"/>
            </a:xfrm>
            <a:custGeom>
              <a:avLst/>
              <a:gdLst/>
              <a:ahLst/>
              <a:cxnLst/>
              <a:rect l="l" t="t" r="r" b="b"/>
              <a:pathLst>
                <a:path w="3047683" h="2313454" extrusionOk="0">
                  <a:moveTo>
                    <a:pt x="2643224" y="18843"/>
                  </a:moveTo>
                  <a:cubicBezTo>
                    <a:pt x="2552762" y="42901"/>
                    <a:pt x="2468544" y="86138"/>
                    <a:pt x="2396299" y="145614"/>
                  </a:cubicBezTo>
                  <a:cubicBezTo>
                    <a:pt x="2309891" y="215639"/>
                    <a:pt x="2243347" y="302693"/>
                    <a:pt x="2184049" y="396040"/>
                  </a:cubicBezTo>
                  <a:cubicBezTo>
                    <a:pt x="2127546" y="484987"/>
                    <a:pt x="2074763" y="576262"/>
                    <a:pt x="2003589" y="654675"/>
                  </a:cubicBezTo>
                  <a:cubicBezTo>
                    <a:pt x="1962247" y="700221"/>
                    <a:pt x="1913465" y="744078"/>
                    <a:pt x="1850065" y="752175"/>
                  </a:cubicBezTo>
                  <a:cubicBezTo>
                    <a:pt x="1783252" y="760710"/>
                    <a:pt x="1713314" y="737810"/>
                    <a:pt x="1649126" y="722531"/>
                  </a:cubicBezTo>
                  <a:cubicBezTo>
                    <a:pt x="1562516" y="701915"/>
                    <a:pt x="1470528" y="688707"/>
                    <a:pt x="1381689" y="701839"/>
                  </a:cubicBezTo>
                  <a:cubicBezTo>
                    <a:pt x="1317499" y="710990"/>
                    <a:pt x="1257043" y="737529"/>
                    <a:pt x="1206880" y="778575"/>
                  </a:cubicBezTo>
                  <a:cubicBezTo>
                    <a:pt x="1155326" y="821002"/>
                    <a:pt x="1114976" y="875297"/>
                    <a:pt x="1078281" y="930571"/>
                  </a:cubicBezTo>
                  <a:cubicBezTo>
                    <a:pt x="1033397" y="998183"/>
                    <a:pt x="992308" y="1068361"/>
                    <a:pt x="949757" y="1137441"/>
                  </a:cubicBezTo>
                  <a:cubicBezTo>
                    <a:pt x="906751" y="1209357"/>
                    <a:pt x="841212" y="1265102"/>
                    <a:pt x="763290" y="1296043"/>
                  </a:cubicBezTo>
                  <a:cubicBezTo>
                    <a:pt x="690062" y="1324778"/>
                    <a:pt x="611144" y="1333692"/>
                    <a:pt x="534801" y="1350646"/>
                  </a:cubicBezTo>
                  <a:cubicBezTo>
                    <a:pt x="448602" y="1369789"/>
                    <a:pt x="362086" y="1401228"/>
                    <a:pt x="295524" y="1461290"/>
                  </a:cubicBezTo>
                  <a:cubicBezTo>
                    <a:pt x="168004" y="1576355"/>
                    <a:pt x="96013" y="1749801"/>
                    <a:pt x="51839" y="1912049"/>
                  </a:cubicBezTo>
                  <a:cubicBezTo>
                    <a:pt x="16758" y="2040897"/>
                    <a:pt x="-4345" y="2178402"/>
                    <a:pt x="794" y="2313471"/>
                  </a:cubicBezTo>
                  <a:lnTo>
                    <a:pt x="3047711" y="2313471"/>
                  </a:lnTo>
                  <a:lnTo>
                    <a:pt x="3047711" y="44890"/>
                  </a:lnTo>
                  <a:cubicBezTo>
                    <a:pt x="2917836" y="-68"/>
                    <a:pt x="2778005" y="-15777"/>
                    <a:pt x="2643224" y="1884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990525" y="-12551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203238" y="-76126"/>
              <a:ext cx="1798241" cy="1536390"/>
            </a:xfrm>
            <a:custGeom>
              <a:avLst/>
              <a:gdLst/>
              <a:ahLst/>
              <a:cxnLst/>
              <a:rect l="l" t="t" r="r" b="b"/>
              <a:pathLst>
                <a:path w="1798241" h="1536390" extrusionOk="0">
                  <a:moveTo>
                    <a:pt x="1608" y="1474223"/>
                  </a:moveTo>
                  <a:cubicBezTo>
                    <a:pt x="54416" y="1511072"/>
                    <a:pt x="116499" y="1532405"/>
                    <a:pt x="180822" y="1535805"/>
                  </a:cubicBezTo>
                  <a:cubicBezTo>
                    <a:pt x="229694" y="1538652"/>
                    <a:pt x="278627" y="1531364"/>
                    <a:pt x="324543" y="1514400"/>
                  </a:cubicBezTo>
                  <a:cubicBezTo>
                    <a:pt x="394477" y="1486854"/>
                    <a:pt x="438033" y="1427945"/>
                    <a:pt x="468525" y="1361746"/>
                  </a:cubicBezTo>
                  <a:cubicBezTo>
                    <a:pt x="499757" y="1293938"/>
                    <a:pt x="520588" y="1221496"/>
                    <a:pt x="558298" y="1156684"/>
                  </a:cubicBezTo>
                  <a:cubicBezTo>
                    <a:pt x="577205" y="1123341"/>
                    <a:pt x="601393" y="1093278"/>
                    <a:pt x="629922" y="1067663"/>
                  </a:cubicBezTo>
                  <a:cubicBezTo>
                    <a:pt x="675520" y="1028895"/>
                    <a:pt x="731454" y="1004269"/>
                    <a:pt x="790861" y="996806"/>
                  </a:cubicBezTo>
                  <a:cubicBezTo>
                    <a:pt x="853772" y="987956"/>
                    <a:pt x="917234" y="994498"/>
                    <a:pt x="980224" y="998780"/>
                  </a:cubicBezTo>
                  <a:cubicBezTo>
                    <a:pt x="1043608" y="1003088"/>
                    <a:pt x="1105471" y="1002525"/>
                    <a:pt x="1167474" y="987172"/>
                  </a:cubicBezTo>
                  <a:cubicBezTo>
                    <a:pt x="1284483" y="958197"/>
                    <a:pt x="1389169" y="891037"/>
                    <a:pt x="1474645" y="807336"/>
                  </a:cubicBezTo>
                  <a:cubicBezTo>
                    <a:pt x="1558829" y="725388"/>
                    <a:pt x="1625789" y="627472"/>
                    <a:pt x="1671598" y="519330"/>
                  </a:cubicBezTo>
                  <a:cubicBezTo>
                    <a:pt x="1711616" y="420433"/>
                    <a:pt x="1742463" y="318075"/>
                    <a:pt x="1763751" y="213544"/>
                  </a:cubicBezTo>
                  <a:cubicBezTo>
                    <a:pt x="1778949" y="143013"/>
                    <a:pt x="1790471" y="71741"/>
                    <a:pt x="1798269" y="16"/>
                  </a:cubicBezTo>
                  <a:lnTo>
                    <a:pt x="27" y="16"/>
                  </a:lnTo>
                  <a:lnTo>
                    <a:pt x="27" y="1473057"/>
                  </a:lnTo>
                  <a:cubicBezTo>
                    <a:pt x="565" y="1473431"/>
                    <a:pt x="1069" y="1473852"/>
                    <a:pt x="1608" y="147422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0" y="4410875"/>
            <a:ext cx="9137565" cy="733546"/>
          </a:xfrm>
          <a:custGeom>
            <a:avLst/>
            <a:gdLst/>
            <a:ahLst/>
            <a:cxnLst/>
            <a:rect l="l" t="t" r="r" b="b"/>
            <a:pathLst>
              <a:path w="6621424" h="943467" extrusionOk="0">
                <a:moveTo>
                  <a:pt x="0" y="0"/>
                </a:moveTo>
                <a:lnTo>
                  <a:pt x="6621425" y="0"/>
                </a:lnTo>
                <a:lnTo>
                  <a:pt x="6621425" y="943467"/>
                </a:lnTo>
                <a:lnTo>
                  <a:pt x="0" y="94346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" name="Google Shape;15;p2"/>
          <p:cNvGrpSpPr/>
          <p:nvPr/>
        </p:nvGrpSpPr>
        <p:grpSpPr>
          <a:xfrm>
            <a:off x="3901807" y="97172"/>
            <a:ext cx="714324" cy="347759"/>
            <a:chOff x="482844" y="1192072"/>
            <a:chExt cx="714324" cy="347759"/>
          </a:xfrm>
        </p:grpSpPr>
        <p:sp>
          <p:nvSpPr>
            <p:cNvPr id="16" name="Google Shape;16;p2"/>
            <p:cNvSpPr/>
            <p:nvPr/>
          </p:nvSpPr>
          <p:spPr>
            <a:xfrm>
              <a:off x="983912" y="1192072"/>
              <a:ext cx="213256" cy="229698"/>
            </a:xfrm>
            <a:custGeom>
              <a:avLst/>
              <a:gdLst/>
              <a:ahLst/>
              <a:cxnLst/>
              <a:rect l="l" t="t" r="r" b="b"/>
              <a:pathLst>
                <a:path w="213256" h="229698" extrusionOk="0">
                  <a:moveTo>
                    <a:pt x="207124" y="107820"/>
                  </a:moveTo>
                  <a:cubicBezTo>
                    <a:pt x="152750" y="105421"/>
                    <a:pt x="110085" y="60360"/>
                    <a:pt x="110705" y="5986"/>
                  </a:cubicBezTo>
                  <a:cubicBezTo>
                    <a:pt x="110976" y="-1642"/>
                    <a:pt x="100932" y="-1699"/>
                    <a:pt x="98423" y="4326"/>
                  </a:cubicBezTo>
                  <a:cubicBezTo>
                    <a:pt x="87977" y="29401"/>
                    <a:pt x="92537" y="58264"/>
                    <a:pt x="81212" y="82870"/>
                  </a:cubicBezTo>
                  <a:cubicBezTo>
                    <a:pt x="67932" y="111726"/>
                    <a:pt x="33769" y="113474"/>
                    <a:pt x="6046" y="113906"/>
                  </a:cubicBezTo>
                  <a:cubicBezTo>
                    <a:pt x="2597" y="114033"/>
                    <a:pt x="-96" y="116930"/>
                    <a:pt x="32" y="120375"/>
                  </a:cubicBezTo>
                  <a:cubicBezTo>
                    <a:pt x="153" y="123642"/>
                    <a:pt x="2776" y="126263"/>
                    <a:pt x="6046" y="126383"/>
                  </a:cubicBezTo>
                  <a:cubicBezTo>
                    <a:pt x="34653" y="128308"/>
                    <a:pt x="62032" y="138730"/>
                    <a:pt x="84669" y="156312"/>
                  </a:cubicBezTo>
                  <a:cubicBezTo>
                    <a:pt x="95063" y="165217"/>
                    <a:pt x="102976" y="176656"/>
                    <a:pt x="107640" y="189519"/>
                  </a:cubicBezTo>
                  <a:cubicBezTo>
                    <a:pt x="111233" y="201673"/>
                    <a:pt x="112601" y="214376"/>
                    <a:pt x="111677" y="227016"/>
                  </a:cubicBezTo>
                  <a:cubicBezTo>
                    <a:pt x="111718" y="228546"/>
                    <a:pt x="112991" y="229753"/>
                    <a:pt x="114523" y="229713"/>
                  </a:cubicBezTo>
                  <a:cubicBezTo>
                    <a:pt x="115456" y="229689"/>
                    <a:pt x="116315" y="229197"/>
                    <a:pt x="116807" y="228404"/>
                  </a:cubicBezTo>
                  <a:cubicBezTo>
                    <a:pt x="116868" y="228288"/>
                    <a:pt x="116907" y="228167"/>
                    <a:pt x="116968" y="228051"/>
                  </a:cubicBezTo>
                  <a:cubicBezTo>
                    <a:pt x="119802" y="229901"/>
                    <a:pt x="123600" y="229106"/>
                    <a:pt x="125452" y="226275"/>
                  </a:cubicBezTo>
                  <a:cubicBezTo>
                    <a:pt x="125788" y="225761"/>
                    <a:pt x="126045" y="225199"/>
                    <a:pt x="126214" y="224609"/>
                  </a:cubicBezTo>
                  <a:cubicBezTo>
                    <a:pt x="138593" y="181172"/>
                    <a:pt x="157826" y="128398"/>
                    <a:pt x="208788" y="120106"/>
                  </a:cubicBezTo>
                  <a:cubicBezTo>
                    <a:pt x="215929" y="118943"/>
                    <a:pt x="213957" y="107935"/>
                    <a:pt x="207124" y="1078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82844" y="1403918"/>
              <a:ext cx="126183" cy="135913"/>
            </a:xfrm>
            <a:custGeom>
              <a:avLst/>
              <a:gdLst/>
              <a:ahLst/>
              <a:cxnLst/>
              <a:rect l="l" t="t" r="r" b="b"/>
              <a:pathLst>
                <a:path w="126183" h="135913" extrusionOk="0">
                  <a:moveTo>
                    <a:pt x="122566" y="63804"/>
                  </a:moveTo>
                  <a:cubicBezTo>
                    <a:pt x="90393" y="62385"/>
                    <a:pt x="65148" y="35722"/>
                    <a:pt x="65515" y="3549"/>
                  </a:cubicBezTo>
                  <a:cubicBezTo>
                    <a:pt x="65674" y="-966"/>
                    <a:pt x="59733" y="-999"/>
                    <a:pt x="58247" y="2566"/>
                  </a:cubicBezTo>
                  <a:cubicBezTo>
                    <a:pt x="52067" y="17404"/>
                    <a:pt x="54765" y="34481"/>
                    <a:pt x="48064" y="49041"/>
                  </a:cubicBezTo>
                  <a:cubicBezTo>
                    <a:pt x="40206" y="66115"/>
                    <a:pt x="19991" y="67149"/>
                    <a:pt x="3588" y="67404"/>
                  </a:cubicBezTo>
                  <a:cubicBezTo>
                    <a:pt x="1547" y="67480"/>
                    <a:pt x="-46" y="69195"/>
                    <a:pt x="30" y="71233"/>
                  </a:cubicBezTo>
                  <a:cubicBezTo>
                    <a:pt x="102" y="73166"/>
                    <a:pt x="1653" y="74716"/>
                    <a:pt x="3588" y="74788"/>
                  </a:cubicBezTo>
                  <a:cubicBezTo>
                    <a:pt x="20515" y="75926"/>
                    <a:pt x="36715" y="82093"/>
                    <a:pt x="50109" y="92496"/>
                  </a:cubicBezTo>
                  <a:cubicBezTo>
                    <a:pt x="56259" y="97766"/>
                    <a:pt x="60941" y="104534"/>
                    <a:pt x="63701" y="112145"/>
                  </a:cubicBezTo>
                  <a:cubicBezTo>
                    <a:pt x="65827" y="119337"/>
                    <a:pt x="66636" y="126853"/>
                    <a:pt x="66090" y="134333"/>
                  </a:cubicBezTo>
                  <a:cubicBezTo>
                    <a:pt x="66114" y="135238"/>
                    <a:pt x="66868" y="135952"/>
                    <a:pt x="67774" y="135928"/>
                  </a:cubicBezTo>
                  <a:cubicBezTo>
                    <a:pt x="68327" y="135914"/>
                    <a:pt x="68835" y="135623"/>
                    <a:pt x="69126" y="135154"/>
                  </a:cubicBezTo>
                  <a:lnTo>
                    <a:pt x="69220" y="134945"/>
                  </a:lnTo>
                  <a:cubicBezTo>
                    <a:pt x="70897" y="136040"/>
                    <a:pt x="73144" y="135569"/>
                    <a:pt x="74240" y="133894"/>
                  </a:cubicBezTo>
                  <a:cubicBezTo>
                    <a:pt x="74439" y="133590"/>
                    <a:pt x="74591" y="133257"/>
                    <a:pt x="74691" y="132908"/>
                  </a:cubicBezTo>
                  <a:cubicBezTo>
                    <a:pt x="82016" y="107206"/>
                    <a:pt x="93397" y="75980"/>
                    <a:pt x="123550" y="71073"/>
                  </a:cubicBezTo>
                  <a:cubicBezTo>
                    <a:pt x="127776" y="70386"/>
                    <a:pt x="126609" y="63871"/>
                    <a:pt x="122566" y="638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-479249" y="3347826"/>
            <a:ext cx="10099742" cy="2395332"/>
            <a:chOff x="-479249" y="3347826"/>
            <a:chExt cx="10099742" cy="2395332"/>
          </a:xfrm>
        </p:grpSpPr>
        <p:grpSp>
          <p:nvGrpSpPr>
            <p:cNvPr id="19" name="Google Shape;19;p2"/>
            <p:cNvGrpSpPr/>
            <p:nvPr/>
          </p:nvGrpSpPr>
          <p:grpSpPr>
            <a:xfrm>
              <a:off x="-479249" y="3725663"/>
              <a:ext cx="1726248" cy="2017495"/>
              <a:chOff x="-479249" y="3725663"/>
              <a:chExt cx="1726248" cy="2017495"/>
            </a:xfrm>
          </p:grpSpPr>
          <p:grpSp>
            <p:nvGrpSpPr>
              <p:cNvPr id="20" name="Google Shape;20;p2"/>
              <p:cNvGrpSpPr/>
              <p:nvPr/>
            </p:nvGrpSpPr>
            <p:grpSpPr>
              <a:xfrm rot="1782945">
                <a:off x="-458045" y="4828555"/>
                <a:ext cx="1683839" cy="532263"/>
                <a:chOff x="-214172" y="5156855"/>
                <a:chExt cx="1683830" cy="532260"/>
              </a:xfrm>
            </p:grpSpPr>
            <p:sp>
              <p:nvSpPr>
                <p:cNvPr id="21" name="Google Shape;21;p2"/>
                <p:cNvSpPr/>
                <p:nvPr/>
              </p:nvSpPr>
              <p:spPr>
                <a:xfrm>
                  <a:off x="-192913" y="5502826"/>
                  <a:ext cx="278733" cy="128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290" h="74674" extrusionOk="0">
                      <a:moveTo>
                        <a:pt x="162290" y="74674"/>
                      </a:moveTo>
                      <a:cubicBezTo>
                        <a:pt x="107397" y="62823"/>
                        <a:pt x="53215" y="47891"/>
                        <a:pt x="0" y="29949"/>
                      </a:cubicBezTo>
                      <a:lnTo>
                        <a:pt x="1690" y="24834"/>
                      </a:lnTo>
                      <a:cubicBezTo>
                        <a:pt x="2904" y="23712"/>
                        <a:pt x="4166" y="22541"/>
                        <a:pt x="5379" y="21417"/>
                      </a:cubicBezTo>
                      <a:lnTo>
                        <a:pt x="6112" y="22243"/>
                      </a:lnTo>
                      <a:cubicBezTo>
                        <a:pt x="36023" y="14520"/>
                        <a:pt x="66016" y="7106"/>
                        <a:pt x="96091" y="0"/>
                      </a:cubicBezTo>
                      <a:cubicBezTo>
                        <a:pt x="117280" y="11147"/>
                        <a:pt x="135854" y="26675"/>
                        <a:pt x="150580" y="45553"/>
                      </a:cubicBezTo>
                      <a:cubicBezTo>
                        <a:pt x="157902" y="53508"/>
                        <a:pt x="162067" y="63864"/>
                        <a:pt x="162290" y="7467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-27886" y="5447725"/>
                  <a:ext cx="450507" cy="222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304" h="129489" extrusionOk="0">
                      <a:moveTo>
                        <a:pt x="262304" y="129490"/>
                      </a:moveTo>
                      <a:cubicBezTo>
                        <a:pt x="196336" y="128562"/>
                        <a:pt x="130631" y="120946"/>
                        <a:pt x="66199" y="106758"/>
                      </a:cubicBezTo>
                      <a:cubicBezTo>
                        <a:pt x="65975" y="95948"/>
                        <a:pt x="61811" y="85592"/>
                        <a:pt x="54488" y="77636"/>
                      </a:cubicBezTo>
                      <a:cubicBezTo>
                        <a:pt x="39763" y="58759"/>
                        <a:pt x="21189" y="43230"/>
                        <a:pt x="0" y="32084"/>
                      </a:cubicBezTo>
                      <a:cubicBezTo>
                        <a:pt x="48736" y="20562"/>
                        <a:pt x="97653" y="9868"/>
                        <a:pt x="146751" y="0"/>
                      </a:cubicBezTo>
                      <a:cubicBezTo>
                        <a:pt x="145828" y="928"/>
                        <a:pt x="144809" y="1758"/>
                        <a:pt x="143837" y="2636"/>
                      </a:cubicBezTo>
                      <a:cubicBezTo>
                        <a:pt x="170611" y="18208"/>
                        <a:pt x="195670" y="36558"/>
                        <a:pt x="218597" y="57382"/>
                      </a:cubicBezTo>
                      <a:cubicBezTo>
                        <a:pt x="239638" y="76845"/>
                        <a:pt x="254783" y="101832"/>
                        <a:pt x="262304" y="12949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219141" y="5386277"/>
                  <a:ext cx="567629" cy="283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97" h="165328" extrusionOk="0">
                      <a:moveTo>
                        <a:pt x="330497" y="137827"/>
                      </a:moveTo>
                      <a:cubicBezTo>
                        <a:pt x="272942" y="153562"/>
                        <a:pt x="213768" y="162623"/>
                        <a:pt x="154141" y="164832"/>
                      </a:cubicBezTo>
                      <a:cubicBezTo>
                        <a:pt x="142267" y="165253"/>
                        <a:pt x="130343" y="165432"/>
                        <a:pt x="118467" y="165269"/>
                      </a:cubicBezTo>
                      <a:cubicBezTo>
                        <a:pt x="110946" y="137611"/>
                        <a:pt x="95801" y="112625"/>
                        <a:pt x="74760" y="93162"/>
                      </a:cubicBezTo>
                      <a:cubicBezTo>
                        <a:pt x="51832" y="72337"/>
                        <a:pt x="26774" y="53987"/>
                        <a:pt x="0" y="38416"/>
                      </a:cubicBezTo>
                      <a:cubicBezTo>
                        <a:pt x="972" y="37538"/>
                        <a:pt x="1991" y="36707"/>
                        <a:pt x="2913" y="35780"/>
                      </a:cubicBezTo>
                      <a:cubicBezTo>
                        <a:pt x="69215" y="22410"/>
                        <a:pt x="135796" y="10484"/>
                        <a:pt x="202656" y="0"/>
                      </a:cubicBezTo>
                      <a:cubicBezTo>
                        <a:pt x="202209" y="433"/>
                        <a:pt x="201739" y="840"/>
                        <a:pt x="201248" y="1220"/>
                      </a:cubicBezTo>
                      <a:cubicBezTo>
                        <a:pt x="258731" y="30404"/>
                        <a:pt x="304359" y="78562"/>
                        <a:pt x="330399" y="1375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564763" y="5342510"/>
                  <a:ext cx="505051" cy="28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062" h="163311" extrusionOk="0">
                      <a:moveTo>
                        <a:pt x="129250" y="163312"/>
                      </a:moveTo>
                      <a:lnTo>
                        <a:pt x="129152" y="163020"/>
                      </a:lnTo>
                      <a:cubicBezTo>
                        <a:pt x="103111" y="104047"/>
                        <a:pt x="57484" y="55888"/>
                        <a:pt x="0" y="26705"/>
                      </a:cubicBezTo>
                      <a:cubicBezTo>
                        <a:pt x="491" y="26325"/>
                        <a:pt x="962" y="25917"/>
                        <a:pt x="1408" y="25485"/>
                      </a:cubicBezTo>
                      <a:cubicBezTo>
                        <a:pt x="64653" y="15676"/>
                        <a:pt x="128080" y="7181"/>
                        <a:pt x="191688" y="0"/>
                      </a:cubicBezTo>
                      <a:cubicBezTo>
                        <a:pt x="231621" y="26514"/>
                        <a:pt x="272436" y="55362"/>
                        <a:pt x="294063" y="97744"/>
                      </a:cubicBezTo>
                      <a:cubicBezTo>
                        <a:pt x="286190" y="101951"/>
                        <a:pt x="278219" y="106060"/>
                        <a:pt x="270248" y="109976"/>
                      </a:cubicBezTo>
                      <a:cubicBezTo>
                        <a:pt x="225094" y="132294"/>
                        <a:pt x="177871" y="150157"/>
                        <a:pt x="129250" y="1633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93968" y="5319612"/>
                  <a:ext cx="346775" cy="190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07" h="111076" extrusionOk="0">
                      <a:moveTo>
                        <a:pt x="102375" y="111076"/>
                      </a:moveTo>
                      <a:cubicBezTo>
                        <a:pt x="80749" y="68695"/>
                        <a:pt x="39933" y="39847"/>
                        <a:pt x="0" y="13333"/>
                      </a:cubicBezTo>
                      <a:cubicBezTo>
                        <a:pt x="24863" y="10491"/>
                        <a:pt x="49823" y="7843"/>
                        <a:pt x="74736" y="5440"/>
                      </a:cubicBezTo>
                      <a:cubicBezTo>
                        <a:pt x="97070" y="3286"/>
                        <a:pt x="119550" y="1278"/>
                        <a:pt x="142081" y="0"/>
                      </a:cubicBezTo>
                      <a:cubicBezTo>
                        <a:pt x="140914" y="685"/>
                        <a:pt x="139699" y="1418"/>
                        <a:pt x="138533" y="2103"/>
                      </a:cubicBezTo>
                      <a:cubicBezTo>
                        <a:pt x="162579" y="16878"/>
                        <a:pt x="183983" y="35574"/>
                        <a:pt x="201857" y="57415"/>
                      </a:cubicBezTo>
                      <a:lnTo>
                        <a:pt x="201907" y="57561"/>
                      </a:lnTo>
                      <a:cubicBezTo>
                        <a:pt x="168418" y="74346"/>
                        <a:pt x="135570" y="93513"/>
                        <a:pt x="102375" y="1110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131884" y="5316612"/>
                  <a:ext cx="320128" cy="101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92" h="59307" extrusionOk="0">
                      <a:moveTo>
                        <a:pt x="186393" y="16631"/>
                      </a:moveTo>
                      <a:cubicBezTo>
                        <a:pt x="143401" y="24315"/>
                        <a:pt x="101887" y="38717"/>
                        <a:pt x="63374" y="59308"/>
                      </a:cubicBezTo>
                      <a:lnTo>
                        <a:pt x="63324" y="59162"/>
                      </a:lnTo>
                      <a:cubicBezTo>
                        <a:pt x="45450" y="37321"/>
                        <a:pt x="24046" y="18625"/>
                        <a:pt x="0" y="3850"/>
                      </a:cubicBezTo>
                      <a:cubicBezTo>
                        <a:pt x="1166" y="3165"/>
                        <a:pt x="2381" y="2432"/>
                        <a:pt x="3548" y="1747"/>
                      </a:cubicBezTo>
                      <a:cubicBezTo>
                        <a:pt x="65057" y="-1924"/>
                        <a:pt x="126725" y="-777"/>
                        <a:pt x="186096" y="14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137978" y="5235630"/>
                  <a:ext cx="328158" cy="109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067" h="63784" extrusionOk="0">
                      <a:moveTo>
                        <a:pt x="182548" y="61838"/>
                      </a:moveTo>
                      <a:cubicBezTo>
                        <a:pt x="123177" y="46377"/>
                        <a:pt x="61509" y="45230"/>
                        <a:pt x="0" y="48901"/>
                      </a:cubicBezTo>
                      <a:cubicBezTo>
                        <a:pt x="19769" y="36537"/>
                        <a:pt x="36560" y="19954"/>
                        <a:pt x="49170" y="341"/>
                      </a:cubicBezTo>
                      <a:lnTo>
                        <a:pt x="49316" y="0"/>
                      </a:lnTo>
                      <a:cubicBezTo>
                        <a:pt x="98457" y="16309"/>
                        <a:pt x="145925" y="37285"/>
                        <a:pt x="191068" y="62643"/>
                      </a:cubicBezTo>
                      <a:cubicBezTo>
                        <a:pt x="188294" y="62991"/>
                        <a:pt x="185570" y="63388"/>
                        <a:pt x="182845" y="6378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885509" y="5183367"/>
                  <a:ext cx="337181" cy="15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321" h="92664" extrusionOk="0">
                      <a:moveTo>
                        <a:pt x="4925" y="92665"/>
                      </a:moveTo>
                      <a:cubicBezTo>
                        <a:pt x="3267" y="91501"/>
                        <a:pt x="1658" y="90386"/>
                        <a:pt x="0" y="89319"/>
                      </a:cubicBezTo>
                      <a:cubicBezTo>
                        <a:pt x="33220" y="69880"/>
                        <a:pt x="59288" y="40248"/>
                        <a:pt x="74333" y="4821"/>
                      </a:cubicBezTo>
                      <a:lnTo>
                        <a:pt x="75147" y="0"/>
                      </a:lnTo>
                      <a:cubicBezTo>
                        <a:pt x="116254" y="7044"/>
                        <a:pt x="156764" y="17217"/>
                        <a:pt x="196321" y="30430"/>
                      </a:cubicBezTo>
                      <a:lnTo>
                        <a:pt x="196176" y="30772"/>
                      </a:lnTo>
                      <a:cubicBezTo>
                        <a:pt x="183565" y="50385"/>
                        <a:pt x="166774" y="66967"/>
                        <a:pt x="147005" y="79332"/>
                      </a:cubicBezTo>
                      <a:cubicBezTo>
                        <a:pt x="124474" y="80610"/>
                        <a:pt x="101994" y="82618"/>
                        <a:pt x="79660" y="84772"/>
                      </a:cubicBezTo>
                      <a:cubicBezTo>
                        <a:pt x="54747" y="87175"/>
                        <a:pt x="29787" y="89823"/>
                        <a:pt x="4925" y="926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567181" y="5162575"/>
                  <a:ext cx="447412" cy="223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02" h="130256" extrusionOk="0">
                      <a:moveTo>
                        <a:pt x="0" y="130257"/>
                      </a:moveTo>
                      <a:cubicBezTo>
                        <a:pt x="41806" y="95576"/>
                        <a:pt x="76640" y="53265"/>
                        <a:pt x="102647" y="5577"/>
                      </a:cubicBezTo>
                      <a:lnTo>
                        <a:pt x="102487" y="175"/>
                      </a:lnTo>
                      <a:cubicBezTo>
                        <a:pt x="155419" y="-915"/>
                        <a:pt x="208334" y="3081"/>
                        <a:pt x="260502" y="12108"/>
                      </a:cubicBezTo>
                      <a:lnTo>
                        <a:pt x="259689" y="16928"/>
                      </a:lnTo>
                      <a:cubicBezTo>
                        <a:pt x="244643" y="52356"/>
                        <a:pt x="218575" y="81988"/>
                        <a:pt x="185355" y="101427"/>
                      </a:cubicBezTo>
                      <a:cubicBezTo>
                        <a:pt x="187013" y="102494"/>
                        <a:pt x="188622" y="103608"/>
                        <a:pt x="190280" y="104772"/>
                      </a:cubicBezTo>
                      <a:cubicBezTo>
                        <a:pt x="126688" y="111905"/>
                        <a:pt x="63261" y="120400"/>
                        <a:pt x="0" y="1302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224144" y="5162875"/>
                  <a:ext cx="519353" cy="284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389" h="165861" extrusionOk="0">
                      <a:moveTo>
                        <a:pt x="0" y="165861"/>
                      </a:moveTo>
                      <a:cubicBezTo>
                        <a:pt x="41310" y="129348"/>
                        <a:pt x="73320" y="83512"/>
                        <a:pt x="93376" y="32154"/>
                      </a:cubicBezTo>
                      <a:cubicBezTo>
                        <a:pt x="135380" y="19895"/>
                        <a:pt x="178311" y="11071"/>
                        <a:pt x="221745" y="5767"/>
                      </a:cubicBezTo>
                      <a:cubicBezTo>
                        <a:pt x="248456" y="2531"/>
                        <a:pt x="275284" y="608"/>
                        <a:pt x="302229" y="0"/>
                      </a:cubicBezTo>
                      <a:lnTo>
                        <a:pt x="302390" y="5402"/>
                      </a:lnTo>
                      <a:cubicBezTo>
                        <a:pt x="276382" y="53090"/>
                        <a:pt x="241549" y="95401"/>
                        <a:pt x="199742" y="130082"/>
                      </a:cubicBezTo>
                      <a:cubicBezTo>
                        <a:pt x="132946" y="140532"/>
                        <a:pt x="66366" y="152459"/>
                        <a:pt x="0" y="1658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-30313" y="5218097"/>
                  <a:ext cx="414845" cy="28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540" h="165790" extrusionOk="0">
                      <a:moveTo>
                        <a:pt x="0" y="165064"/>
                      </a:moveTo>
                      <a:cubicBezTo>
                        <a:pt x="25455" y="139523"/>
                        <a:pt x="46728" y="110130"/>
                        <a:pt x="63035" y="77968"/>
                      </a:cubicBezTo>
                      <a:lnTo>
                        <a:pt x="62008" y="76170"/>
                      </a:lnTo>
                      <a:cubicBezTo>
                        <a:pt x="118674" y="43860"/>
                        <a:pt x="178928" y="18296"/>
                        <a:pt x="241540" y="0"/>
                      </a:cubicBezTo>
                      <a:cubicBezTo>
                        <a:pt x="221485" y="51357"/>
                        <a:pt x="189475" y="97193"/>
                        <a:pt x="148164" y="133707"/>
                      </a:cubicBezTo>
                      <a:cubicBezTo>
                        <a:pt x="99082" y="143526"/>
                        <a:pt x="50166" y="154221"/>
                        <a:pt x="1413" y="165791"/>
                      </a:cubicBezTo>
                      <a:cubicBezTo>
                        <a:pt x="974" y="165548"/>
                        <a:pt x="438" y="165307"/>
                        <a:pt x="0" y="1650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-183673" y="5348909"/>
                  <a:ext cx="261630" cy="1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32" h="111863" extrusionOk="0">
                      <a:moveTo>
                        <a:pt x="89298" y="88894"/>
                      </a:moveTo>
                      <a:cubicBezTo>
                        <a:pt x="89736" y="89137"/>
                        <a:pt x="90273" y="89378"/>
                        <a:pt x="90712" y="89621"/>
                      </a:cubicBezTo>
                      <a:cubicBezTo>
                        <a:pt x="60653" y="96711"/>
                        <a:pt x="30660" y="104125"/>
                        <a:pt x="732" y="111864"/>
                      </a:cubicBezTo>
                      <a:lnTo>
                        <a:pt x="0" y="111038"/>
                      </a:lnTo>
                      <a:cubicBezTo>
                        <a:pt x="46025" y="68363"/>
                        <a:pt x="96792" y="31107"/>
                        <a:pt x="151306" y="0"/>
                      </a:cubicBezTo>
                      <a:lnTo>
                        <a:pt x="152333" y="1798"/>
                      </a:lnTo>
                      <a:cubicBezTo>
                        <a:pt x="136026" y="33961"/>
                        <a:pt x="114754" y="63353"/>
                        <a:pt x="89298" y="8889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-214172" y="5156855"/>
                  <a:ext cx="1683830" cy="532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396" h="309904" extrusionOk="0">
                      <a:moveTo>
                        <a:pt x="977854" y="105867"/>
                      </a:moveTo>
                      <a:cubicBezTo>
                        <a:pt x="854794" y="37216"/>
                        <a:pt x="716371" y="799"/>
                        <a:pt x="575459" y="3"/>
                      </a:cubicBezTo>
                      <a:cubicBezTo>
                        <a:pt x="441018" y="-345"/>
                        <a:pt x="308546" y="32296"/>
                        <a:pt x="189656" y="95063"/>
                      </a:cubicBezTo>
                      <a:cubicBezTo>
                        <a:pt x="123272" y="129522"/>
                        <a:pt x="62484" y="173828"/>
                        <a:pt x="9356" y="226475"/>
                      </a:cubicBezTo>
                      <a:cubicBezTo>
                        <a:pt x="8862" y="226933"/>
                        <a:pt x="8629" y="227608"/>
                        <a:pt x="8737" y="228273"/>
                      </a:cubicBezTo>
                      <a:cubicBezTo>
                        <a:pt x="7659" y="227908"/>
                        <a:pt x="6573" y="227572"/>
                        <a:pt x="5496" y="227205"/>
                      </a:cubicBezTo>
                      <a:cubicBezTo>
                        <a:pt x="-22" y="225387"/>
                        <a:pt x="-2352" y="234032"/>
                        <a:pt x="3105" y="235877"/>
                      </a:cubicBezTo>
                      <a:cubicBezTo>
                        <a:pt x="57403" y="254473"/>
                        <a:pt x="112717" y="269958"/>
                        <a:pt x="168778" y="282257"/>
                      </a:cubicBezTo>
                      <a:lnTo>
                        <a:pt x="168764" y="282339"/>
                      </a:lnTo>
                      <a:cubicBezTo>
                        <a:pt x="168180" y="284759"/>
                        <a:pt x="171894" y="285790"/>
                        <a:pt x="172498" y="283368"/>
                      </a:cubicBezTo>
                      <a:cubicBezTo>
                        <a:pt x="172522" y="283271"/>
                        <a:pt x="172514" y="283178"/>
                        <a:pt x="172537" y="283081"/>
                      </a:cubicBezTo>
                      <a:cubicBezTo>
                        <a:pt x="236253" y="296980"/>
                        <a:pt x="301193" y="304511"/>
                        <a:pt x="366399" y="305564"/>
                      </a:cubicBezTo>
                      <a:cubicBezTo>
                        <a:pt x="366598" y="306518"/>
                        <a:pt x="366883" y="307423"/>
                        <a:pt x="367062" y="308389"/>
                      </a:cubicBezTo>
                      <a:cubicBezTo>
                        <a:pt x="367554" y="311043"/>
                        <a:pt x="371584" y="309915"/>
                        <a:pt x="371107" y="307274"/>
                      </a:cubicBezTo>
                      <a:cubicBezTo>
                        <a:pt x="371003" y="306701"/>
                        <a:pt x="370832" y="306167"/>
                        <a:pt x="370721" y="305598"/>
                      </a:cubicBezTo>
                      <a:cubicBezTo>
                        <a:pt x="382753" y="305656"/>
                        <a:pt x="394792" y="305547"/>
                        <a:pt x="406838" y="305060"/>
                      </a:cubicBezTo>
                      <a:cubicBezTo>
                        <a:pt x="472337" y="302358"/>
                        <a:pt x="537240" y="291479"/>
                        <a:pt x="600039" y="272675"/>
                      </a:cubicBezTo>
                      <a:cubicBezTo>
                        <a:pt x="661884" y="253280"/>
                        <a:pt x="721487" y="227352"/>
                        <a:pt x="777839" y="195331"/>
                      </a:cubicBezTo>
                      <a:cubicBezTo>
                        <a:pt x="840091" y="161134"/>
                        <a:pt x="903628" y="124530"/>
                        <a:pt x="975280" y="115374"/>
                      </a:cubicBezTo>
                      <a:cubicBezTo>
                        <a:pt x="979900" y="114783"/>
                        <a:pt x="982720" y="108589"/>
                        <a:pt x="977854" y="105867"/>
                      </a:cubicBezTo>
                      <a:close/>
                      <a:moveTo>
                        <a:pt x="842875" y="149115"/>
                      </a:moveTo>
                      <a:cubicBezTo>
                        <a:pt x="826440" y="129835"/>
                        <a:pt x="807221" y="113113"/>
                        <a:pt x="785854" y="99501"/>
                      </a:cubicBezTo>
                      <a:cubicBezTo>
                        <a:pt x="811431" y="97944"/>
                        <a:pt x="837043" y="97440"/>
                        <a:pt x="862690" y="97990"/>
                      </a:cubicBezTo>
                      <a:cubicBezTo>
                        <a:pt x="893564" y="99218"/>
                        <a:pt x="924302" y="102768"/>
                        <a:pt x="954643" y="108609"/>
                      </a:cubicBezTo>
                      <a:cubicBezTo>
                        <a:pt x="915763" y="117120"/>
                        <a:pt x="878181" y="130741"/>
                        <a:pt x="842875" y="149115"/>
                      </a:cubicBezTo>
                      <a:close/>
                      <a:moveTo>
                        <a:pt x="784999" y="93288"/>
                      </a:moveTo>
                      <a:cubicBezTo>
                        <a:pt x="736967" y="95929"/>
                        <a:pt x="688994" y="100840"/>
                        <a:pt x="641168" y="106437"/>
                      </a:cubicBezTo>
                      <a:cubicBezTo>
                        <a:pt x="673613" y="87052"/>
                        <a:pt x="698830" y="57589"/>
                        <a:pt x="712973" y="22539"/>
                      </a:cubicBezTo>
                      <a:cubicBezTo>
                        <a:pt x="752267" y="29362"/>
                        <a:pt x="791009" y="39047"/>
                        <a:pt x="828892" y="51515"/>
                      </a:cubicBezTo>
                      <a:cubicBezTo>
                        <a:pt x="822661" y="59422"/>
                        <a:pt x="816130" y="67087"/>
                        <a:pt x="809144" y="74337"/>
                      </a:cubicBezTo>
                      <a:cubicBezTo>
                        <a:pt x="801726" y="81418"/>
                        <a:pt x="793640" y="87764"/>
                        <a:pt x="784999" y="93288"/>
                      </a:cubicBezTo>
                      <a:close/>
                      <a:moveTo>
                        <a:pt x="793909" y="92825"/>
                      </a:moveTo>
                      <a:cubicBezTo>
                        <a:pt x="809178" y="82101"/>
                        <a:pt x="822123" y="68404"/>
                        <a:pt x="831970" y="52555"/>
                      </a:cubicBezTo>
                      <a:cubicBezTo>
                        <a:pt x="874028" y="66567"/>
                        <a:pt x="914877" y="83974"/>
                        <a:pt x="954117" y="104602"/>
                      </a:cubicBezTo>
                      <a:cubicBezTo>
                        <a:pt x="902440" y="90930"/>
                        <a:pt x="846970" y="90242"/>
                        <a:pt x="793909" y="92825"/>
                      </a:cubicBezTo>
                      <a:close/>
                      <a:moveTo>
                        <a:pt x="709792" y="21962"/>
                      </a:moveTo>
                      <a:cubicBezTo>
                        <a:pt x="693819" y="56141"/>
                        <a:pt x="668220" y="84917"/>
                        <a:pt x="636133" y="104761"/>
                      </a:cubicBezTo>
                      <a:cubicBezTo>
                        <a:pt x="635355" y="105275"/>
                        <a:pt x="635038" y="106260"/>
                        <a:pt x="635370" y="107132"/>
                      </a:cubicBezTo>
                      <a:cubicBezTo>
                        <a:pt x="623153" y="108575"/>
                        <a:pt x="610944" y="110039"/>
                        <a:pt x="598742" y="111523"/>
                      </a:cubicBezTo>
                      <a:cubicBezTo>
                        <a:pt x="552633" y="117172"/>
                        <a:pt x="506633" y="123531"/>
                        <a:pt x="460740" y="130601"/>
                      </a:cubicBezTo>
                      <a:cubicBezTo>
                        <a:pt x="479339" y="114431"/>
                        <a:pt x="496529" y="96710"/>
                        <a:pt x="512125" y="77628"/>
                      </a:cubicBezTo>
                      <a:cubicBezTo>
                        <a:pt x="520523" y="67278"/>
                        <a:pt x="528473" y="56567"/>
                        <a:pt x="535839" y="45459"/>
                      </a:cubicBezTo>
                      <a:cubicBezTo>
                        <a:pt x="543828" y="34877"/>
                        <a:pt x="550303" y="23235"/>
                        <a:pt x="555080" y="10866"/>
                      </a:cubicBezTo>
                      <a:cubicBezTo>
                        <a:pt x="555106" y="10782"/>
                        <a:pt x="555002" y="10740"/>
                        <a:pt x="554991" y="10661"/>
                      </a:cubicBezTo>
                      <a:cubicBezTo>
                        <a:pt x="606833" y="9519"/>
                        <a:pt x="658666" y="13303"/>
                        <a:pt x="709792" y="21962"/>
                      </a:cubicBezTo>
                      <a:close/>
                      <a:moveTo>
                        <a:pt x="553693" y="10680"/>
                      </a:moveTo>
                      <a:cubicBezTo>
                        <a:pt x="546274" y="20730"/>
                        <a:pt x="539411" y="31178"/>
                        <a:pt x="533133" y="41977"/>
                      </a:cubicBezTo>
                      <a:cubicBezTo>
                        <a:pt x="524974" y="54084"/>
                        <a:pt x="516262" y="65829"/>
                        <a:pt x="506943" y="77069"/>
                      </a:cubicBezTo>
                      <a:cubicBezTo>
                        <a:pt x="490388" y="96936"/>
                        <a:pt x="472101" y="115293"/>
                        <a:pt x="452297" y="131923"/>
                      </a:cubicBezTo>
                      <a:cubicBezTo>
                        <a:pt x="388320" y="141892"/>
                        <a:pt x="324552" y="153241"/>
                        <a:pt x="260995" y="165969"/>
                      </a:cubicBezTo>
                      <a:cubicBezTo>
                        <a:pt x="298197" y="132281"/>
                        <a:pt x="326779" y="90163"/>
                        <a:pt x="344345" y="43149"/>
                      </a:cubicBezTo>
                      <a:cubicBezTo>
                        <a:pt x="347101" y="42311"/>
                        <a:pt x="349835" y="41414"/>
                        <a:pt x="352600" y="40603"/>
                      </a:cubicBezTo>
                      <a:cubicBezTo>
                        <a:pt x="418127" y="22311"/>
                        <a:pt x="485679" y="12259"/>
                        <a:pt x="553693" y="10680"/>
                      </a:cubicBezTo>
                      <a:close/>
                      <a:moveTo>
                        <a:pt x="341465" y="44037"/>
                      </a:moveTo>
                      <a:cubicBezTo>
                        <a:pt x="330913" y="66398"/>
                        <a:pt x="318740" y="87958"/>
                        <a:pt x="305044" y="108544"/>
                      </a:cubicBezTo>
                      <a:cubicBezTo>
                        <a:pt x="289804" y="130174"/>
                        <a:pt x="272173" y="150017"/>
                        <a:pt x="252485" y="167696"/>
                      </a:cubicBezTo>
                      <a:cubicBezTo>
                        <a:pt x="243562" y="169499"/>
                        <a:pt x="234633" y="171270"/>
                        <a:pt x="225718" y="173127"/>
                      </a:cubicBezTo>
                      <a:cubicBezTo>
                        <a:pt x="187078" y="181172"/>
                        <a:pt x="148569" y="189779"/>
                        <a:pt x="110191" y="198947"/>
                      </a:cubicBezTo>
                      <a:cubicBezTo>
                        <a:pt x="133162" y="175804"/>
                        <a:pt x="152073" y="148958"/>
                        <a:pt x="166129" y="119535"/>
                      </a:cubicBezTo>
                      <a:cubicBezTo>
                        <a:pt x="221676" y="88111"/>
                        <a:pt x="280465" y="62797"/>
                        <a:pt x="341465" y="44037"/>
                      </a:cubicBezTo>
                      <a:close/>
                      <a:moveTo>
                        <a:pt x="22681" y="220762"/>
                      </a:moveTo>
                      <a:cubicBezTo>
                        <a:pt x="65706" y="183484"/>
                        <a:pt x="112234" y="150453"/>
                        <a:pt x="161614" y="122127"/>
                      </a:cubicBezTo>
                      <a:cubicBezTo>
                        <a:pt x="154054" y="134701"/>
                        <a:pt x="146713" y="147350"/>
                        <a:pt x="138106" y="159298"/>
                      </a:cubicBezTo>
                      <a:cubicBezTo>
                        <a:pt x="127449" y="173992"/>
                        <a:pt x="115671" y="187840"/>
                        <a:pt x="102878" y="200718"/>
                      </a:cubicBezTo>
                      <a:cubicBezTo>
                        <a:pt x="76086" y="207144"/>
                        <a:pt x="49353" y="213825"/>
                        <a:pt x="22681" y="220762"/>
                      </a:cubicBezTo>
                      <a:close/>
                      <a:moveTo>
                        <a:pt x="14470" y="227894"/>
                      </a:moveTo>
                      <a:cubicBezTo>
                        <a:pt x="14963" y="228132"/>
                        <a:pt x="15517" y="228211"/>
                        <a:pt x="16056" y="228120"/>
                      </a:cubicBezTo>
                      <a:cubicBezTo>
                        <a:pt x="46172" y="220604"/>
                        <a:pt x="76360" y="213329"/>
                        <a:pt x="106619" y="206295"/>
                      </a:cubicBezTo>
                      <a:cubicBezTo>
                        <a:pt x="120468" y="213859"/>
                        <a:pt x="133199" y="223311"/>
                        <a:pt x="144446" y="234380"/>
                      </a:cubicBezTo>
                      <a:cubicBezTo>
                        <a:pt x="154318" y="244212"/>
                        <a:pt x="167311" y="257648"/>
                        <a:pt x="169245" y="272385"/>
                      </a:cubicBezTo>
                      <a:cubicBezTo>
                        <a:pt x="116257" y="261067"/>
                        <a:pt x="63950" y="246762"/>
                        <a:pt x="12577" y="229539"/>
                      </a:cubicBezTo>
                      <a:cubicBezTo>
                        <a:pt x="13201" y="228982"/>
                        <a:pt x="13845" y="228450"/>
                        <a:pt x="14470" y="227894"/>
                      </a:cubicBezTo>
                      <a:close/>
                      <a:moveTo>
                        <a:pt x="229560" y="283948"/>
                      </a:moveTo>
                      <a:cubicBezTo>
                        <a:pt x="210673" y="280754"/>
                        <a:pt x="191862" y="277183"/>
                        <a:pt x="173126" y="273235"/>
                      </a:cubicBezTo>
                      <a:cubicBezTo>
                        <a:pt x="171903" y="259658"/>
                        <a:pt x="162146" y="247597"/>
                        <a:pt x="153102" y="237659"/>
                      </a:cubicBezTo>
                      <a:cubicBezTo>
                        <a:pt x="141208" y="224765"/>
                        <a:pt x="127421" y="213756"/>
                        <a:pt x="112214" y="205010"/>
                      </a:cubicBezTo>
                      <a:cubicBezTo>
                        <a:pt x="157281" y="194586"/>
                        <a:pt x="202492" y="184741"/>
                        <a:pt x="247846" y="175474"/>
                      </a:cubicBezTo>
                      <a:cubicBezTo>
                        <a:pt x="247917" y="175537"/>
                        <a:pt x="247992" y="175594"/>
                        <a:pt x="248071" y="175647"/>
                      </a:cubicBezTo>
                      <a:cubicBezTo>
                        <a:pt x="294992" y="205311"/>
                        <a:pt x="347104" y="239727"/>
                        <a:pt x="363772" y="295109"/>
                      </a:cubicBezTo>
                      <a:cubicBezTo>
                        <a:pt x="318819" y="294749"/>
                        <a:pt x="273956" y="291019"/>
                        <a:pt x="229560" y="283948"/>
                      </a:cubicBezTo>
                      <a:close/>
                      <a:moveTo>
                        <a:pt x="368274" y="295114"/>
                      </a:moveTo>
                      <a:cubicBezTo>
                        <a:pt x="352428" y="239215"/>
                        <a:pt x="301384" y="204122"/>
                        <a:pt x="254086" y="174232"/>
                      </a:cubicBezTo>
                      <a:cubicBezTo>
                        <a:pt x="319088" y="161075"/>
                        <a:pt x="384345" y="149278"/>
                        <a:pt x="449859" y="138841"/>
                      </a:cubicBezTo>
                      <a:cubicBezTo>
                        <a:pt x="477941" y="153261"/>
                        <a:pt x="503406" y="172288"/>
                        <a:pt x="525194" y="195131"/>
                      </a:cubicBezTo>
                      <a:cubicBezTo>
                        <a:pt x="545299" y="217290"/>
                        <a:pt x="562256" y="242112"/>
                        <a:pt x="575587" y="268897"/>
                      </a:cubicBezTo>
                      <a:cubicBezTo>
                        <a:pt x="507923" y="286645"/>
                        <a:pt x="438226" y="295459"/>
                        <a:pt x="368274" y="295114"/>
                      </a:cubicBezTo>
                      <a:close/>
                      <a:moveTo>
                        <a:pt x="579251" y="267956"/>
                      </a:moveTo>
                      <a:cubicBezTo>
                        <a:pt x="556778" y="212499"/>
                        <a:pt x="509530" y="165788"/>
                        <a:pt x="457346" y="137663"/>
                      </a:cubicBezTo>
                      <a:cubicBezTo>
                        <a:pt x="518986" y="127989"/>
                        <a:pt x="580806" y="119680"/>
                        <a:pt x="642807" y="112738"/>
                      </a:cubicBezTo>
                      <a:cubicBezTo>
                        <a:pt x="679934" y="137470"/>
                        <a:pt x="717870" y="164243"/>
                        <a:pt x="740549" y="203335"/>
                      </a:cubicBezTo>
                      <a:cubicBezTo>
                        <a:pt x="705262" y="222131"/>
                        <a:pt x="668680" y="238387"/>
                        <a:pt x="631080" y="251979"/>
                      </a:cubicBezTo>
                      <a:cubicBezTo>
                        <a:pt x="613942" y="257963"/>
                        <a:pt x="596666" y="263289"/>
                        <a:pt x="579251" y="267956"/>
                      </a:cubicBezTo>
                      <a:close/>
                      <a:moveTo>
                        <a:pt x="742919" y="202113"/>
                      </a:moveTo>
                      <a:cubicBezTo>
                        <a:pt x="721347" y="163401"/>
                        <a:pt x="685485" y="136475"/>
                        <a:pt x="649113" y="112037"/>
                      </a:cubicBezTo>
                      <a:cubicBezTo>
                        <a:pt x="686203" y="107971"/>
                        <a:pt x="723341" y="104421"/>
                        <a:pt x="760530" y="101387"/>
                      </a:cubicBezTo>
                      <a:cubicBezTo>
                        <a:pt x="766661" y="100846"/>
                        <a:pt x="772801" y="100436"/>
                        <a:pt x="778940" y="100016"/>
                      </a:cubicBezTo>
                      <a:cubicBezTo>
                        <a:pt x="779089" y="100229"/>
                        <a:pt x="779274" y="100414"/>
                        <a:pt x="779487" y="100563"/>
                      </a:cubicBezTo>
                      <a:cubicBezTo>
                        <a:pt x="801575" y="114429"/>
                        <a:pt x="821434" y="131564"/>
                        <a:pt x="838387" y="151383"/>
                      </a:cubicBezTo>
                      <a:cubicBezTo>
                        <a:pt x="827681" y="156767"/>
                        <a:pt x="817059" y="162310"/>
                        <a:pt x="806523" y="168013"/>
                      </a:cubicBezTo>
                      <a:cubicBezTo>
                        <a:pt x="785298" y="179512"/>
                        <a:pt x="764203" y="191045"/>
                        <a:pt x="742919" y="20211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-409349" y="3725663"/>
                <a:ext cx="944503" cy="1068886"/>
                <a:chOff x="-294374" y="3862138"/>
                <a:chExt cx="944503" cy="1068886"/>
              </a:xfrm>
            </p:grpSpPr>
            <p:grpSp>
              <p:nvGrpSpPr>
                <p:cNvPr id="35" name="Google Shape;35;p2"/>
                <p:cNvGrpSpPr/>
                <p:nvPr/>
              </p:nvGrpSpPr>
              <p:grpSpPr>
                <a:xfrm>
                  <a:off x="-286470" y="3869088"/>
                  <a:ext cx="928273" cy="1055381"/>
                  <a:chOff x="-286470" y="3869088"/>
                  <a:chExt cx="928273" cy="1055381"/>
                </a:xfrm>
              </p:grpSpPr>
              <p:sp>
                <p:nvSpPr>
                  <p:cNvPr id="36" name="Google Shape;36;p2"/>
                  <p:cNvSpPr/>
                  <p:nvPr/>
                </p:nvSpPr>
                <p:spPr>
                  <a:xfrm>
                    <a:off x="-139129" y="4787956"/>
                    <a:ext cx="346519" cy="136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58" h="79484" extrusionOk="0">
                        <a:moveTo>
                          <a:pt x="1045" y="74404"/>
                        </a:moveTo>
                        <a:cubicBezTo>
                          <a:pt x="6595" y="53342"/>
                          <a:pt x="12871" y="32500"/>
                          <a:pt x="19875" y="11878"/>
                        </a:cubicBezTo>
                        <a:cubicBezTo>
                          <a:pt x="79078" y="-4635"/>
                          <a:pt x="141762" y="-3917"/>
                          <a:pt x="200571" y="13949"/>
                        </a:cubicBezTo>
                        <a:lnTo>
                          <a:pt x="201759" y="13983"/>
                        </a:lnTo>
                        <a:cubicBezTo>
                          <a:pt x="201679" y="16589"/>
                          <a:pt x="201217" y="19170"/>
                          <a:pt x="200386" y="21641"/>
                        </a:cubicBezTo>
                        <a:cubicBezTo>
                          <a:pt x="196092" y="34599"/>
                          <a:pt x="182452" y="41761"/>
                          <a:pt x="169783" y="46944"/>
                        </a:cubicBezTo>
                        <a:cubicBezTo>
                          <a:pt x="115927" y="69010"/>
                          <a:pt x="58198" y="80067"/>
                          <a:pt x="0" y="79461"/>
                        </a:cubicBezTo>
                        <a:lnTo>
                          <a:pt x="783" y="75335"/>
                        </a:lnTo>
                        <a:cubicBezTo>
                          <a:pt x="853" y="74997"/>
                          <a:pt x="975" y="74742"/>
                          <a:pt x="1045" y="7440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>
                    <a:off x="-286470" y="4456966"/>
                    <a:ext cx="181485" cy="458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668" h="267131" extrusionOk="0">
                        <a:moveTo>
                          <a:pt x="37011" y="1908"/>
                        </a:moveTo>
                        <a:cubicBezTo>
                          <a:pt x="69605" y="65793"/>
                          <a:pt x="92256" y="134279"/>
                          <a:pt x="104180" y="205001"/>
                        </a:cubicBezTo>
                        <a:cubicBezTo>
                          <a:pt x="104694" y="204896"/>
                          <a:pt x="105155" y="204710"/>
                          <a:pt x="105668" y="204605"/>
                        </a:cubicBezTo>
                        <a:cubicBezTo>
                          <a:pt x="98663" y="225226"/>
                          <a:pt x="92387" y="246068"/>
                          <a:pt x="86838" y="267131"/>
                        </a:cubicBezTo>
                        <a:cubicBezTo>
                          <a:pt x="75140" y="247564"/>
                          <a:pt x="63495" y="228077"/>
                          <a:pt x="51796" y="208509"/>
                        </a:cubicBezTo>
                        <a:cubicBezTo>
                          <a:pt x="26009" y="165295"/>
                          <a:pt x="-638" y="119092"/>
                          <a:pt x="12" y="68691"/>
                        </a:cubicBezTo>
                        <a:cubicBezTo>
                          <a:pt x="368" y="44868"/>
                          <a:pt x="8117" y="19621"/>
                          <a:pt x="27108" y="5273"/>
                        </a:cubicBezTo>
                        <a:cubicBezTo>
                          <a:pt x="29934" y="3140"/>
                          <a:pt x="33016" y="1369"/>
                          <a:pt x="3628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>
                    <a:off x="-224163" y="4118728"/>
                    <a:ext cx="230877" cy="690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426" h="401947" extrusionOk="0">
                        <a:moveTo>
                          <a:pt x="133048" y="251018"/>
                        </a:moveTo>
                        <a:cubicBezTo>
                          <a:pt x="133480" y="250967"/>
                          <a:pt x="133993" y="250862"/>
                          <a:pt x="134426" y="250811"/>
                        </a:cubicBezTo>
                        <a:cubicBezTo>
                          <a:pt x="108656" y="299193"/>
                          <a:pt x="86903" y="349609"/>
                          <a:pt x="69388" y="401552"/>
                        </a:cubicBezTo>
                        <a:cubicBezTo>
                          <a:pt x="68874" y="401657"/>
                          <a:pt x="68413" y="401843"/>
                          <a:pt x="67900" y="401948"/>
                        </a:cubicBezTo>
                        <a:cubicBezTo>
                          <a:pt x="55975" y="331227"/>
                          <a:pt x="33325" y="262740"/>
                          <a:pt x="731" y="198855"/>
                        </a:cubicBezTo>
                        <a:lnTo>
                          <a:pt x="0" y="196947"/>
                        </a:lnTo>
                        <a:cubicBezTo>
                          <a:pt x="18748" y="188874"/>
                          <a:pt x="43237" y="192812"/>
                          <a:pt x="53545" y="210265"/>
                        </a:cubicBezTo>
                        <a:cubicBezTo>
                          <a:pt x="44823" y="138905"/>
                          <a:pt x="54587" y="66501"/>
                          <a:pt x="81900" y="0"/>
                        </a:cubicBezTo>
                        <a:cubicBezTo>
                          <a:pt x="120498" y="76788"/>
                          <a:pt x="127163" y="165249"/>
                          <a:pt x="133048" y="25101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>
                    <a:off x="-83506" y="3969226"/>
                    <a:ext cx="243710" cy="580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898" h="338069" extrusionOk="0">
                        <a:moveTo>
                          <a:pt x="137415" y="202611"/>
                        </a:moveTo>
                        <a:cubicBezTo>
                          <a:pt x="137780" y="202546"/>
                          <a:pt x="138227" y="202428"/>
                          <a:pt x="138591" y="202363"/>
                        </a:cubicBezTo>
                        <a:cubicBezTo>
                          <a:pt x="106381" y="245194"/>
                          <a:pt x="77603" y="290501"/>
                          <a:pt x="52526" y="337863"/>
                        </a:cubicBezTo>
                        <a:cubicBezTo>
                          <a:pt x="52093" y="337914"/>
                          <a:pt x="51579" y="338019"/>
                          <a:pt x="51147" y="338070"/>
                        </a:cubicBezTo>
                        <a:cubicBezTo>
                          <a:pt x="45262" y="252300"/>
                          <a:pt x="38597" y="163839"/>
                          <a:pt x="0" y="87052"/>
                        </a:cubicBezTo>
                        <a:cubicBezTo>
                          <a:pt x="1701" y="82905"/>
                          <a:pt x="3455" y="78840"/>
                          <a:pt x="5276" y="74788"/>
                        </a:cubicBezTo>
                        <a:cubicBezTo>
                          <a:pt x="12000" y="59942"/>
                          <a:pt x="23704" y="43104"/>
                          <a:pt x="39930" y="45193"/>
                        </a:cubicBezTo>
                        <a:cubicBezTo>
                          <a:pt x="46910" y="46633"/>
                          <a:pt x="53289" y="50157"/>
                          <a:pt x="58223" y="55300"/>
                        </a:cubicBezTo>
                        <a:cubicBezTo>
                          <a:pt x="72549" y="68235"/>
                          <a:pt x="84103" y="83942"/>
                          <a:pt x="92185" y="101470"/>
                        </a:cubicBezTo>
                        <a:cubicBezTo>
                          <a:pt x="94985" y="65396"/>
                          <a:pt x="106579" y="30558"/>
                          <a:pt x="125953" y="0"/>
                        </a:cubicBezTo>
                        <a:lnTo>
                          <a:pt x="127445" y="941"/>
                        </a:lnTo>
                        <a:cubicBezTo>
                          <a:pt x="142415" y="67081"/>
                          <a:pt x="145788" y="135317"/>
                          <a:pt x="137415" y="20261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>
                    <a:off x="132806" y="3869088"/>
                    <a:ext cx="199453" cy="4481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30" h="260918" extrusionOk="0">
                        <a:moveTo>
                          <a:pt x="103348" y="58165"/>
                        </a:moveTo>
                        <a:cubicBezTo>
                          <a:pt x="107092" y="55354"/>
                          <a:pt x="110957" y="52639"/>
                          <a:pt x="114914" y="50153"/>
                        </a:cubicBezTo>
                        <a:lnTo>
                          <a:pt x="116130" y="52092"/>
                        </a:lnTo>
                        <a:cubicBezTo>
                          <a:pt x="114036" y="90106"/>
                          <a:pt x="106217" y="127587"/>
                          <a:pt x="92937" y="163267"/>
                        </a:cubicBezTo>
                        <a:cubicBezTo>
                          <a:pt x="94114" y="163018"/>
                          <a:pt x="95222" y="162755"/>
                          <a:pt x="96412" y="162439"/>
                        </a:cubicBezTo>
                        <a:cubicBezTo>
                          <a:pt x="66452" y="193391"/>
                          <a:pt x="38472" y="226200"/>
                          <a:pt x="12638" y="260670"/>
                        </a:cubicBezTo>
                        <a:cubicBezTo>
                          <a:pt x="12274" y="260735"/>
                          <a:pt x="11828" y="260853"/>
                          <a:pt x="11462" y="260918"/>
                        </a:cubicBezTo>
                        <a:cubicBezTo>
                          <a:pt x="19835" y="193625"/>
                          <a:pt x="16462" y="125388"/>
                          <a:pt x="1492" y="59248"/>
                        </a:cubicBezTo>
                        <a:lnTo>
                          <a:pt x="0" y="58307"/>
                        </a:lnTo>
                        <a:cubicBezTo>
                          <a:pt x="9497" y="43189"/>
                          <a:pt x="20842" y="29314"/>
                          <a:pt x="33771" y="17003"/>
                        </a:cubicBezTo>
                        <a:cubicBezTo>
                          <a:pt x="43496" y="7697"/>
                          <a:pt x="55661" y="-1174"/>
                          <a:pt x="69098" y="128"/>
                        </a:cubicBezTo>
                        <a:cubicBezTo>
                          <a:pt x="81425" y="2256"/>
                          <a:pt x="91754" y="10649"/>
                          <a:pt x="96358" y="22280"/>
                        </a:cubicBezTo>
                        <a:cubicBezTo>
                          <a:pt x="100767" y="33741"/>
                          <a:pt x="103134" y="45886"/>
                          <a:pt x="103348" y="581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>
                    <a:off x="292414" y="3893575"/>
                    <a:ext cx="188849" cy="255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956" h="149010" extrusionOk="0">
                        <a:moveTo>
                          <a:pt x="109520" y="14"/>
                        </a:moveTo>
                        <a:cubicBezTo>
                          <a:pt x="111717" y="23350"/>
                          <a:pt x="105569" y="46709"/>
                          <a:pt x="92167" y="65938"/>
                        </a:cubicBezTo>
                        <a:cubicBezTo>
                          <a:pt x="92680" y="65834"/>
                          <a:pt x="93261" y="65743"/>
                          <a:pt x="93775" y="65638"/>
                        </a:cubicBezTo>
                        <a:cubicBezTo>
                          <a:pt x="62022" y="91288"/>
                          <a:pt x="31866" y="118854"/>
                          <a:pt x="3475" y="148182"/>
                        </a:cubicBezTo>
                        <a:cubicBezTo>
                          <a:pt x="2285" y="148498"/>
                          <a:pt x="1176" y="148761"/>
                          <a:pt x="0" y="149010"/>
                        </a:cubicBezTo>
                        <a:cubicBezTo>
                          <a:pt x="13279" y="113329"/>
                          <a:pt x="21098" y="75849"/>
                          <a:pt x="23193" y="37835"/>
                        </a:cubicBezTo>
                        <a:lnTo>
                          <a:pt x="21978" y="35896"/>
                        </a:lnTo>
                        <a:cubicBezTo>
                          <a:pt x="45356" y="20407"/>
                          <a:pt x="71216" y="9041"/>
                          <a:pt x="98436" y="2291"/>
                        </a:cubicBezTo>
                        <a:cubicBezTo>
                          <a:pt x="101992" y="1410"/>
                          <a:pt x="105736" y="638"/>
                          <a:pt x="10945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>
                    <a:off x="450701" y="3890690"/>
                    <a:ext cx="125742" cy="116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212" h="67617" extrusionOk="0">
                        <a:moveTo>
                          <a:pt x="73213" y="11976"/>
                        </a:moveTo>
                        <a:lnTo>
                          <a:pt x="71312" y="15730"/>
                        </a:lnTo>
                        <a:cubicBezTo>
                          <a:pt x="47315" y="31855"/>
                          <a:pt x="23999" y="49104"/>
                          <a:pt x="1608" y="67318"/>
                        </a:cubicBezTo>
                        <a:cubicBezTo>
                          <a:pt x="1095" y="67422"/>
                          <a:pt x="514" y="67513"/>
                          <a:pt x="0" y="67618"/>
                        </a:cubicBezTo>
                        <a:cubicBezTo>
                          <a:pt x="13402" y="48388"/>
                          <a:pt x="19551" y="25029"/>
                          <a:pt x="17353" y="1693"/>
                        </a:cubicBezTo>
                        <a:cubicBezTo>
                          <a:pt x="37178" y="-1728"/>
                          <a:pt x="58270" y="-742"/>
                          <a:pt x="73213" y="11976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>
                    <a:off x="453463" y="3911257"/>
                    <a:ext cx="151252" cy="1014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65" h="59064" extrusionOk="0">
                        <a:moveTo>
                          <a:pt x="69704" y="3754"/>
                        </a:moveTo>
                        <a:lnTo>
                          <a:pt x="71605" y="0"/>
                        </a:lnTo>
                        <a:cubicBezTo>
                          <a:pt x="87902" y="13982"/>
                          <a:pt x="91270" y="38153"/>
                          <a:pt x="85330" y="59065"/>
                        </a:cubicBezTo>
                        <a:lnTo>
                          <a:pt x="78701" y="57132"/>
                        </a:lnTo>
                        <a:cubicBezTo>
                          <a:pt x="52916" y="50773"/>
                          <a:pt x="26048" y="50162"/>
                          <a:pt x="0" y="55342"/>
                        </a:cubicBezTo>
                        <a:cubicBezTo>
                          <a:pt x="22391" y="37128"/>
                          <a:pt x="45707" y="19879"/>
                          <a:pt x="69704" y="375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154510" y="4122614"/>
                    <a:ext cx="487293" cy="246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722" h="143612" extrusionOk="0">
                        <a:moveTo>
                          <a:pt x="83774" y="14817"/>
                        </a:moveTo>
                        <a:cubicBezTo>
                          <a:pt x="123100" y="5798"/>
                          <a:pt x="163288" y="-2974"/>
                          <a:pt x="203450" y="971"/>
                        </a:cubicBezTo>
                        <a:lnTo>
                          <a:pt x="206685" y="1640"/>
                        </a:lnTo>
                        <a:cubicBezTo>
                          <a:pt x="206250" y="2041"/>
                          <a:pt x="205830" y="2377"/>
                          <a:pt x="205395" y="2778"/>
                        </a:cubicBezTo>
                        <a:cubicBezTo>
                          <a:pt x="207178" y="2655"/>
                          <a:pt x="208961" y="2532"/>
                          <a:pt x="210783" y="2556"/>
                        </a:cubicBezTo>
                        <a:cubicBezTo>
                          <a:pt x="233077" y="2515"/>
                          <a:pt x="254347" y="11917"/>
                          <a:pt x="269322" y="28434"/>
                        </a:cubicBezTo>
                        <a:cubicBezTo>
                          <a:pt x="279656" y="39110"/>
                          <a:pt x="284838" y="53750"/>
                          <a:pt x="283521" y="68550"/>
                        </a:cubicBezTo>
                        <a:cubicBezTo>
                          <a:pt x="281248" y="83964"/>
                          <a:pt x="269709" y="96268"/>
                          <a:pt x="257899" y="106478"/>
                        </a:cubicBezTo>
                        <a:cubicBezTo>
                          <a:pt x="241187" y="120928"/>
                          <a:pt x="222855" y="133389"/>
                          <a:pt x="203271" y="143612"/>
                        </a:cubicBezTo>
                        <a:lnTo>
                          <a:pt x="201818" y="140782"/>
                        </a:lnTo>
                        <a:cubicBezTo>
                          <a:pt x="140209" y="107142"/>
                          <a:pt x="68399" y="97274"/>
                          <a:pt x="0" y="113049"/>
                        </a:cubicBezTo>
                        <a:cubicBezTo>
                          <a:pt x="25834" y="78578"/>
                          <a:pt x="53814" y="45769"/>
                          <a:pt x="83774" y="1481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" name="Google Shape;45;p2"/>
                  <p:cNvSpPr/>
                  <p:nvPr/>
                </p:nvSpPr>
                <p:spPr>
                  <a:xfrm>
                    <a:off x="298382" y="4000327"/>
                    <a:ext cx="301643" cy="1477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629" h="86022" extrusionOk="0">
                        <a:moveTo>
                          <a:pt x="169001" y="5269"/>
                        </a:moveTo>
                        <a:lnTo>
                          <a:pt x="175630" y="7202"/>
                        </a:lnTo>
                        <a:cubicBezTo>
                          <a:pt x="174600" y="10873"/>
                          <a:pt x="173272" y="14454"/>
                          <a:pt x="171659" y="17908"/>
                        </a:cubicBezTo>
                        <a:cubicBezTo>
                          <a:pt x="161202" y="40276"/>
                          <a:pt x="141940" y="56958"/>
                          <a:pt x="122911" y="72845"/>
                        </a:cubicBezTo>
                        <a:lnTo>
                          <a:pt x="119676" y="72176"/>
                        </a:lnTo>
                        <a:cubicBezTo>
                          <a:pt x="79515" y="68231"/>
                          <a:pt x="39327" y="77003"/>
                          <a:pt x="0" y="86022"/>
                        </a:cubicBezTo>
                        <a:cubicBezTo>
                          <a:pt x="28391" y="56694"/>
                          <a:pt x="58547" y="29128"/>
                          <a:pt x="90300" y="3479"/>
                        </a:cubicBezTo>
                        <a:cubicBezTo>
                          <a:pt x="116348" y="-1701"/>
                          <a:pt x="143216" y="-1090"/>
                          <a:pt x="169001" y="527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6700" y="4304169"/>
                    <a:ext cx="496935" cy="312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9336" h="181996" extrusionOk="0">
                        <a:moveTo>
                          <a:pt x="86066" y="7333"/>
                        </a:moveTo>
                        <a:cubicBezTo>
                          <a:pt x="154465" y="-8441"/>
                          <a:pt x="226275" y="1427"/>
                          <a:pt x="287884" y="35066"/>
                        </a:cubicBezTo>
                        <a:lnTo>
                          <a:pt x="289337" y="37897"/>
                        </a:lnTo>
                        <a:cubicBezTo>
                          <a:pt x="256979" y="54910"/>
                          <a:pt x="221683" y="65621"/>
                          <a:pt x="185327" y="69461"/>
                        </a:cubicBezTo>
                        <a:cubicBezTo>
                          <a:pt x="208714" y="77760"/>
                          <a:pt x="231251" y="88280"/>
                          <a:pt x="252633" y="100875"/>
                        </a:cubicBezTo>
                        <a:cubicBezTo>
                          <a:pt x="265663" y="108559"/>
                          <a:pt x="279355" y="118488"/>
                          <a:pt x="282620" y="133291"/>
                        </a:cubicBezTo>
                        <a:cubicBezTo>
                          <a:pt x="286923" y="152595"/>
                          <a:pt x="272073" y="169696"/>
                          <a:pt x="255754" y="181997"/>
                        </a:cubicBezTo>
                        <a:lnTo>
                          <a:pt x="254536" y="180409"/>
                        </a:lnTo>
                        <a:cubicBezTo>
                          <a:pt x="175302" y="142893"/>
                          <a:pt x="86694" y="129812"/>
                          <a:pt x="0" y="142833"/>
                        </a:cubicBezTo>
                        <a:cubicBezTo>
                          <a:pt x="25077" y="95471"/>
                          <a:pt x="53855" y="50164"/>
                          <a:pt x="86066" y="733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" name="Google Shape;47;p2"/>
                  <p:cNvSpPr/>
                  <p:nvPr/>
                </p:nvSpPr>
                <p:spPr>
                  <a:xfrm>
                    <a:off x="-104998" y="4541060"/>
                    <a:ext cx="550960" cy="2709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792" h="157743" extrusionOk="0">
                        <a:moveTo>
                          <a:pt x="314446" y="48583"/>
                        </a:moveTo>
                        <a:cubicBezTo>
                          <a:pt x="263821" y="82376"/>
                          <a:pt x="206337" y="104530"/>
                          <a:pt x="146128" y="113453"/>
                        </a:cubicBezTo>
                        <a:cubicBezTo>
                          <a:pt x="162975" y="123753"/>
                          <a:pt x="182272" y="139549"/>
                          <a:pt x="181884" y="157743"/>
                        </a:cubicBezTo>
                        <a:lnTo>
                          <a:pt x="180696" y="157709"/>
                        </a:lnTo>
                        <a:cubicBezTo>
                          <a:pt x="121887" y="139844"/>
                          <a:pt x="59203" y="139125"/>
                          <a:pt x="0" y="155639"/>
                        </a:cubicBezTo>
                        <a:cubicBezTo>
                          <a:pt x="17515" y="103696"/>
                          <a:pt x="39268" y="53279"/>
                          <a:pt x="65039" y="4898"/>
                        </a:cubicBezTo>
                        <a:cubicBezTo>
                          <a:pt x="151733" y="-8123"/>
                          <a:pt x="240341" y="4958"/>
                          <a:pt x="319574" y="42474"/>
                        </a:cubicBezTo>
                        <a:lnTo>
                          <a:pt x="320793" y="44061"/>
                        </a:lnTo>
                        <a:cubicBezTo>
                          <a:pt x="318703" y="45668"/>
                          <a:pt x="316561" y="47193"/>
                          <a:pt x="314446" y="4858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" name="Google Shape;48;p2"/>
                <p:cNvSpPr/>
                <p:nvPr/>
              </p:nvSpPr>
              <p:spPr>
                <a:xfrm>
                  <a:off x="-294374" y="3862138"/>
                  <a:ext cx="944503" cy="1068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929" h="622350" extrusionOk="0">
                      <a:moveTo>
                        <a:pt x="538841" y="182607"/>
                      </a:moveTo>
                      <a:cubicBezTo>
                        <a:pt x="524670" y="163792"/>
                        <a:pt x="503181" y="151875"/>
                        <a:pt x="479717" y="149819"/>
                      </a:cubicBezTo>
                      <a:cubicBezTo>
                        <a:pt x="498340" y="133741"/>
                        <a:pt x="516540" y="115771"/>
                        <a:pt x="524408" y="92080"/>
                      </a:cubicBezTo>
                      <a:cubicBezTo>
                        <a:pt x="531856" y="69654"/>
                        <a:pt x="529066" y="41554"/>
                        <a:pt x="510187" y="25476"/>
                      </a:cubicBezTo>
                      <a:cubicBezTo>
                        <a:pt x="489717" y="8045"/>
                        <a:pt x="459931" y="11029"/>
                        <a:pt x="435752" y="17375"/>
                      </a:cubicBezTo>
                      <a:cubicBezTo>
                        <a:pt x="407023" y="25034"/>
                        <a:pt x="379869" y="37699"/>
                        <a:pt x="355539" y="54790"/>
                      </a:cubicBezTo>
                      <a:cubicBezTo>
                        <a:pt x="353468" y="34386"/>
                        <a:pt x="348404" y="11853"/>
                        <a:pt x="327966" y="2766"/>
                      </a:cubicBezTo>
                      <a:cubicBezTo>
                        <a:pt x="305085" y="-7407"/>
                        <a:pt x="284122" y="12617"/>
                        <a:pt x="269835" y="28153"/>
                      </a:cubicBezTo>
                      <a:cubicBezTo>
                        <a:pt x="238775" y="62262"/>
                        <a:pt x="218800" y="104994"/>
                        <a:pt x="212549" y="150700"/>
                      </a:cubicBezTo>
                      <a:cubicBezTo>
                        <a:pt x="207031" y="141053"/>
                        <a:pt x="200454" y="132051"/>
                        <a:pt x="192941" y="123863"/>
                      </a:cubicBezTo>
                      <a:cubicBezTo>
                        <a:pt x="184502" y="114757"/>
                        <a:pt x="173603" y="103496"/>
                        <a:pt x="160192" y="103400"/>
                      </a:cubicBezTo>
                      <a:cubicBezTo>
                        <a:pt x="134256" y="103213"/>
                        <a:pt x="122917" y="137915"/>
                        <a:pt x="115512" y="157139"/>
                      </a:cubicBezTo>
                      <a:cubicBezTo>
                        <a:pt x="92297" y="218250"/>
                        <a:pt x="83468" y="283887"/>
                        <a:pt x="89709" y="348962"/>
                      </a:cubicBezTo>
                      <a:cubicBezTo>
                        <a:pt x="79176" y="339964"/>
                        <a:pt x="65072" y="336346"/>
                        <a:pt x="51508" y="339163"/>
                      </a:cubicBezTo>
                      <a:cubicBezTo>
                        <a:pt x="31431" y="343329"/>
                        <a:pt x="14949" y="357604"/>
                        <a:pt x="7958" y="376880"/>
                      </a:cubicBezTo>
                      <a:cubicBezTo>
                        <a:pt x="-12502" y="425840"/>
                        <a:pt x="10226" y="481530"/>
                        <a:pt x="34005" y="524792"/>
                      </a:cubicBezTo>
                      <a:cubicBezTo>
                        <a:pt x="50959" y="555636"/>
                        <a:pt x="69894" y="585456"/>
                        <a:pt x="88464" y="615343"/>
                      </a:cubicBezTo>
                      <a:lnTo>
                        <a:pt x="88553" y="615436"/>
                      </a:lnTo>
                      <a:cubicBezTo>
                        <a:pt x="87415" y="616117"/>
                        <a:pt x="86731" y="617358"/>
                        <a:pt x="86763" y="618684"/>
                      </a:cubicBezTo>
                      <a:cubicBezTo>
                        <a:pt x="86831" y="620644"/>
                        <a:pt x="88404" y="622217"/>
                        <a:pt x="90364" y="622285"/>
                      </a:cubicBezTo>
                      <a:cubicBezTo>
                        <a:pt x="147757" y="623288"/>
                        <a:pt x="204779" y="612893"/>
                        <a:pt x="258126" y="591701"/>
                      </a:cubicBezTo>
                      <a:cubicBezTo>
                        <a:pt x="275361" y="584789"/>
                        <a:pt x="296522" y="574437"/>
                        <a:pt x="296652" y="552854"/>
                      </a:cubicBezTo>
                      <a:cubicBezTo>
                        <a:pt x="296758" y="535010"/>
                        <a:pt x="282637" y="521266"/>
                        <a:pt x="268359" y="511190"/>
                      </a:cubicBezTo>
                      <a:cubicBezTo>
                        <a:pt x="299063" y="505810"/>
                        <a:pt x="329070" y="497021"/>
                        <a:pt x="357824" y="484986"/>
                      </a:cubicBezTo>
                      <a:cubicBezTo>
                        <a:pt x="386974" y="472690"/>
                        <a:pt x="418416" y="457480"/>
                        <a:pt x="442110" y="436093"/>
                      </a:cubicBezTo>
                      <a:cubicBezTo>
                        <a:pt x="462661" y="417544"/>
                        <a:pt x="471841" y="390170"/>
                        <a:pt x="449831" y="368583"/>
                      </a:cubicBezTo>
                      <a:cubicBezTo>
                        <a:pt x="438375" y="358561"/>
                        <a:pt x="425518" y="350263"/>
                        <a:pt x="411668" y="343950"/>
                      </a:cubicBezTo>
                      <a:cubicBezTo>
                        <a:pt x="401076" y="338457"/>
                        <a:pt x="390173" y="333624"/>
                        <a:pt x="379141" y="329095"/>
                      </a:cubicBezTo>
                      <a:cubicBezTo>
                        <a:pt x="435301" y="319841"/>
                        <a:pt x="487493" y="294258"/>
                        <a:pt x="529207" y="255535"/>
                      </a:cubicBezTo>
                      <a:cubicBezTo>
                        <a:pt x="539447" y="246652"/>
                        <a:pt x="546572" y="234722"/>
                        <a:pt x="549537" y="221494"/>
                      </a:cubicBezTo>
                      <a:cubicBezTo>
                        <a:pt x="551233" y="207628"/>
                        <a:pt x="547389" y="193654"/>
                        <a:pt x="538841" y="182607"/>
                      </a:cubicBezTo>
                      <a:close/>
                      <a:moveTo>
                        <a:pt x="465249" y="149385"/>
                      </a:moveTo>
                      <a:cubicBezTo>
                        <a:pt x="465117" y="149336"/>
                        <a:pt x="464983" y="149295"/>
                        <a:pt x="464846" y="149264"/>
                      </a:cubicBezTo>
                      <a:cubicBezTo>
                        <a:pt x="428856" y="145844"/>
                        <a:pt x="393064" y="152122"/>
                        <a:pt x="357942" y="159843"/>
                      </a:cubicBezTo>
                      <a:cubicBezTo>
                        <a:pt x="366010" y="151748"/>
                        <a:pt x="374165" y="143734"/>
                        <a:pt x="382510" y="135898"/>
                      </a:cubicBezTo>
                      <a:cubicBezTo>
                        <a:pt x="400915" y="118672"/>
                        <a:pt x="419959" y="102184"/>
                        <a:pt x="439641" y="86436"/>
                      </a:cubicBezTo>
                      <a:cubicBezTo>
                        <a:pt x="464106" y="82169"/>
                        <a:pt x="489185" y="82943"/>
                        <a:pt x="513340" y="88711"/>
                      </a:cubicBezTo>
                      <a:cubicBezTo>
                        <a:pt x="514053" y="88891"/>
                        <a:pt x="514808" y="88792"/>
                        <a:pt x="515450" y="88434"/>
                      </a:cubicBezTo>
                      <a:cubicBezTo>
                        <a:pt x="515060" y="89661"/>
                        <a:pt x="514758" y="90939"/>
                        <a:pt x="514304" y="92123"/>
                      </a:cubicBezTo>
                      <a:cubicBezTo>
                        <a:pt x="505145" y="115980"/>
                        <a:pt x="484380" y="133374"/>
                        <a:pt x="465249" y="149385"/>
                      </a:cubicBezTo>
                      <a:close/>
                      <a:moveTo>
                        <a:pt x="516785" y="84140"/>
                      </a:moveTo>
                      <a:cubicBezTo>
                        <a:pt x="516402" y="83452"/>
                        <a:pt x="515740" y="82964"/>
                        <a:pt x="514969" y="82800"/>
                      </a:cubicBezTo>
                      <a:cubicBezTo>
                        <a:pt x="493576" y="77564"/>
                        <a:pt x="471426" y="76159"/>
                        <a:pt x="449543" y="78648"/>
                      </a:cubicBezTo>
                      <a:cubicBezTo>
                        <a:pt x="468372" y="63904"/>
                        <a:pt x="487652" y="49729"/>
                        <a:pt x="507504" y="36360"/>
                      </a:cubicBezTo>
                      <a:cubicBezTo>
                        <a:pt x="507671" y="36248"/>
                        <a:pt x="507743" y="36094"/>
                        <a:pt x="507887" y="35972"/>
                      </a:cubicBezTo>
                      <a:cubicBezTo>
                        <a:pt x="518308" y="49716"/>
                        <a:pt x="521607" y="67581"/>
                        <a:pt x="516785" y="84141"/>
                      </a:cubicBezTo>
                      <a:close/>
                      <a:moveTo>
                        <a:pt x="500184" y="29001"/>
                      </a:moveTo>
                      <a:cubicBezTo>
                        <a:pt x="500465" y="29188"/>
                        <a:pt x="500659" y="29442"/>
                        <a:pt x="500933" y="29634"/>
                      </a:cubicBezTo>
                      <a:cubicBezTo>
                        <a:pt x="481916" y="42612"/>
                        <a:pt x="463385" y="56184"/>
                        <a:pt x="445341" y="70351"/>
                      </a:cubicBezTo>
                      <a:cubicBezTo>
                        <a:pt x="447935" y="64652"/>
                        <a:pt x="449981" y="58721"/>
                        <a:pt x="451451" y="52635"/>
                      </a:cubicBezTo>
                      <a:cubicBezTo>
                        <a:pt x="454219" y="42683"/>
                        <a:pt x="454843" y="32258"/>
                        <a:pt x="453284" y="22047"/>
                      </a:cubicBezTo>
                      <a:cubicBezTo>
                        <a:pt x="469233" y="18311"/>
                        <a:pt x="486006" y="20798"/>
                        <a:pt x="500184" y="29001"/>
                      </a:cubicBezTo>
                      <a:close/>
                      <a:moveTo>
                        <a:pt x="449376" y="22735"/>
                      </a:moveTo>
                      <a:cubicBezTo>
                        <a:pt x="449231" y="26665"/>
                        <a:pt x="449164" y="30599"/>
                        <a:pt x="448796" y="34527"/>
                      </a:cubicBezTo>
                      <a:cubicBezTo>
                        <a:pt x="448231" y="40340"/>
                        <a:pt x="447146" y="46090"/>
                        <a:pt x="445555" y="51710"/>
                      </a:cubicBezTo>
                      <a:cubicBezTo>
                        <a:pt x="442666" y="62188"/>
                        <a:pt x="438106" y="72133"/>
                        <a:pt x="432051" y="81160"/>
                      </a:cubicBezTo>
                      <a:cubicBezTo>
                        <a:pt x="403135" y="104680"/>
                        <a:pt x="375526" y="129764"/>
                        <a:pt x="349347" y="156298"/>
                      </a:cubicBezTo>
                      <a:cubicBezTo>
                        <a:pt x="354161" y="141508"/>
                        <a:pt x="358045" y="126431"/>
                        <a:pt x="360976" y="111155"/>
                      </a:cubicBezTo>
                      <a:cubicBezTo>
                        <a:pt x="362702" y="102133"/>
                        <a:pt x="364100" y="93057"/>
                        <a:pt x="365170" y="83926"/>
                      </a:cubicBezTo>
                      <a:cubicBezTo>
                        <a:pt x="366770" y="75170"/>
                        <a:pt x="367224" y="66244"/>
                        <a:pt x="366521" y="57371"/>
                      </a:cubicBezTo>
                      <a:cubicBezTo>
                        <a:pt x="385158" y="45139"/>
                        <a:pt x="405369" y="35495"/>
                        <a:pt x="426601" y="28702"/>
                      </a:cubicBezTo>
                      <a:cubicBezTo>
                        <a:pt x="434077" y="26294"/>
                        <a:pt x="441680" y="24301"/>
                        <a:pt x="449376" y="22735"/>
                      </a:cubicBezTo>
                      <a:close/>
                      <a:moveTo>
                        <a:pt x="312307" y="8421"/>
                      </a:moveTo>
                      <a:cubicBezTo>
                        <a:pt x="341079" y="5509"/>
                        <a:pt x="346397" y="41496"/>
                        <a:pt x="347987" y="62231"/>
                      </a:cubicBezTo>
                      <a:cubicBezTo>
                        <a:pt x="348199" y="65000"/>
                        <a:pt x="351438" y="67787"/>
                        <a:pt x="354167" y="65777"/>
                      </a:cubicBezTo>
                      <a:cubicBezTo>
                        <a:pt x="356900" y="63747"/>
                        <a:pt x="359787" y="61953"/>
                        <a:pt x="362598" y="60040"/>
                      </a:cubicBezTo>
                      <a:cubicBezTo>
                        <a:pt x="361134" y="67684"/>
                        <a:pt x="360125" y="75407"/>
                        <a:pt x="359576" y="83170"/>
                      </a:cubicBezTo>
                      <a:cubicBezTo>
                        <a:pt x="358217" y="92758"/>
                        <a:pt x="356496" y="102286"/>
                        <a:pt x="354415" y="111755"/>
                      </a:cubicBezTo>
                      <a:cubicBezTo>
                        <a:pt x="350275" y="130310"/>
                        <a:pt x="344813" y="148546"/>
                        <a:pt x="338072" y="166323"/>
                      </a:cubicBezTo>
                      <a:cubicBezTo>
                        <a:pt x="337927" y="166794"/>
                        <a:pt x="337906" y="167293"/>
                        <a:pt x="338009" y="167775"/>
                      </a:cubicBezTo>
                      <a:cubicBezTo>
                        <a:pt x="312166" y="194843"/>
                        <a:pt x="287828" y="223308"/>
                        <a:pt x="265104" y="253041"/>
                      </a:cubicBezTo>
                      <a:cubicBezTo>
                        <a:pt x="268212" y="222757"/>
                        <a:pt x="268955" y="192276"/>
                        <a:pt x="267325" y="161876"/>
                      </a:cubicBezTo>
                      <a:cubicBezTo>
                        <a:pt x="266421" y="145614"/>
                        <a:pt x="264823" y="129414"/>
                        <a:pt x="262532" y="113277"/>
                      </a:cubicBezTo>
                      <a:cubicBezTo>
                        <a:pt x="260938" y="96830"/>
                        <a:pt x="257391" y="80631"/>
                        <a:pt x="251965" y="65023"/>
                      </a:cubicBezTo>
                      <a:cubicBezTo>
                        <a:pt x="255408" y="59540"/>
                        <a:pt x="259012" y="54147"/>
                        <a:pt x="262948" y="48962"/>
                      </a:cubicBezTo>
                      <a:cubicBezTo>
                        <a:pt x="274410" y="33913"/>
                        <a:pt x="292068" y="10469"/>
                        <a:pt x="312307" y="8421"/>
                      </a:cubicBezTo>
                      <a:close/>
                      <a:moveTo>
                        <a:pt x="150716" y="113960"/>
                      </a:moveTo>
                      <a:cubicBezTo>
                        <a:pt x="165005" y="105738"/>
                        <a:pt x="178259" y="119659"/>
                        <a:pt x="187339" y="129466"/>
                      </a:cubicBezTo>
                      <a:cubicBezTo>
                        <a:pt x="197218" y="140274"/>
                        <a:pt x="205368" y="152545"/>
                        <a:pt x="211498" y="165843"/>
                      </a:cubicBezTo>
                      <a:cubicBezTo>
                        <a:pt x="213329" y="169739"/>
                        <a:pt x="218615" y="167371"/>
                        <a:pt x="218908" y="163836"/>
                      </a:cubicBezTo>
                      <a:cubicBezTo>
                        <a:pt x="221742" y="130269"/>
                        <a:pt x="232244" y="97801"/>
                        <a:pt x="249606" y="68933"/>
                      </a:cubicBezTo>
                      <a:cubicBezTo>
                        <a:pt x="250922" y="84068"/>
                        <a:pt x="254237" y="99093"/>
                        <a:pt x="256199" y="114134"/>
                      </a:cubicBezTo>
                      <a:cubicBezTo>
                        <a:pt x="258344" y="130588"/>
                        <a:pt x="259798" y="147116"/>
                        <a:pt x="260562" y="163719"/>
                      </a:cubicBezTo>
                      <a:cubicBezTo>
                        <a:pt x="262046" y="197375"/>
                        <a:pt x="260696" y="231096"/>
                        <a:pt x="256526" y="264526"/>
                      </a:cubicBezTo>
                      <a:cubicBezTo>
                        <a:pt x="226954" y="304296"/>
                        <a:pt x="200311" y="346162"/>
                        <a:pt x="176806" y="389794"/>
                      </a:cubicBezTo>
                      <a:cubicBezTo>
                        <a:pt x="174470" y="349754"/>
                        <a:pt x="170076" y="309861"/>
                        <a:pt x="163640" y="270272"/>
                      </a:cubicBezTo>
                      <a:cubicBezTo>
                        <a:pt x="156609" y="230323"/>
                        <a:pt x="146572" y="187947"/>
                        <a:pt x="125945" y="152472"/>
                      </a:cubicBezTo>
                      <a:cubicBezTo>
                        <a:pt x="127321" y="149100"/>
                        <a:pt x="128587" y="145685"/>
                        <a:pt x="130056" y="142352"/>
                      </a:cubicBezTo>
                      <a:cubicBezTo>
                        <a:pt x="133855" y="130986"/>
                        <a:pt x="141070" y="121071"/>
                        <a:pt x="150716" y="113961"/>
                      </a:cubicBezTo>
                      <a:close/>
                      <a:moveTo>
                        <a:pt x="91189" y="361591"/>
                      </a:moveTo>
                      <a:cubicBezTo>
                        <a:pt x="93026" y="364444"/>
                        <a:pt x="98745" y="363686"/>
                        <a:pt x="98251" y="359678"/>
                      </a:cubicBezTo>
                      <a:cubicBezTo>
                        <a:pt x="91146" y="301235"/>
                        <a:pt x="96478" y="241950"/>
                        <a:pt x="113899" y="185714"/>
                      </a:cubicBezTo>
                      <a:cubicBezTo>
                        <a:pt x="116904" y="175939"/>
                        <a:pt x="120425" y="166339"/>
                        <a:pt x="124175" y="156829"/>
                      </a:cubicBezTo>
                      <a:cubicBezTo>
                        <a:pt x="138878" y="193466"/>
                        <a:pt x="149936" y="231463"/>
                        <a:pt x="157188" y="270269"/>
                      </a:cubicBezTo>
                      <a:cubicBezTo>
                        <a:pt x="164455" y="313309"/>
                        <a:pt x="167107" y="356972"/>
                        <a:pt x="170397" y="400447"/>
                      </a:cubicBezTo>
                      <a:cubicBezTo>
                        <a:pt x="170426" y="400748"/>
                        <a:pt x="170493" y="401043"/>
                        <a:pt x="170598" y="401326"/>
                      </a:cubicBezTo>
                      <a:cubicBezTo>
                        <a:pt x="159940" y="421742"/>
                        <a:pt x="149946" y="442536"/>
                        <a:pt x="140617" y="463710"/>
                      </a:cubicBezTo>
                      <a:cubicBezTo>
                        <a:pt x="129618" y="488875"/>
                        <a:pt x="118973" y="514902"/>
                        <a:pt x="109903" y="541401"/>
                      </a:cubicBezTo>
                      <a:cubicBezTo>
                        <a:pt x="103908" y="508673"/>
                        <a:pt x="95632" y="476403"/>
                        <a:pt x="85137" y="444829"/>
                      </a:cubicBezTo>
                      <a:cubicBezTo>
                        <a:pt x="74934" y="411760"/>
                        <a:pt x="61171" y="379896"/>
                        <a:pt x="44089" y="349798"/>
                      </a:cubicBezTo>
                      <a:cubicBezTo>
                        <a:pt x="60637" y="343128"/>
                        <a:pt x="80670" y="345261"/>
                        <a:pt x="91189" y="361591"/>
                      </a:cubicBezTo>
                      <a:close/>
                      <a:moveTo>
                        <a:pt x="44791" y="526369"/>
                      </a:moveTo>
                      <a:cubicBezTo>
                        <a:pt x="29268" y="500779"/>
                        <a:pt x="18001" y="472840"/>
                        <a:pt x="11429" y="443640"/>
                      </a:cubicBezTo>
                      <a:cubicBezTo>
                        <a:pt x="6343" y="416689"/>
                        <a:pt x="7264" y="383892"/>
                        <a:pt x="26300" y="362148"/>
                      </a:cubicBezTo>
                      <a:cubicBezTo>
                        <a:pt x="30469" y="357466"/>
                        <a:pt x="35542" y="353678"/>
                        <a:pt x="41215" y="351010"/>
                      </a:cubicBezTo>
                      <a:cubicBezTo>
                        <a:pt x="54627" y="383274"/>
                        <a:pt x="69260" y="414732"/>
                        <a:pt x="80212" y="448010"/>
                      </a:cubicBezTo>
                      <a:cubicBezTo>
                        <a:pt x="91369" y="482035"/>
                        <a:pt x="99954" y="516851"/>
                        <a:pt x="105893" y="552163"/>
                      </a:cubicBezTo>
                      <a:cubicBezTo>
                        <a:pt x="105963" y="552342"/>
                        <a:pt x="106052" y="552514"/>
                        <a:pt x="106157" y="552676"/>
                      </a:cubicBezTo>
                      <a:cubicBezTo>
                        <a:pt x="100357" y="570513"/>
                        <a:pt x="95538" y="588654"/>
                        <a:pt x="91721" y="607017"/>
                      </a:cubicBezTo>
                      <a:cubicBezTo>
                        <a:pt x="76164" y="580088"/>
                        <a:pt x="60007" y="553487"/>
                        <a:pt x="44791" y="526369"/>
                      </a:cubicBezTo>
                      <a:close/>
                      <a:moveTo>
                        <a:pt x="285514" y="561441"/>
                      </a:moveTo>
                      <a:cubicBezTo>
                        <a:pt x="280436" y="570067"/>
                        <a:pt x="272460" y="576609"/>
                        <a:pt x="263007" y="579901"/>
                      </a:cubicBezTo>
                      <a:cubicBezTo>
                        <a:pt x="251925" y="584799"/>
                        <a:pt x="240576" y="589071"/>
                        <a:pt x="229014" y="592696"/>
                      </a:cubicBezTo>
                      <a:cubicBezTo>
                        <a:pt x="185612" y="606852"/>
                        <a:pt x="140300" y="614284"/>
                        <a:pt x="94650" y="614735"/>
                      </a:cubicBezTo>
                      <a:cubicBezTo>
                        <a:pt x="95047" y="613787"/>
                        <a:pt x="95000" y="612711"/>
                        <a:pt x="94523" y="611800"/>
                      </a:cubicBezTo>
                      <a:lnTo>
                        <a:pt x="94522" y="611802"/>
                      </a:lnTo>
                      <a:cubicBezTo>
                        <a:pt x="94247" y="611321"/>
                        <a:pt x="93958" y="610847"/>
                        <a:pt x="93682" y="610366"/>
                      </a:cubicBezTo>
                      <a:cubicBezTo>
                        <a:pt x="100229" y="591356"/>
                        <a:pt x="106526" y="572339"/>
                        <a:pt x="113030" y="553409"/>
                      </a:cubicBezTo>
                      <a:cubicBezTo>
                        <a:pt x="170208" y="538086"/>
                        <a:pt x="230467" y="538514"/>
                        <a:pt x="287422" y="554650"/>
                      </a:cubicBezTo>
                      <a:cubicBezTo>
                        <a:pt x="287150" y="557001"/>
                        <a:pt x="286506" y="559293"/>
                        <a:pt x="285514" y="561442"/>
                      </a:cubicBezTo>
                      <a:close/>
                      <a:moveTo>
                        <a:pt x="255172" y="504371"/>
                      </a:moveTo>
                      <a:cubicBezTo>
                        <a:pt x="251067" y="504990"/>
                        <a:pt x="251061" y="510823"/>
                        <a:pt x="254084" y="512696"/>
                      </a:cubicBezTo>
                      <a:cubicBezTo>
                        <a:pt x="266233" y="520222"/>
                        <a:pt x="285586" y="533651"/>
                        <a:pt x="287471" y="549616"/>
                      </a:cubicBezTo>
                      <a:cubicBezTo>
                        <a:pt x="231388" y="533230"/>
                        <a:pt x="171932" y="532226"/>
                        <a:pt x="115328" y="546709"/>
                      </a:cubicBezTo>
                      <a:cubicBezTo>
                        <a:pt x="123165" y="524147"/>
                        <a:pt x="131422" y="501735"/>
                        <a:pt x="140972" y="479649"/>
                      </a:cubicBezTo>
                      <a:cubicBezTo>
                        <a:pt x="152181" y="453725"/>
                        <a:pt x="164430" y="428343"/>
                        <a:pt x="177718" y="403503"/>
                      </a:cubicBezTo>
                      <a:cubicBezTo>
                        <a:pt x="241339" y="393931"/>
                        <a:pt x="306290" y="398569"/>
                        <a:pt x="367905" y="417084"/>
                      </a:cubicBezTo>
                      <a:cubicBezTo>
                        <a:pt x="387356" y="422955"/>
                        <a:pt x="405771" y="430874"/>
                        <a:pt x="424507" y="438510"/>
                      </a:cubicBezTo>
                      <a:cubicBezTo>
                        <a:pt x="422875" y="439696"/>
                        <a:pt x="421241" y="440839"/>
                        <a:pt x="419620" y="441904"/>
                      </a:cubicBezTo>
                      <a:cubicBezTo>
                        <a:pt x="369960" y="474360"/>
                        <a:pt x="313857" y="495671"/>
                        <a:pt x="255172" y="504371"/>
                      </a:cubicBezTo>
                      <a:close/>
                      <a:moveTo>
                        <a:pt x="441265" y="373101"/>
                      </a:moveTo>
                      <a:cubicBezTo>
                        <a:pt x="465657" y="394529"/>
                        <a:pt x="449391" y="418568"/>
                        <a:pt x="429485" y="434676"/>
                      </a:cubicBezTo>
                      <a:cubicBezTo>
                        <a:pt x="390069" y="414943"/>
                        <a:pt x="347566" y="402105"/>
                        <a:pt x="303817" y="396718"/>
                      </a:cubicBezTo>
                      <a:cubicBezTo>
                        <a:pt x="263384" y="390983"/>
                        <a:pt x="222364" y="390703"/>
                        <a:pt x="181857" y="395885"/>
                      </a:cubicBezTo>
                      <a:cubicBezTo>
                        <a:pt x="206110" y="351291"/>
                        <a:pt x="233611" y="308542"/>
                        <a:pt x="264138" y="267983"/>
                      </a:cubicBezTo>
                      <a:cubicBezTo>
                        <a:pt x="313638" y="256949"/>
                        <a:pt x="365187" y="259331"/>
                        <a:pt x="413458" y="274884"/>
                      </a:cubicBezTo>
                      <a:cubicBezTo>
                        <a:pt x="428639" y="280247"/>
                        <a:pt x="443538" y="286377"/>
                        <a:pt x="458098" y="293249"/>
                      </a:cubicBezTo>
                      <a:cubicBezTo>
                        <a:pt x="427584" y="308607"/>
                        <a:pt x="394564" y="318373"/>
                        <a:pt x="360605" y="322086"/>
                      </a:cubicBezTo>
                      <a:cubicBezTo>
                        <a:pt x="357965" y="322174"/>
                        <a:pt x="355896" y="324386"/>
                        <a:pt x="355984" y="327027"/>
                      </a:cubicBezTo>
                      <a:cubicBezTo>
                        <a:pt x="356052" y="329060"/>
                        <a:pt x="357398" y="330828"/>
                        <a:pt x="359340" y="331434"/>
                      </a:cubicBezTo>
                      <a:cubicBezTo>
                        <a:pt x="374534" y="336844"/>
                        <a:pt x="389386" y="343169"/>
                        <a:pt x="403816" y="350374"/>
                      </a:cubicBezTo>
                      <a:cubicBezTo>
                        <a:pt x="417200" y="356353"/>
                        <a:pt x="429781" y="363989"/>
                        <a:pt x="441264" y="373101"/>
                      </a:cubicBezTo>
                      <a:close/>
                      <a:moveTo>
                        <a:pt x="508414" y="260993"/>
                      </a:moveTo>
                      <a:cubicBezTo>
                        <a:pt x="494652" y="271943"/>
                        <a:pt x="479908" y="281599"/>
                        <a:pt x="464371" y="289839"/>
                      </a:cubicBezTo>
                      <a:cubicBezTo>
                        <a:pt x="435353" y="270494"/>
                        <a:pt x="397730" y="260749"/>
                        <a:pt x="363562" y="256192"/>
                      </a:cubicBezTo>
                      <a:cubicBezTo>
                        <a:pt x="332782" y="252136"/>
                        <a:pt x="301551" y="253048"/>
                        <a:pt x="271060" y="258893"/>
                      </a:cubicBezTo>
                      <a:cubicBezTo>
                        <a:pt x="295092" y="227683"/>
                        <a:pt x="320887" y="197871"/>
                        <a:pt x="348317" y="169602"/>
                      </a:cubicBezTo>
                      <a:cubicBezTo>
                        <a:pt x="385786" y="160920"/>
                        <a:pt x="423611" y="152904"/>
                        <a:pt x="462268" y="155864"/>
                      </a:cubicBezTo>
                      <a:cubicBezTo>
                        <a:pt x="462491" y="156651"/>
                        <a:pt x="462910" y="157368"/>
                        <a:pt x="463487" y="157947"/>
                      </a:cubicBezTo>
                      <a:cubicBezTo>
                        <a:pt x="464378" y="158801"/>
                        <a:pt x="465557" y="159289"/>
                        <a:pt x="466790" y="159315"/>
                      </a:cubicBezTo>
                      <a:cubicBezTo>
                        <a:pt x="493656" y="157158"/>
                        <a:pt x="519512" y="170036"/>
                        <a:pt x="533977" y="192777"/>
                      </a:cubicBezTo>
                      <a:cubicBezTo>
                        <a:pt x="550558" y="221233"/>
                        <a:pt x="529891" y="243638"/>
                        <a:pt x="508414" y="2609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" name="Google Shape;49;p2"/>
              <p:cNvGrpSpPr/>
              <p:nvPr/>
            </p:nvGrpSpPr>
            <p:grpSpPr>
              <a:xfrm>
                <a:off x="-318237" y="4403390"/>
                <a:ext cx="1142555" cy="402659"/>
                <a:chOff x="-396587" y="4771415"/>
                <a:chExt cx="1142555" cy="402659"/>
              </a:xfrm>
            </p:grpSpPr>
            <p:grpSp>
              <p:nvGrpSpPr>
                <p:cNvPr id="50" name="Google Shape;50;p2"/>
                <p:cNvGrpSpPr/>
                <p:nvPr/>
              </p:nvGrpSpPr>
              <p:grpSpPr>
                <a:xfrm>
                  <a:off x="-388799" y="4779440"/>
                  <a:ext cx="1127010" cy="386620"/>
                  <a:chOff x="-373874" y="4605765"/>
                  <a:chExt cx="1127010" cy="386620"/>
                </a:xfrm>
              </p:grpSpPr>
              <p:sp>
                <p:nvSpPr>
                  <p:cNvPr id="51" name="Google Shape;51;p2"/>
                  <p:cNvSpPr/>
                  <p:nvPr/>
                </p:nvSpPr>
                <p:spPr>
                  <a:xfrm>
                    <a:off x="473828" y="4615252"/>
                    <a:ext cx="277342" cy="20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480" h="121506" extrusionOk="0">
                        <a:moveTo>
                          <a:pt x="0" y="121506"/>
                        </a:moveTo>
                        <a:cubicBezTo>
                          <a:pt x="31131" y="85682"/>
                          <a:pt x="63128" y="46904"/>
                          <a:pt x="69401" y="0"/>
                        </a:cubicBezTo>
                        <a:cubicBezTo>
                          <a:pt x="87497" y="4113"/>
                          <a:pt x="104842" y="11018"/>
                          <a:pt x="120813" y="20468"/>
                        </a:cubicBezTo>
                        <a:cubicBezTo>
                          <a:pt x="139485" y="31603"/>
                          <a:pt x="156795" y="48060"/>
                          <a:pt x="161480" y="69121"/>
                        </a:cubicBezTo>
                        <a:lnTo>
                          <a:pt x="161388" y="69151"/>
                        </a:lnTo>
                        <a:cubicBezTo>
                          <a:pt x="108513" y="89323"/>
                          <a:pt x="54648" y="106797"/>
                          <a:pt x="0" y="121506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" name="Google Shape;52;p2"/>
                  <p:cNvSpPr/>
                  <p:nvPr/>
                </p:nvSpPr>
                <p:spPr>
                  <a:xfrm>
                    <a:off x="183635" y="4605765"/>
                    <a:ext cx="409404" cy="280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372" h="163339" extrusionOk="0">
                        <a:moveTo>
                          <a:pt x="168972" y="127030"/>
                        </a:moveTo>
                        <a:cubicBezTo>
                          <a:pt x="113320" y="142073"/>
                          <a:pt x="56919" y="154192"/>
                          <a:pt x="0" y="163339"/>
                        </a:cubicBezTo>
                        <a:cubicBezTo>
                          <a:pt x="45153" y="128306"/>
                          <a:pt x="74997" y="77157"/>
                          <a:pt x="83278" y="20610"/>
                        </a:cubicBezTo>
                        <a:lnTo>
                          <a:pt x="83063" y="19963"/>
                        </a:lnTo>
                        <a:cubicBezTo>
                          <a:pt x="94380" y="15786"/>
                          <a:pt x="105901" y="12183"/>
                          <a:pt x="117582" y="9169"/>
                        </a:cubicBezTo>
                        <a:cubicBezTo>
                          <a:pt x="156978" y="-1669"/>
                          <a:pt x="198395" y="-2918"/>
                          <a:pt x="238373" y="5525"/>
                        </a:cubicBezTo>
                        <a:cubicBezTo>
                          <a:pt x="232101" y="52428"/>
                          <a:pt x="200103" y="91207"/>
                          <a:pt x="168972" y="12703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2"/>
                  <p:cNvSpPr/>
                  <p:nvPr/>
                </p:nvSpPr>
                <p:spPr>
                  <a:xfrm>
                    <a:off x="-19974" y="4640050"/>
                    <a:ext cx="346652" cy="2717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835" h="158227" extrusionOk="0">
                        <a:moveTo>
                          <a:pt x="0" y="158227"/>
                        </a:moveTo>
                        <a:cubicBezTo>
                          <a:pt x="28420" y="140633"/>
                          <a:pt x="46948" y="110734"/>
                          <a:pt x="50054" y="77453"/>
                        </a:cubicBezTo>
                        <a:lnTo>
                          <a:pt x="49132" y="75759"/>
                        </a:lnTo>
                        <a:cubicBezTo>
                          <a:pt x="57664" y="71183"/>
                          <a:pt x="66135" y="66575"/>
                          <a:pt x="74543" y="61938"/>
                        </a:cubicBezTo>
                        <a:cubicBezTo>
                          <a:pt x="115879" y="39238"/>
                          <a:pt x="157491" y="15985"/>
                          <a:pt x="201621" y="0"/>
                        </a:cubicBezTo>
                        <a:lnTo>
                          <a:pt x="201836" y="647"/>
                        </a:lnTo>
                        <a:cubicBezTo>
                          <a:pt x="193554" y="57194"/>
                          <a:pt x="163711" y="108342"/>
                          <a:pt x="118558" y="143376"/>
                        </a:cubicBezTo>
                        <a:lnTo>
                          <a:pt x="118527" y="143437"/>
                        </a:lnTo>
                        <a:cubicBezTo>
                          <a:pt x="79211" y="149824"/>
                          <a:pt x="39702" y="154754"/>
                          <a:pt x="0" y="158227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" name="Google Shape;54;p2"/>
                  <p:cNvSpPr/>
                  <p:nvPr/>
                </p:nvSpPr>
                <p:spPr>
                  <a:xfrm>
                    <a:off x="-169591" y="4770158"/>
                    <a:ext cx="235591" cy="152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171" h="88646" extrusionOk="0">
                        <a:moveTo>
                          <a:pt x="1323" y="88647"/>
                        </a:moveTo>
                        <a:cubicBezTo>
                          <a:pt x="903" y="88271"/>
                          <a:pt x="462" y="87921"/>
                          <a:pt x="0" y="87599"/>
                        </a:cubicBezTo>
                        <a:cubicBezTo>
                          <a:pt x="12710" y="80336"/>
                          <a:pt x="22252" y="68591"/>
                          <a:pt x="26757" y="54663"/>
                        </a:cubicBezTo>
                        <a:lnTo>
                          <a:pt x="26419" y="53954"/>
                        </a:lnTo>
                        <a:cubicBezTo>
                          <a:pt x="63837" y="38146"/>
                          <a:pt x="100397" y="19443"/>
                          <a:pt x="136250" y="0"/>
                        </a:cubicBezTo>
                        <a:lnTo>
                          <a:pt x="137171" y="1694"/>
                        </a:lnTo>
                        <a:cubicBezTo>
                          <a:pt x="134065" y="34975"/>
                          <a:pt x="115537" y="64874"/>
                          <a:pt x="87118" y="82468"/>
                        </a:cubicBezTo>
                        <a:cubicBezTo>
                          <a:pt x="84593" y="82742"/>
                          <a:pt x="82007" y="82985"/>
                          <a:pt x="79452" y="83167"/>
                        </a:cubicBezTo>
                        <a:cubicBezTo>
                          <a:pt x="56918" y="85111"/>
                          <a:pt x="34414" y="86531"/>
                          <a:pt x="11912" y="87951"/>
                        </a:cubicBezTo>
                        <a:cubicBezTo>
                          <a:pt x="8403" y="88193"/>
                          <a:pt x="4832" y="88404"/>
                          <a:pt x="1323" y="88647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" name="Google Shape;55;p2"/>
                  <p:cNvSpPr/>
                  <p:nvPr/>
                </p:nvSpPr>
                <p:spPr>
                  <a:xfrm>
                    <a:off x="-362666" y="4862819"/>
                    <a:ext cx="239040" cy="72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179" h="41977" extrusionOk="0">
                        <a:moveTo>
                          <a:pt x="113745" y="34693"/>
                        </a:moveTo>
                        <a:cubicBezTo>
                          <a:pt x="75880" y="37111"/>
                          <a:pt x="38036" y="39539"/>
                          <a:pt x="213" y="41977"/>
                        </a:cubicBezTo>
                        <a:lnTo>
                          <a:pt x="0" y="40408"/>
                        </a:lnTo>
                        <a:cubicBezTo>
                          <a:pt x="47852" y="33084"/>
                          <a:pt x="94533" y="19498"/>
                          <a:pt x="138842" y="0"/>
                        </a:cubicBezTo>
                        <a:lnTo>
                          <a:pt x="139179" y="709"/>
                        </a:lnTo>
                        <a:cubicBezTo>
                          <a:pt x="134674" y="14637"/>
                          <a:pt x="125132" y="26382"/>
                          <a:pt x="112422" y="33644"/>
                        </a:cubicBezTo>
                        <a:cubicBezTo>
                          <a:pt x="112884" y="33967"/>
                          <a:pt x="113326" y="34317"/>
                          <a:pt x="113745" y="34693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" name="Google Shape;56;p2"/>
                  <p:cNvSpPr/>
                  <p:nvPr/>
                </p:nvSpPr>
                <p:spPr>
                  <a:xfrm>
                    <a:off x="-373874" y="4922400"/>
                    <a:ext cx="240756" cy="591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178" h="34467" extrusionOk="0">
                        <a:moveTo>
                          <a:pt x="6740" y="7285"/>
                        </a:moveTo>
                        <a:cubicBezTo>
                          <a:pt x="44605" y="4867"/>
                          <a:pt x="82449" y="2438"/>
                          <a:pt x="120272" y="0"/>
                        </a:cubicBezTo>
                        <a:cubicBezTo>
                          <a:pt x="131054" y="8535"/>
                          <a:pt x="138173" y="20863"/>
                          <a:pt x="140178" y="34468"/>
                        </a:cubicBezTo>
                        <a:cubicBezTo>
                          <a:pt x="119710" y="32597"/>
                          <a:pt x="99273" y="30203"/>
                          <a:pt x="78869" y="27439"/>
                        </a:cubicBezTo>
                        <a:cubicBezTo>
                          <a:pt x="51941" y="24747"/>
                          <a:pt x="25496" y="18452"/>
                          <a:pt x="244" y="8724"/>
                        </a:cubicBezTo>
                        <a:lnTo>
                          <a:pt x="0" y="6599"/>
                        </a:lnTo>
                        <a:cubicBezTo>
                          <a:pt x="2124" y="6356"/>
                          <a:pt x="4341" y="6081"/>
                          <a:pt x="6527" y="571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" name="Google Shape;57;p2"/>
                  <p:cNvSpPr/>
                  <p:nvPr/>
                </p:nvSpPr>
                <p:spPr>
                  <a:xfrm>
                    <a:off x="-167320" y="4911789"/>
                    <a:ext cx="199333" cy="79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60" h="46361" extrusionOk="0">
                        <a:moveTo>
                          <a:pt x="19906" y="40646"/>
                        </a:moveTo>
                        <a:cubicBezTo>
                          <a:pt x="17901" y="27041"/>
                          <a:pt x="10782" y="14714"/>
                          <a:pt x="0" y="6178"/>
                        </a:cubicBezTo>
                        <a:cubicBezTo>
                          <a:pt x="3509" y="5936"/>
                          <a:pt x="7080" y="5724"/>
                          <a:pt x="10590" y="5482"/>
                        </a:cubicBezTo>
                        <a:cubicBezTo>
                          <a:pt x="33092" y="4063"/>
                          <a:pt x="55595" y="2642"/>
                          <a:pt x="78130" y="698"/>
                        </a:cubicBezTo>
                        <a:cubicBezTo>
                          <a:pt x="80685" y="517"/>
                          <a:pt x="83271" y="274"/>
                          <a:pt x="85795" y="0"/>
                        </a:cubicBezTo>
                        <a:cubicBezTo>
                          <a:pt x="101543" y="10917"/>
                          <a:pt x="112403" y="27553"/>
                          <a:pt x="116061" y="46361"/>
                        </a:cubicBezTo>
                        <a:cubicBezTo>
                          <a:pt x="83956" y="45585"/>
                          <a:pt x="51905" y="43679"/>
                          <a:pt x="19906" y="40646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" name="Google Shape;58;p2"/>
                  <p:cNvSpPr/>
                  <p:nvPr/>
                </p:nvSpPr>
                <p:spPr>
                  <a:xfrm>
                    <a:off x="-19974" y="4886388"/>
                    <a:ext cx="312465" cy="105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30" h="61716" extrusionOk="0">
                        <a:moveTo>
                          <a:pt x="181930" y="57513"/>
                        </a:moveTo>
                        <a:cubicBezTo>
                          <a:pt x="131472" y="61342"/>
                          <a:pt x="80849" y="62557"/>
                          <a:pt x="30265" y="61152"/>
                        </a:cubicBezTo>
                        <a:cubicBezTo>
                          <a:pt x="26607" y="42343"/>
                          <a:pt x="15747" y="25707"/>
                          <a:pt x="0" y="14790"/>
                        </a:cubicBezTo>
                        <a:cubicBezTo>
                          <a:pt x="39651" y="11266"/>
                          <a:pt x="79160" y="6336"/>
                          <a:pt x="118526" y="0"/>
                        </a:cubicBezTo>
                        <a:cubicBezTo>
                          <a:pt x="146833" y="8484"/>
                          <a:pt x="169976" y="28988"/>
                          <a:pt x="181809" y="56066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" name="Google Shape;59;p2"/>
                  <p:cNvSpPr/>
                  <p:nvPr/>
                </p:nvSpPr>
                <p:spPr>
                  <a:xfrm>
                    <a:off x="183582" y="4823926"/>
                    <a:ext cx="442249" cy="161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496" h="93883" extrusionOk="0">
                        <a:moveTo>
                          <a:pt x="244807" y="61652"/>
                        </a:moveTo>
                        <a:cubicBezTo>
                          <a:pt x="212960" y="73949"/>
                          <a:pt x="179602" y="81903"/>
                          <a:pt x="145632" y="85299"/>
                        </a:cubicBezTo>
                        <a:cubicBezTo>
                          <a:pt x="118325" y="88930"/>
                          <a:pt x="90915" y="91791"/>
                          <a:pt x="63404" y="93883"/>
                        </a:cubicBezTo>
                        <a:lnTo>
                          <a:pt x="63283" y="92437"/>
                        </a:lnTo>
                        <a:cubicBezTo>
                          <a:pt x="51450" y="65358"/>
                          <a:pt x="28307" y="44854"/>
                          <a:pt x="0" y="36370"/>
                        </a:cubicBezTo>
                        <a:lnTo>
                          <a:pt x="31" y="36309"/>
                        </a:lnTo>
                        <a:cubicBezTo>
                          <a:pt x="56950" y="27161"/>
                          <a:pt x="113351" y="15042"/>
                          <a:pt x="169003" y="0"/>
                        </a:cubicBezTo>
                        <a:cubicBezTo>
                          <a:pt x="168448" y="646"/>
                          <a:pt x="167863" y="1353"/>
                          <a:pt x="167308" y="1999"/>
                        </a:cubicBezTo>
                        <a:cubicBezTo>
                          <a:pt x="202013" y="8170"/>
                          <a:pt x="233459" y="26309"/>
                          <a:pt x="256176" y="53262"/>
                        </a:cubicBezTo>
                        <a:lnTo>
                          <a:pt x="257496" y="55696"/>
                        </a:lnTo>
                        <a:cubicBezTo>
                          <a:pt x="253338" y="57846"/>
                          <a:pt x="249119" y="59811"/>
                          <a:pt x="244807" y="61652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" name="Google Shape;60;p2"/>
                  <p:cNvSpPr/>
                  <p:nvPr/>
                </p:nvSpPr>
                <p:spPr>
                  <a:xfrm>
                    <a:off x="470917" y="4733960"/>
                    <a:ext cx="282220" cy="185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320" h="108081" extrusionOk="0">
                        <a:moveTo>
                          <a:pt x="163635" y="2002"/>
                        </a:moveTo>
                        <a:cubicBezTo>
                          <a:pt x="165901" y="18332"/>
                          <a:pt x="162514" y="34945"/>
                          <a:pt x="154038" y="49086"/>
                        </a:cubicBezTo>
                        <a:cubicBezTo>
                          <a:pt x="139139" y="74698"/>
                          <a:pt x="116896" y="95249"/>
                          <a:pt x="90189" y="108081"/>
                        </a:cubicBezTo>
                        <a:lnTo>
                          <a:pt x="88869" y="105647"/>
                        </a:lnTo>
                        <a:cubicBezTo>
                          <a:pt x="66151" y="78694"/>
                          <a:pt x="34706" y="60555"/>
                          <a:pt x="0" y="54384"/>
                        </a:cubicBezTo>
                        <a:cubicBezTo>
                          <a:pt x="555" y="53738"/>
                          <a:pt x="1141" y="53031"/>
                          <a:pt x="1696" y="52385"/>
                        </a:cubicBezTo>
                        <a:cubicBezTo>
                          <a:pt x="56343" y="37676"/>
                          <a:pt x="110208" y="20202"/>
                          <a:pt x="163084" y="30"/>
                        </a:cubicBezTo>
                        <a:lnTo>
                          <a:pt x="163176" y="0"/>
                        </a:lnTo>
                        <a:cubicBezTo>
                          <a:pt x="163376" y="656"/>
                          <a:pt x="163529" y="1324"/>
                          <a:pt x="163635" y="2002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1" name="Google Shape;61;p2"/>
                <p:cNvSpPr/>
                <p:nvPr/>
              </p:nvSpPr>
              <p:spPr>
                <a:xfrm>
                  <a:off x="-396587" y="4771415"/>
                  <a:ext cx="1142555" cy="402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243" h="234445" extrusionOk="0">
                      <a:moveTo>
                        <a:pt x="664664" y="83685"/>
                      </a:moveTo>
                      <a:cubicBezTo>
                        <a:pt x="659198" y="42807"/>
                        <a:pt x="614423" y="19205"/>
                        <a:pt x="578928" y="8752"/>
                      </a:cubicBezTo>
                      <a:cubicBezTo>
                        <a:pt x="485501" y="-18760"/>
                        <a:pt x="391463" y="23497"/>
                        <a:pt x="310716" y="67494"/>
                      </a:cubicBezTo>
                      <a:cubicBezTo>
                        <a:pt x="262172" y="93944"/>
                        <a:pt x="214056" y="121236"/>
                        <a:pt x="163646" y="144057"/>
                      </a:cubicBezTo>
                      <a:cubicBezTo>
                        <a:pt x="112011" y="167586"/>
                        <a:pt x="57559" y="184362"/>
                        <a:pt x="1635" y="193970"/>
                      </a:cubicBezTo>
                      <a:cubicBezTo>
                        <a:pt x="-400" y="194317"/>
                        <a:pt x="-417" y="197022"/>
                        <a:pt x="932" y="198083"/>
                      </a:cubicBezTo>
                      <a:cubicBezTo>
                        <a:pt x="954" y="199771"/>
                        <a:pt x="1985" y="201282"/>
                        <a:pt x="3550" y="201916"/>
                      </a:cubicBezTo>
                      <a:cubicBezTo>
                        <a:pt x="27137" y="211000"/>
                        <a:pt x="51783" y="217047"/>
                        <a:pt x="76896" y="219912"/>
                      </a:cubicBezTo>
                      <a:cubicBezTo>
                        <a:pt x="99016" y="223054"/>
                        <a:pt x="121214" y="225576"/>
                        <a:pt x="143462" y="227690"/>
                      </a:cubicBezTo>
                      <a:cubicBezTo>
                        <a:pt x="144044" y="228582"/>
                        <a:pt x="145238" y="228834"/>
                        <a:pt x="146131" y="228253"/>
                      </a:cubicBezTo>
                      <a:cubicBezTo>
                        <a:pt x="146246" y="228177"/>
                        <a:pt x="146353" y="228090"/>
                        <a:pt x="146450" y="227992"/>
                      </a:cubicBezTo>
                      <a:cubicBezTo>
                        <a:pt x="149123" y="228240"/>
                        <a:pt x="151787" y="228567"/>
                        <a:pt x="154462" y="228801"/>
                      </a:cubicBezTo>
                      <a:cubicBezTo>
                        <a:pt x="207122" y="233418"/>
                        <a:pt x="259992" y="235205"/>
                        <a:pt x="312843" y="234153"/>
                      </a:cubicBezTo>
                      <a:cubicBezTo>
                        <a:pt x="365697" y="233029"/>
                        <a:pt x="418447" y="228967"/>
                        <a:pt x="470849" y="221983"/>
                      </a:cubicBezTo>
                      <a:cubicBezTo>
                        <a:pt x="516740" y="215927"/>
                        <a:pt x="564203" y="207866"/>
                        <a:pt x="603863" y="182462"/>
                      </a:cubicBezTo>
                      <a:cubicBezTo>
                        <a:pt x="635719" y="162056"/>
                        <a:pt x="670147" y="124689"/>
                        <a:pt x="664664" y="83685"/>
                      </a:cubicBezTo>
                      <a:close/>
                      <a:moveTo>
                        <a:pt x="638866" y="52287"/>
                      </a:moveTo>
                      <a:cubicBezTo>
                        <a:pt x="646398" y="59834"/>
                        <a:pt x="651677" y="69331"/>
                        <a:pt x="654109" y="79712"/>
                      </a:cubicBezTo>
                      <a:cubicBezTo>
                        <a:pt x="615135" y="91732"/>
                        <a:pt x="576996" y="106256"/>
                        <a:pt x="537740" y="117531"/>
                      </a:cubicBezTo>
                      <a:cubicBezTo>
                        <a:pt x="527853" y="120371"/>
                        <a:pt x="517945" y="123134"/>
                        <a:pt x="508015" y="125821"/>
                      </a:cubicBezTo>
                      <a:cubicBezTo>
                        <a:pt x="521372" y="110291"/>
                        <a:pt x="533660" y="93873"/>
                        <a:pt x="544794" y="76680"/>
                      </a:cubicBezTo>
                      <a:cubicBezTo>
                        <a:pt x="557192" y="58269"/>
                        <a:pt x="565348" y="37335"/>
                        <a:pt x="568673" y="15389"/>
                      </a:cubicBezTo>
                      <a:cubicBezTo>
                        <a:pt x="595117" y="20726"/>
                        <a:pt x="619477" y="33531"/>
                        <a:pt x="638866" y="52287"/>
                      </a:cubicBezTo>
                      <a:close/>
                      <a:moveTo>
                        <a:pt x="517290" y="9549"/>
                      </a:moveTo>
                      <a:cubicBezTo>
                        <a:pt x="533106" y="9570"/>
                        <a:pt x="548879" y="11203"/>
                        <a:pt x="564363" y="14423"/>
                      </a:cubicBezTo>
                      <a:cubicBezTo>
                        <a:pt x="558988" y="35756"/>
                        <a:pt x="550318" y="56120"/>
                        <a:pt x="538665" y="74780"/>
                      </a:cubicBezTo>
                      <a:cubicBezTo>
                        <a:pt x="525614" y="93739"/>
                        <a:pt x="511362" y="111843"/>
                        <a:pt x="495997" y="128981"/>
                      </a:cubicBezTo>
                      <a:cubicBezTo>
                        <a:pt x="468861" y="136148"/>
                        <a:pt x="441586" y="142783"/>
                        <a:pt x="414142" y="148668"/>
                      </a:cubicBezTo>
                      <a:cubicBezTo>
                        <a:pt x="389699" y="153816"/>
                        <a:pt x="365159" y="158426"/>
                        <a:pt x="340522" y="162496"/>
                      </a:cubicBezTo>
                      <a:cubicBezTo>
                        <a:pt x="359296" y="146154"/>
                        <a:pt x="375187" y="126770"/>
                        <a:pt x="387529" y="105155"/>
                      </a:cubicBezTo>
                      <a:cubicBezTo>
                        <a:pt x="401628" y="82112"/>
                        <a:pt x="410412" y="56215"/>
                        <a:pt x="413244" y="29350"/>
                      </a:cubicBezTo>
                      <a:cubicBezTo>
                        <a:pt x="446483" y="16653"/>
                        <a:pt x="481711" y="9949"/>
                        <a:pt x="517290" y="9549"/>
                      </a:cubicBezTo>
                      <a:close/>
                      <a:moveTo>
                        <a:pt x="409429" y="30797"/>
                      </a:moveTo>
                      <a:cubicBezTo>
                        <a:pt x="403580" y="56206"/>
                        <a:pt x="394359" y="80719"/>
                        <a:pt x="382012" y="103684"/>
                      </a:cubicBezTo>
                      <a:cubicBezTo>
                        <a:pt x="368220" y="126937"/>
                        <a:pt x="350321" y="147494"/>
                        <a:pt x="329187" y="164355"/>
                      </a:cubicBezTo>
                      <a:cubicBezTo>
                        <a:pt x="293470" y="170082"/>
                        <a:pt x="257604" y="174731"/>
                        <a:pt x="221589" y="178300"/>
                      </a:cubicBezTo>
                      <a:cubicBezTo>
                        <a:pt x="244843" y="160567"/>
                        <a:pt x="259495" y="133812"/>
                        <a:pt x="261912" y="104667"/>
                      </a:cubicBezTo>
                      <a:cubicBezTo>
                        <a:pt x="309562" y="78965"/>
                        <a:pt x="358092" y="49966"/>
                        <a:pt x="409429" y="30797"/>
                      </a:cubicBezTo>
                      <a:close/>
                      <a:moveTo>
                        <a:pt x="257946" y="106807"/>
                      </a:moveTo>
                      <a:cubicBezTo>
                        <a:pt x="255380" y="120817"/>
                        <a:pt x="250473" y="134295"/>
                        <a:pt x="243433" y="146677"/>
                      </a:cubicBezTo>
                      <a:cubicBezTo>
                        <a:pt x="235380" y="159716"/>
                        <a:pt x="224550" y="170818"/>
                        <a:pt x="211716" y="179193"/>
                      </a:cubicBezTo>
                      <a:cubicBezTo>
                        <a:pt x="194365" y="180800"/>
                        <a:pt x="176994" y="182221"/>
                        <a:pt x="159596" y="183318"/>
                      </a:cubicBezTo>
                      <a:cubicBezTo>
                        <a:pt x="150027" y="183957"/>
                        <a:pt x="140458" y="184589"/>
                        <a:pt x="130889" y="185215"/>
                      </a:cubicBezTo>
                      <a:cubicBezTo>
                        <a:pt x="134643" y="182199"/>
                        <a:pt x="138142" y="178879"/>
                        <a:pt x="141350" y="175289"/>
                      </a:cubicBezTo>
                      <a:cubicBezTo>
                        <a:pt x="145090" y="170544"/>
                        <a:pt x="148054" y="165236"/>
                        <a:pt x="150134" y="159564"/>
                      </a:cubicBezTo>
                      <a:cubicBezTo>
                        <a:pt x="187276" y="143976"/>
                        <a:pt x="223267" y="125415"/>
                        <a:pt x="257946" y="106806"/>
                      </a:cubicBezTo>
                      <a:close/>
                      <a:moveTo>
                        <a:pt x="56293" y="190275"/>
                      </a:moveTo>
                      <a:cubicBezTo>
                        <a:pt x="86874" y="183210"/>
                        <a:pt x="116794" y="173537"/>
                        <a:pt x="145725" y="161363"/>
                      </a:cubicBezTo>
                      <a:cubicBezTo>
                        <a:pt x="143740" y="165516"/>
                        <a:pt x="141292" y="169431"/>
                        <a:pt x="138427" y="173033"/>
                      </a:cubicBezTo>
                      <a:cubicBezTo>
                        <a:pt x="134394" y="178348"/>
                        <a:pt x="129213" y="182684"/>
                        <a:pt x="123271" y="185719"/>
                      </a:cubicBezTo>
                      <a:cubicBezTo>
                        <a:pt x="100941" y="187186"/>
                        <a:pt x="78615" y="188705"/>
                        <a:pt x="56293" y="190275"/>
                      </a:cubicBezTo>
                      <a:close/>
                      <a:moveTo>
                        <a:pt x="2257" y="198564"/>
                      </a:moveTo>
                      <a:lnTo>
                        <a:pt x="2257" y="198564"/>
                      </a:lnTo>
                      <a:close/>
                      <a:moveTo>
                        <a:pt x="20532" y="199347"/>
                      </a:moveTo>
                      <a:cubicBezTo>
                        <a:pt x="55633" y="197519"/>
                        <a:pt x="90796" y="195715"/>
                        <a:pt x="125935" y="193501"/>
                      </a:cubicBezTo>
                      <a:cubicBezTo>
                        <a:pt x="133437" y="200493"/>
                        <a:pt x="138818" y="209457"/>
                        <a:pt x="141462" y="219365"/>
                      </a:cubicBezTo>
                      <a:cubicBezTo>
                        <a:pt x="123256" y="217662"/>
                        <a:pt x="105070" y="215744"/>
                        <a:pt x="86928" y="213356"/>
                      </a:cubicBezTo>
                      <a:cubicBezTo>
                        <a:pt x="64358" y="211077"/>
                        <a:pt x="42098" y="206381"/>
                        <a:pt x="20532" y="199346"/>
                      </a:cubicBezTo>
                      <a:close/>
                      <a:moveTo>
                        <a:pt x="145794" y="219749"/>
                      </a:moveTo>
                      <a:cubicBezTo>
                        <a:pt x="143703" y="209776"/>
                        <a:pt x="138920" y="200566"/>
                        <a:pt x="131964" y="193120"/>
                      </a:cubicBezTo>
                      <a:cubicBezTo>
                        <a:pt x="158439" y="191412"/>
                        <a:pt x="184895" y="189452"/>
                        <a:pt x="211291" y="186994"/>
                      </a:cubicBezTo>
                      <a:cubicBezTo>
                        <a:pt x="223955" y="196527"/>
                        <a:pt x="233181" y="209913"/>
                        <a:pt x="237583" y="225140"/>
                      </a:cubicBezTo>
                      <a:cubicBezTo>
                        <a:pt x="214875" y="224517"/>
                        <a:pt x="192176" y="223508"/>
                        <a:pt x="169512" y="221847"/>
                      </a:cubicBezTo>
                      <a:cubicBezTo>
                        <a:pt x="161596" y="221260"/>
                        <a:pt x="153698" y="220465"/>
                        <a:pt x="145794" y="219749"/>
                      </a:cubicBezTo>
                      <a:close/>
                      <a:moveTo>
                        <a:pt x="241572" y="225264"/>
                      </a:moveTo>
                      <a:cubicBezTo>
                        <a:pt x="237979" y="210200"/>
                        <a:pt x="229857" y="196599"/>
                        <a:pt x="218299" y="186290"/>
                      </a:cubicBezTo>
                      <a:cubicBezTo>
                        <a:pt x="237284" y="184459"/>
                        <a:pt x="256242" y="182420"/>
                        <a:pt x="275146" y="179988"/>
                      </a:cubicBezTo>
                      <a:cubicBezTo>
                        <a:pt x="293595" y="177652"/>
                        <a:pt x="311987" y="174935"/>
                        <a:pt x="330334" y="171961"/>
                      </a:cubicBezTo>
                      <a:cubicBezTo>
                        <a:pt x="355739" y="180079"/>
                        <a:pt x="376845" y="198015"/>
                        <a:pt x="388956" y="221778"/>
                      </a:cubicBezTo>
                      <a:cubicBezTo>
                        <a:pt x="371150" y="223059"/>
                        <a:pt x="353328" y="224128"/>
                        <a:pt x="335481" y="224738"/>
                      </a:cubicBezTo>
                      <a:cubicBezTo>
                        <a:pt x="304186" y="225938"/>
                        <a:pt x="272869" y="226038"/>
                        <a:pt x="241572" y="225264"/>
                      </a:cubicBezTo>
                      <a:close/>
                      <a:moveTo>
                        <a:pt x="392494" y="221514"/>
                      </a:moveTo>
                      <a:cubicBezTo>
                        <a:pt x="382176" y="198793"/>
                        <a:pt x="363998" y="180563"/>
                        <a:pt x="341307" y="170178"/>
                      </a:cubicBezTo>
                      <a:cubicBezTo>
                        <a:pt x="392714" y="161479"/>
                        <a:pt x="443615" y="150301"/>
                        <a:pt x="494009" y="136641"/>
                      </a:cubicBezTo>
                      <a:cubicBezTo>
                        <a:pt x="494375" y="136975"/>
                        <a:pt x="494808" y="137227"/>
                        <a:pt x="495280" y="137381"/>
                      </a:cubicBezTo>
                      <a:cubicBezTo>
                        <a:pt x="528443" y="143862"/>
                        <a:pt x="558706" y="160668"/>
                        <a:pt x="581738" y="185394"/>
                      </a:cubicBezTo>
                      <a:cubicBezTo>
                        <a:pt x="551835" y="198831"/>
                        <a:pt x="520042" y="207589"/>
                        <a:pt x="487476" y="211359"/>
                      </a:cubicBezTo>
                      <a:cubicBezTo>
                        <a:pt x="455937" y="215848"/>
                        <a:pt x="424252" y="219149"/>
                        <a:pt x="392494" y="221514"/>
                      </a:cubicBezTo>
                      <a:close/>
                      <a:moveTo>
                        <a:pt x="614763" y="164526"/>
                      </a:moveTo>
                      <a:cubicBezTo>
                        <a:pt x="606002" y="171695"/>
                        <a:pt x="596520" y="177935"/>
                        <a:pt x="586470" y="183145"/>
                      </a:cubicBezTo>
                      <a:cubicBezTo>
                        <a:pt x="566228" y="158242"/>
                        <a:pt x="538428" y="140607"/>
                        <a:pt x="507273" y="132908"/>
                      </a:cubicBezTo>
                      <a:cubicBezTo>
                        <a:pt x="513336" y="131206"/>
                        <a:pt x="519408" y="129544"/>
                        <a:pt x="525452" y="127771"/>
                      </a:cubicBezTo>
                      <a:cubicBezTo>
                        <a:pt x="569539" y="115909"/>
                        <a:pt x="612749" y="101002"/>
                        <a:pt x="654771" y="83157"/>
                      </a:cubicBezTo>
                      <a:cubicBezTo>
                        <a:pt x="659503" y="112925"/>
                        <a:pt x="639030" y="144519"/>
                        <a:pt x="614763" y="16452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" name="Google Shape;62;p2"/>
            <p:cNvGrpSpPr/>
            <p:nvPr/>
          </p:nvGrpSpPr>
          <p:grpSpPr>
            <a:xfrm>
              <a:off x="7985499" y="3347826"/>
              <a:ext cx="1634995" cy="2272864"/>
              <a:chOff x="10848899" y="2916251"/>
              <a:chExt cx="1634995" cy="2272864"/>
            </a:xfrm>
          </p:grpSpPr>
          <p:sp>
            <p:nvSpPr>
              <p:cNvPr id="63" name="Google Shape;63;p2"/>
              <p:cNvSpPr/>
              <p:nvPr/>
            </p:nvSpPr>
            <p:spPr>
              <a:xfrm>
                <a:off x="11551987" y="3897671"/>
                <a:ext cx="141102" cy="64432"/>
              </a:xfrm>
              <a:custGeom>
                <a:avLst/>
                <a:gdLst/>
                <a:ahLst/>
                <a:cxnLst/>
                <a:rect l="l" t="t" r="r" b="b"/>
                <a:pathLst>
                  <a:path w="102620" h="46860" extrusionOk="0">
                    <a:moveTo>
                      <a:pt x="102811" y="46616"/>
                    </a:moveTo>
                    <a:cubicBezTo>
                      <a:pt x="101474" y="46644"/>
                      <a:pt x="100129" y="46761"/>
                      <a:pt x="98784" y="46877"/>
                    </a:cubicBezTo>
                    <a:cubicBezTo>
                      <a:pt x="66693" y="39122"/>
                      <a:pt x="34338" y="32671"/>
                      <a:pt x="1719" y="27522"/>
                    </a:cubicBezTo>
                    <a:lnTo>
                      <a:pt x="190" y="24510"/>
                    </a:lnTo>
                    <a:cubicBezTo>
                      <a:pt x="26611" y="11338"/>
                      <a:pt x="55195" y="3040"/>
                      <a:pt x="84566" y="16"/>
                    </a:cubicBezTo>
                    <a:lnTo>
                      <a:pt x="84692" y="1272"/>
                    </a:lnTo>
                    <a:cubicBezTo>
                      <a:pt x="84930" y="18102"/>
                      <a:pt x="91383" y="34251"/>
                      <a:pt x="102811" y="46616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668049" y="3896077"/>
                <a:ext cx="148693" cy="100189"/>
              </a:xfrm>
              <a:custGeom>
                <a:avLst/>
                <a:gdLst/>
                <a:ahLst/>
                <a:cxnLst/>
                <a:rect l="l" t="t" r="r" b="b"/>
                <a:pathLst>
                  <a:path w="108140" h="72865" extrusionOk="0">
                    <a:moveTo>
                      <a:pt x="108331" y="71657"/>
                    </a:moveTo>
                    <a:cubicBezTo>
                      <a:pt x="106682" y="72095"/>
                      <a:pt x="105045" y="72444"/>
                      <a:pt x="103396" y="72882"/>
                    </a:cubicBezTo>
                    <a:cubicBezTo>
                      <a:pt x="74056" y="63570"/>
                      <a:pt x="44393" y="55288"/>
                      <a:pt x="14408" y="48036"/>
                    </a:cubicBezTo>
                    <a:cubicBezTo>
                      <a:pt x="15752" y="47920"/>
                      <a:pt x="17098" y="47804"/>
                      <a:pt x="18434" y="47775"/>
                    </a:cubicBezTo>
                    <a:cubicBezTo>
                      <a:pt x="7007" y="35410"/>
                      <a:pt x="555" y="19262"/>
                      <a:pt x="316" y="2432"/>
                    </a:cubicBezTo>
                    <a:lnTo>
                      <a:pt x="190" y="1175"/>
                    </a:lnTo>
                    <a:cubicBezTo>
                      <a:pt x="22345" y="-1151"/>
                      <a:pt x="44728" y="28"/>
                      <a:pt x="66515" y="4671"/>
                    </a:cubicBezTo>
                    <a:cubicBezTo>
                      <a:pt x="75633" y="29666"/>
                      <a:pt x="89876" y="52482"/>
                      <a:pt x="108331" y="71657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1759280" y="3902479"/>
                <a:ext cx="137727" cy="121539"/>
              </a:xfrm>
              <a:custGeom>
                <a:avLst/>
                <a:gdLst/>
                <a:ahLst/>
                <a:cxnLst/>
                <a:rect l="l" t="t" r="r" b="b"/>
                <a:pathLst>
                  <a:path w="100165" h="88392" extrusionOk="0">
                    <a:moveTo>
                      <a:pt x="100355" y="87807"/>
                    </a:moveTo>
                    <a:cubicBezTo>
                      <a:pt x="98649" y="87972"/>
                      <a:pt x="97030" y="88145"/>
                      <a:pt x="95402" y="88408"/>
                    </a:cubicBezTo>
                    <a:cubicBezTo>
                      <a:pt x="76131" y="81197"/>
                      <a:pt x="56688" y="74470"/>
                      <a:pt x="37072" y="68227"/>
                    </a:cubicBezTo>
                    <a:cubicBezTo>
                      <a:pt x="38720" y="67789"/>
                      <a:pt x="40358" y="67440"/>
                      <a:pt x="42006" y="67002"/>
                    </a:cubicBezTo>
                    <a:cubicBezTo>
                      <a:pt x="23551" y="47827"/>
                      <a:pt x="9308" y="25011"/>
                      <a:pt x="190" y="16"/>
                    </a:cubicBezTo>
                    <a:cubicBezTo>
                      <a:pt x="1408" y="241"/>
                      <a:pt x="2627" y="466"/>
                      <a:pt x="3835" y="778"/>
                    </a:cubicBezTo>
                    <a:cubicBezTo>
                      <a:pt x="31943" y="7421"/>
                      <a:pt x="58194" y="20303"/>
                      <a:pt x="80640" y="38468"/>
                    </a:cubicBezTo>
                    <a:cubicBezTo>
                      <a:pt x="78766" y="57143"/>
                      <a:pt x="86124" y="75557"/>
                      <a:pt x="100355" y="87807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11869547" y="3955370"/>
                <a:ext cx="66491" cy="86136"/>
              </a:xfrm>
              <a:custGeom>
                <a:avLst/>
                <a:gdLst/>
                <a:ahLst/>
                <a:cxnLst/>
                <a:rect l="l" t="t" r="r" b="b"/>
                <a:pathLst>
                  <a:path w="48357" h="62644" extrusionOk="0">
                    <a:moveTo>
                      <a:pt x="48547" y="61130"/>
                    </a:moveTo>
                    <a:lnTo>
                      <a:pt x="47932" y="62660"/>
                    </a:lnTo>
                    <a:cubicBezTo>
                      <a:pt x="37142" y="58259"/>
                      <a:pt x="26244" y="54025"/>
                      <a:pt x="15239" y="49956"/>
                    </a:cubicBezTo>
                    <a:cubicBezTo>
                      <a:pt x="16868" y="49693"/>
                      <a:pt x="18486" y="49520"/>
                      <a:pt x="20193" y="49355"/>
                    </a:cubicBezTo>
                    <a:cubicBezTo>
                      <a:pt x="5962" y="37106"/>
                      <a:pt x="-1396" y="18691"/>
                      <a:pt x="478" y="16"/>
                    </a:cubicBezTo>
                    <a:cubicBezTo>
                      <a:pt x="20977" y="16436"/>
                      <a:pt x="37423" y="37346"/>
                      <a:pt x="48548" y="61130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1942472" y="3230333"/>
                <a:ext cx="114243" cy="196263"/>
              </a:xfrm>
              <a:custGeom>
                <a:avLst/>
                <a:gdLst/>
                <a:ahLst/>
                <a:cxnLst/>
                <a:rect l="l" t="t" r="r" b="b"/>
                <a:pathLst>
                  <a:path w="83086" h="142737" extrusionOk="0">
                    <a:moveTo>
                      <a:pt x="83277" y="54286"/>
                    </a:moveTo>
                    <a:cubicBezTo>
                      <a:pt x="83237" y="67076"/>
                      <a:pt x="82137" y="79839"/>
                      <a:pt x="79989" y="92447"/>
                    </a:cubicBezTo>
                    <a:lnTo>
                      <a:pt x="79550" y="92398"/>
                    </a:lnTo>
                    <a:cubicBezTo>
                      <a:pt x="49368" y="102433"/>
                      <a:pt x="22116" y="119725"/>
                      <a:pt x="190" y="142753"/>
                    </a:cubicBezTo>
                    <a:cubicBezTo>
                      <a:pt x="5717" y="109992"/>
                      <a:pt x="12374" y="77444"/>
                      <a:pt x="20163" y="45112"/>
                    </a:cubicBezTo>
                    <a:cubicBezTo>
                      <a:pt x="33894" y="25690"/>
                      <a:pt x="52613" y="10330"/>
                      <a:pt x="74347" y="647"/>
                    </a:cubicBezTo>
                    <a:lnTo>
                      <a:pt x="77438" y="16"/>
                    </a:lnTo>
                    <a:cubicBezTo>
                      <a:pt x="81188" y="17866"/>
                      <a:pt x="83144" y="36047"/>
                      <a:pt x="83277" y="542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1969945" y="3123400"/>
                <a:ext cx="78752" cy="168899"/>
              </a:xfrm>
              <a:custGeom>
                <a:avLst/>
                <a:gdLst/>
                <a:ahLst/>
                <a:cxnLst/>
                <a:rect l="l" t="t" r="r" b="b"/>
                <a:pathLst>
                  <a:path w="57274" h="122836" extrusionOk="0">
                    <a:moveTo>
                      <a:pt x="35416" y="16"/>
                    </a:moveTo>
                    <a:cubicBezTo>
                      <a:pt x="44227" y="25493"/>
                      <a:pt x="51588" y="51448"/>
                      <a:pt x="57465" y="77756"/>
                    </a:cubicBezTo>
                    <a:lnTo>
                      <a:pt x="54374" y="78388"/>
                    </a:lnTo>
                    <a:cubicBezTo>
                      <a:pt x="32640" y="88070"/>
                      <a:pt x="13921" y="103431"/>
                      <a:pt x="190" y="122852"/>
                    </a:cubicBezTo>
                    <a:cubicBezTo>
                      <a:pt x="10061" y="81432"/>
                      <a:pt x="21741" y="40509"/>
                      <a:pt x="35231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1927648" y="3357408"/>
                <a:ext cx="124541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5" h="125319" extrusionOk="0">
                    <a:moveTo>
                      <a:pt x="90326" y="16"/>
                    </a:moveTo>
                    <a:lnTo>
                      <a:pt x="90765" y="64"/>
                    </a:lnTo>
                    <a:cubicBezTo>
                      <a:pt x="84449" y="34139"/>
                      <a:pt x="73043" y="67070"/>
                      <a:pt x="56928" y="97756"/>
                    </a:cubicBezTo>
                    <a:lnTo>
                      <a:pt x="56344" y="97425"/>
                    </a:lnTo>
                    <a:cubicBezTo>
                      <a:pt x="35410" y="101379"/>
                      <a:pt x="15976" y="111038"/>
                      <a:pt x="190" y="125335"/>
                    </a:cubicBezTo>
                    <a:cubicBezTo>
                      <a:pt x="3168" y="100278"/>
                      <a:pt x="6760" y="75290"/>
                      <a:pt x="10966" y="50370"/>
                    </a:cubicBezTo>
                    <a:cubicBezTo>
                      <a:pt x="32892" y="27342"/>
                      <a:pt x="60145" y="10051"/>
                      <a:pt x="90326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1605061" y="3484591"/>
                <a:ext cx="121648" cy="162162"/>
              </a:xfrm>
              <a:custGeom>
                <a:avLst/>
                <a:gdLst/>
                <a:ahLst/>
                <a:cxnLst/>
                <a:rect l="l" t="t" r="r" b="b"/>
                <a:pathLst>
                  <a:path w="88471" h="117936" extrusionOk="0">
                    <a:moveTo>
                      <a:pt x="76752" y="58388"/>
                    </a:moveTo>
                    <a:cubicBezTo>
                      <a:pt x="75509" y="78937"/>
                      <a:pt x="79611" y="99458"/>
                      <a:pt x="88661" y="117952"/>
                    </a:cubicBezTo>
                    <a:cubicBezTo>
                      <a:pt x="66392" y="103393"/>
                      <a:pt x="43615" y="89400"/>
                      <a:pt x="20487" y="76165"/>
                    </a:cubicBezTo>
                    <a:cubicBezTo>
                      <a:pt x="22096" y="76079"/>
                      <a:pt x="23617" y="75983"/>
                      <a:pt x="25215" y="75983"/>
                    </a:cubicBezTo>
                    <a:cubicBezTo>
                      <a:pt x="13002" y="53873"/>
                      <a:pt x="4545" y="29890"/>
                      <a:pt x="190" y="5012"/>
                    </a:cubicBezTo>
                    <a:lnTo>
                      <a:pt x="2347" y="16"/>
                    </a:lnTo>
                    <a:cubicBezTo>
                      <a:pt x="20625" y="7886"/>
                      <a:pt x="37565" y="18552"/>
                      <a:pt x="52559" y="31630"/>
                    </a:cubicBezTo>
                    <a:cubicBezTo>
                      <a:pt x="61653" y="39580"/>
                      <a:pt x="70071" y="48269"/>
                      <a:pt x="77728" y="576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1403252" y="3464953"/>
                <a:ext cx="236141" cy="124336"/>
              </a:xfrm>
              <a:custGeom>
                <a:avLst/>
                <a:gdLst/>
                <a:ahLst/>
                <a:cxnLst/>
                <a:rect l="l" t="t" r="r" b="b"/>
                <a:pathLst>
                  <a:path w="171739" h="90426" extrusionOk="0">
                    <a:moveTo>
                      <a:pt x="37650" y="3279"/>
                    </a:moveTo>
                    <a:cubicBezTo>
                      <a:pt x="54100" y="947"/>
                      <a:pt x="70702" y="-138"/>
                      <a:pt x="87315" y="33"/>
                    </a:cubicBezTo>
                    <a:cubicBezTo>
                      <a:pt x="108607" y="901"/>
                      <a:pt x="129548" y="5737"/>
                      <a:pt x="149061" y="14293"/>
                    </a:cubicBezTo>
                    <a:lnTo>
                      <a:pt x="146904" y="19289"/>
                    </a:lnTo>
                    <a:cubicBezTo>
                      <a:pt x="151259" y="44167"/>
                      <a:pt x="159716" y="68150"/>
                      <a:pt x="171929" y="90261"/>
                    </a:cubicBezTo>
                    <a:cubicBezTo>
                      <a:pt x="170331" y="90260"/>
                      <a:pt x="168810" y="90356"/>
                      <a:pt x="167201" y="90443"/>
                    </a:cubicBezTo>
                    <a:cubicBezTo>
                      <a:pt x="113427" y="59397"/>
                      <a:pt x="57642" y="31967"/>
                      <a:pt x="219" y="8333"/>
                    </a:cubicBezTo>
                    <a:lnTo>
                      <a:pt x="190" y="7798"/>
                    </a:lnTo>
                    <a:cubicBezTo>
                      <a:pt x="12709" y="6265"/>
                      <a:pt x="25131" y="4812"/>
                      <a:pt x="37650" y="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691371" y="332599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1655168" y="3205433"/>
                <a:ext cx="87614" cy="197332"/>
              </a:xfrm>
              <a:custGeom>
                <a:avLst/>
                <a:gdLst/>
                <a:ahLst/>
                <a:cxnLst/>
                <a:rect l="l" t="t" r="r" b="b"/>
                <a:pathLst>
                  <a:path w="63719" h="143514" extrusionOk="0">
                    <a:moveTo>
                      <a:pt x="63909" y="87663"/>
                    </a:moveTo>
                    <a:lnTo>
                      <a:pt x="62301" y="87750"/>
                    </a:lnTo>
                    <a:cubicBezTo>
                      <a:pt x="48918" y="104189"/>
                      <a:pt x="39001" y="123162"/>
                      <a:pt x="33147" y="143530"/>
                    </a:cubicBezTo>
                    <a:cubicBezTo>
                      <a:pt x="30935" y="142662"/>
                      <a:pt x="28722" y="141794"/>
                      <a:pt x="26509" y="140925"/>
                    </a:cubicBezTo>
                    <a:cubicBezTo>
                      <a:pt x="17610" y="121201"/>
                      <a:pt x="8837" y="101402"/>
                      <a:pt x="190" y="81528"/>
                    </a:cubicBezTo>
                    <a:cubicBezTo>
                      <a:pt x="9791" y="51676"/>
                      <a:pt x="25137" y="23986"/>
                      <a:pt x="45367" y="16"/>
                    </a:cubicBezTo>
                    <a:cubicBezTo>
                      <a:pt x="55547" y="28242"/>
                      <a:pt x="61787" y="57735"/>
                      <a:pt x="63909" y="876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1498913" y="2928049"/>
                <a:ext cx="218314" cy="389359"/>
              </a:xfrm>
              <a:custGeom>
                <a:avLst/>
                <a:gdLst/>
                <a:ahLst/>
                <a:cxnLst/>
                <a:rect l="l" t="t" r="r" b="b"/>
                <a:pathLst>
                  <a:path w="158774" h="283170" extrusionOk="0">
                    <a:moveTo>
                      <a:pt x="144573" y="167489"/>
                    </a:moveTo>
                    <a:cubicBezTo>
                      <a:pt x="149987" y="178615"/>
                      <a:pt x="154791" y="190027"/>
                      <a:pt x="158964" y="201674"/>
                    </a:cubicBezTo>
                    <a:cubicBezTo>
                      <a:pt x="138735" y="225644"/>
                      <a:pt x="123388" y="253334"/>
                      <a:pt x="113787" y="283187"/>
                    </a:cubicBezTo>
                    <a:cubicBezTo>
                      <a:pt x="73038" y="189954"/>
                      <a:pt x="35172" y="95564"/>
                      <a:pt x="190" y="16"/>
                    </a:cubicBezTo>
                    <a:cubicBezTo>
                      <a:pt x="59597" y="44730"/>
                      <a:pt x="111989" y="100557"/>
                      <a:pt x="144573" y="167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2035877" y="3842558"/>
                <a:ext cx="85075" cy="171582"/>
              </a:xfrm>
              <a:custGeom>
                <a:avLst/>
                <a:gdLst/>
                <a:ahLst/>
                <a:cxnLst/>
                <a:rect l="l" t="t" r="r" b="b"/>
                <a:pathLst>
                  <a:path w="61873" h="124787" extrusionOk="0">
                    <a:moveTo>
                      <a:pt x="56726" y="113521"/>
                    </a:moveTo>
                    <a:cubicBezTo>
                      <a:pt x="56392" y="117302"/>
                      <a:pt x="56244" y="121013"/>
                      <a:pt x="55999" y="124804"/>
                    </a:cubicBezTo>
                    <a:cubicBezTo>
                      <a:pt x="28273" y="87531"/>
                      <a:pt x="-533" y="46411"/>
                      <a:pt x="204" y="64"/>
                    </a:cubicBezTo>
                    <a:lnTo>
                      <a:pt x="1364" y="16"/>
                    </a:lnTo>
                    <a:cubicBezTo>
                      <a:pt x="26149" y="13375"/>
                      <a:pt x="46635" y="33484"/>
                      <a:pt x="60443" y="58009"/>
                    </a:cubicBezTo>
                    <a:cubicBezTo>
                      <a:pt x="60989" y="57093"/>
                      <a:pt x="61526" y="56266"/>
                      <a:pt x="62063" y="55438"/>
                    </a:cubicBezTo>
                    <a:cubicBezTo>
                      <a:pt x="61358" y="61751"/>
                      <a:pt x="60662" y="67976"/>
                      <a:pt x="60044" y="74299"/>
                    </a:cubicBezTo>
                    <a:cubicBezTo>
                      <a:pt x="58769" y="87296"/>
                      <a:pt x="57572" y="100389"/>
                      <a:pt x="56726" y="113521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49232" y="3353222"/>
                <a:ext cx="93203" cy="181625"/>
              </a:xfrm>
              <a:custGeom>
                <a:avLst/>
                <a:gdLst/>
                <a:ahLst/>
                <a:cxnLst/>
                <a:rect l="l" t="t" r="r" b="b"/>
                <a:pathLst>
                  <a:path w="67784" h="132091" extrusionOk="0">
                    <a:moveTo>
                      <a:pt x="66667" y="54776"/>
                    </a:moveTo>
                    <a:cubicBezTo>
                      <a:pt x="67077" y="54289"/>
                      <a:pt x="67575" y="53813"/>
                      <a:pt x="67975" y="53413"/>
                    </a:cubicBezTo>
                    <a:cubicBezTo>
                      <a:pt x="63768" y="78333"/>
                      <a:pt x="60175" y="103321"/>
                      <a:pt x="57198" y="128378"/>
                    </a:cubicBezTo>
                    <a:cubicBezTo>
                      <a:pt x="55822" y="129556"/>
                      <a:pt x="54525" y="130831"/>
                      <a:pt x="53227" y="132107"/>
                    </a:cubicBezTo>
                    <a:cubicBezTo>
                      <a:pt x="42595" y="111279"/>
                      <a:pt x="25441" y="94495"/>
                      <a:pt x="4381" y="84310"/>
                    </a:cubicBezTo>
                    <a:cubicBezTo>
                      <a:pt x="2133" y="72621"/>
                      <a:pt x="784" y="60778"/>
                      <a:pt x="344" y="48884"/>
                    </a:cubicBezTo>
                    <a:cubicBezTo>
                      <a:pt x="-267" y="32512"/>
                      <a:pt x="939" y="16122"/>
                      <a:pt x="3940" y="16"/>
                    </a:cubicBezTo>
                    <a:cubicBezTo>
                      <a:pt x="27559" y="14915"/>
                      <a:pt x="48720" y="33388"/>
                      <a:pt x="66667" y="54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1905606" y="3117180"/>
                <a:ext cx="112750" cy="183392"/>
              </a:xfrm>
              <a:custGeom>
                <a:avLst/>
                <a:gdLst/>
                <a:ahLst/>
                <a:cxnLst/>
                <a:rect l="l" t="t" r="r" b="b"/>
                <a:pathLst>
                  <a:path w="82000" h="133376" extrusionOk="0">
                    <a:moveTo>
                      <a:pt x="12043" y="72610"/>
                    </a:moveTo>
                    <a:cubicBezTo>
                      <a:pt x="35183" y="48382"/>
                      <a:pt x="65836" y="30054"/>
                      <a:pt x="80652" y="16"/>
                    </a:cubicBezTo>
                    <a:cubicBezTo>
                      <a:pt x="81197" y="1497"/>
                      <a:pt x="81645" y="3056"/>
                      <a:pt x="82190" y="4537"/>
                    </a:cubicBezTo>
                    <a:lnTo>
                      <a:pt x="82005" y="4605"/>
                    </a:lnTo>
                    <a:cubicBezTo>
                      <a:pt x="68517" y="45001"/>
                      <a:pt x="56837" y="85924"/>
                      <a:pt x="46964" y="127373"/>
                    </a:cubicBezTo>
                    <a:cubicBezTo>
                      <a:pt x="45501" y="129341"/>
                      <a:pt x="44125" y="131318"/>
                      <a:pt x="42827" y="133392"/>
                    </a:cubicBezTo>
                    <a:cubicBezTo>
                      <a:pt x="30009" y="116539"/>
                      <a:pt x="15743" y="100838"/>
                      <a:pt x="190" y="86466"/>
                    </a:cubicBezTo>
                    <a:cubicBezTo>
                      <a:pt x="3868" y="81621"/>
                      <a:pt x="7825" y="76994"/>
                      <a:pt x="12043" y="726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1854391" y="3236095"/>
                <a:ext cx="115510" cy="192378"/>
              </a:xfrm>
              <a:custGeom>
                <a:avLst/>
                <a:gdLst/>
                <a:ahLst/>
                <a:cxnLst/>
                <a:rect l="l" t="t" r="r" b="b"/>
                <a:pathLst>
                  <a:path w="84007" h="139911" extrusionOk="0">
                    <a:moveTo>
                      <a:pt x="80060" y="46942"/>
                    </a:moveTo>
                    <a:cubicBezTo>
                      <a:pt x="81358" y="44868"/>
                      <a:pt x="82734" y="42891"/>
                      <a:pt x="84197" y="40923"/>
                    </a:cubicBezTo>
                    <a:cubicBezTo>
                      <a:pt x="76408" y="73256"/>
                      <a:pt x="69751" y="105803"/>
                      <a:pt x="64224" y="138564"/>
                    </a:cubicBezTo>
                    <a:cubicBezTo>
                      <a:pt x="63824" y="138964"/>
                      <a:pt x="63326" y="139440"/>
                      <a:pt x="62917" y="139927"/>
                    </a:cubicBezTo>
                    <a:cubicBezTo>
                      <a:pt x="44970" y="118540"/>
                      <a:pt x="23809" y="100066"/>
                      <a:pt x="190" y="85167"/>
                    </a:cubicBezTo>
                    <a:cubicBezTo>
                      <a:pt x="5662" y="54232"/>
                      <a:pt x="18425" y="25044"/>
                      <a:pt x="37424" y="16"/>
                    </a:cubicBezTo>
                    <a:cubicBezTo>
                      <a:pt x="52976" y="14387"/>
                      <a:pt x="67243" y="30089"/>
                      <a:pt x="80060" y="469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1854996" y="3469170"/>
                <a:ext cx="72622" cy="152164"/>
              </a:xfrm>
              <a:custGeom>
                <a:avLst/>
                <a:gdLst/>
                <a:ahLst/>
                <a:cxnLst/>
                <a:rect l="l" t="t" r="r" b="b"/>
                <a:pathLst>
                  <a:path w="52816" h="110665" extrusionOk="0">
                    <a:moveTo>
                      <a:pt x="53007" y="44083"/>
                    </a:moveTo>
                    <a:cubicBezTo>
                      <a:pt x="50352" y="66247"/>
                      <a:pt x="48321" y="88392"/>
                      <a:pt x="46807" y="110682"/>
                    </a:cubicBezTo>
                    <a:cubicBezTo>
                      <a:pt x="23966" y="77308"/>
                      <a:pt x="8109" y="39666"/>
                      <a:pt x="190" y="16"/>
                    </a:cubicBezTo>
                    <a:cubicBezTo>
                      <a:pt x="21251" y="10201"/>
                      <a:pt x="38404" y="26985"/>
                      <a:pt x="49036" y="47812"/>
                    </a:cubicBezTo>
                    <a:cubicBezTo>
                      <a:pt x="50334" y="46537"/>
                      <a:pt x="51631" y="45262"/>
                      <a:pt x="53007" y="44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1927648" y="3464418"/>
                <a:ext cx="81213" cy="143773"/>
              </a:xfrm>
              <a:custGeom>
                <a:avLst/>
                <a:gdLst/>
                <a:ahLst/>
                <a:cxnLst/>
                <a:rect l="l" t="t" r="r" b="b"/>
                <a:pathLst>
                  <a:path w="59064" h="104562" extrusionOk="0">
                    <a:moveTo>
                      <a:pt x="1709" y="37709"/>
                    </a:moveTo>
                    <a:cubicBezTo>
                      <a:pt x="1791" y="60031"/>
                      <a:pt x="1256" y="82262"/>
                      <a:pt x="190" y="104578"/>
                    </a:cubicBezTo>
                    <a:cubicBezTo>
                      <a:pt x="26726" y="74056"/>
                      <a:pt x="46817" y="38490"/>
                      <a:pt x="59255" y="16"/>
                    </a:cubicBezTo>
                    <a:cubicBezTo>
                      <a:pt x="37159" y="7708"/>
                      <a:pt x="18186" y="22406"/>
                      <a:pt x="5223" y="41871"/>
                    </a:cubicBezTo>
                    <a:cubicBezTo>
                      <a:pt x="4081" y="40454"/>
                      <a:pt x="2940" y="39038"/>
                      <a:pt x="1709" y="37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1676307" y="3532323"/>
                <a:ext cx="90227" cy="139466"/>
              </a:xfrm>
              <a:custGeom>
                <a:avLst/>
                <a:gdLst/>
                <a:ahLst/>
                <a:cxnLst/>
                <a:rect l="l" t="t" r="r" b="b"/>
                <a:pathLst>
                  <a:path w="65620" h="101430" extrusionOk="0">
                    <a:moveTo>
                      <a:pt x="7557" y="68508"/>
                    </a:moveTo>
                    <a:cubicBezTo>
                      <a:pt x="27282" y="78985"/>
                      <a:pt x="46633" y="89962"/>
                      <a:pt x="65810" y="101447"/>
                    </a:cubicBezTo>
                    <a:cubicBezTo>
                      <a:pt x="51434" y="63652"/>
                      <a:pt x="29563" y="29152"/>
                      <a:pt x="1509" y="16"/>
                    </a:cubicBezTo>
                    <a:cubicBezTo>
                      <a:pt x="-2148" y="23110"/>
                      <a:pt x="1847" y="46765"/>
                      <a:pt x="12887" y="67380"/>
                    </a:cubicBezTo>
                    <a:cubicBezTo>
                      <a:pt x="11099" y="67716"/>
                      <a:pt x="9311" y="68052"/>
                      <a:pt x="7557" y="685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776744" y="4024065"/>
                <a:ext cx="179426" cy="90287"/>
              </a:xfrm>
              <a:custGeom>
                <a:avLst/>
                <a:gdLst/>
                <a:ahLst/>
                <a:cxnLst/>
                <a:rect l="l" t="t" r="r" b="b"/>
                <a:pathLst>
                  <a:path w="130492" h="65663" extrusionOk="0">
                    <a:moveTo>
                      <a:pt x="57091" y="58322"/>
                    </a:moveTo>
                    <a:cubicBezTo>
                      <a:pt x="39104" y="65836"/>
                      <a:pt x="19241" y="67647"/>
                      <a:pt x="190" y="63511"/>
                    </a:cubicBezTo>
                    <a:lnTo>
                      <a:pt x="385" y="62556"/>
                    </a:lnTo>
                    <a:cubicBezTo>
                      <a:pt x="22395" y="34919"/>
                      <a:pt x="48288" y="5140"/>
                      <a:pt x="82707" y="16"/>
                    </a:cubicBezTo>
                    <a:cubicBezTo>
                      <a:pt x="93712" y="4085"/>
                      <a:pt x="104609" y="8319"/>
                      <a:pt x="115399" y="12719"/>
                    </a:cubicBezTo>
                    <a:cubicBezTo>
                      <a:pt x="120497" y="14797"/>
                      <a:pt x="125595" y="16875"/>
                      <a:pt x="130683" y="19041"/>
                    </a:cubicBezTo>
                    <a:cubicBezTo>
                      <a:pt x="103869" y="22085"/>
                      <a:pt x="82611" y="46966"/>
                      <a:pt x="57091" y="58322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1691902" y="3996306"/>
                <a:ext cx="198268" cy="115054"/>
              </a:xfrm>
              <a:custGeom>
                <a:avLst/>
                <a:gdLst/>
                <a:ahLst/>
                <a:cxnLst/>
                <a:rect l="l" t="t" r="r" b="b"/>
                <a:pathLst>
                  <a:path w="144195" h="83676" extrusionOk="0">
                    <a:moveTo>
                      <a:pt x="144386" y="20197"/>
                    </a:moveTo>
                    <a:cubicBezTo>
                      <a:pt x="109967" y="25321"/>
                      <a:pt x="84075" y="55101"/>
                      <a:pt x="62064" y="82738"/>
                    </a:cubicBezTo>
                    <a:lnTo>
                      <a:pt x="61869" y="83693"/>
                    </a:lnTo>
                    <a:cubicBezTo>
                      <a:pt x="49293" y="81320"/>
                      <a:pt x="37133" y="77122"/>
                      <a:pt x="25774" y="71231"/>
                    </a:cubicBezTo>
                    <a:cubicBezTo>
                      <a:pt x="16861" y="66573"/>
                      <a:pt x="8310" y="61256"/>
                      <a:pt x="190" y="55326"/>
                    </a:cubicBezTo>
                    <a:cubicBezTo>
                      <a:pt x="7624" y="38509"/>
                      <a:pt x="20759" y="24854"/>
                      <a:pt x="37280" y="16765"/>
                    </a:cubicBezTo>
                    <a:cubicBezTo>
                      <a:pt x="52792" y="9209"/>
                      <a:pt x="69173" y="3584"/>
                      <a:pt x="86056" y="16"/>
                    </a:cubicBezTo>
                    <a:cubicBezTo>
                      <a:pt x="105697" y="6291"/>
                      <a:pt x="125141" y="13018"/>
                      <a:pt x="144386" y="20197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1618556" y="3962130"/>
                <a:ext cx="191384" cy="110213"/>
              </a:xfrm>
              <a:custGeom>
                <a:avLst/>
                <a:gdLst/>
                <a:ahLst/>
                <a:cxnLst/>
                <a:rect l="l" t="t" r="r" b="b"/>
                <a:pathLst>
                  <a:path w="139188" h="80155" extrusionOk="0">
                    <a:moveTo>
                      <a:pt x="893" y="31954"/>
                    </a:moveTo>
                    <a:cubicBezTo>
                      <a:pt x="11314" y="13994"/>
                      <a:pt x="29721" y="2117"/>
                      <a:pt x="50389" y="16"/>
                    </a:cubicBezTo>
                    <a:cubicBezTo>
                      <a:pt x="80316" y="7262"/>
                      <a:pt x="109980" y="15544"/>
                      <a:pt x="139378" y="24862"/>
                    </a:cubicBezTo>
                    <a:cubicBezTo>
                      <a:pt x="122495" y="28430"/>
                      <a:pt x="106114" y="34055"/>
                      <a:pt x="90602" y="41611"/>
                    </a:cubicBezTo>
                    <a:cubicBezTo>
                      <a:pt x="74082" y="49700"/>
                      <a:pt x="60947" y="63355"/>
                      <a:pt x="53513" y="80171"/>
                    </a:cubicBezTo>
                    <a:cubicBezTo>
                      <a:pt x="35989" y="66684"/>
                      <a:pt x="19404" y="52020"/>
                      <a:pt x="3873" y="36281"/>
                    </a:cubicBezTo>
                    <a:cubicBezTo>
                      <a:pt x="2675" y="35082"/>
                      <a:pt x="1389" y="33874"/>
                      <a:pt x="190" y="32675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1544488" y="3931363"/>
                <a:ext cx="143063" cy="75659"/>
              </a:xfrm>
              <a:custGeom>
                <a:avLst/>
                <a:gdLst/>
                <a:ahLst/>
                <a:cxnLst/>
                <a:rect l="l" t="t" r="r" b="b"/>
                <a:pathLst>
                  <a:path w="104046" h="55025" extrusionOk="0">
                    <a:moveTo>
                      <a:pt x="7171" y="3028"/>
                    </a:moveTo>
                    <a:cubicBezTo>
                      <a:pt x="39819" y="8180"/>
                      <a:pt x="72174" y="14632"/>
                      <a:pt x="104236" y="22383"/>
                    </a:cubicBezTo>
                    <a:cubicBezTo>
                      <a:pt x="83568" y="24484"/>
                      <a:pt x="65161" y="36361"/>
                      <a:pt x="54740" y="54321"/>
                    </a:cubicBezTo>
                    <a:lnTo>
                      <a:pt x="54036" y="55042"/>
                    </a:lnTo>
                    <a:cubicBezTo>
                      <a:pt x="36088" y="37592"/>
                      <a:pt x="18139" y="20142"/>
                      <a:pt x="190" y="2693"/>
                    </a:cubicBezTo>
                    <a:cubicBezTo>
                      <a:pt x="1985" y="1739"/>
                      <a:pt x="3867" y="795"/>
                      <a:pt x="5642" y="16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1614687" y="3646815"/>
                <a:ext cx="159611" cy="48720"/>
              </a:xfrm>
              <a:custGeom>
                <a:avLst/>
                <a:gdLst/>
                <a:ahLst/>
                <a:cxnLst/>
                <a:rect l="l" t="t" r="r" b="b"/>
                <a:pathLst>
                  <a:path w="116081" h="35433" extrusionOk="0">
                    <a:moveTo>
                      <a:pt x="81663" y="16"/>
                    </a:moveTo>
                    <a:cubicBezTo>
                      <a:pt x="93339" y="7622"/>
                      <a:pt x="104820" y="15384"/>
                      <a:pt x="116272" y="23409"/>
                    </a:cubicBezTo>
                    <a:lnTo>
                      <a:pt x="116066" y="23652"/>
                    </a:lnTo>
                    <a:cubicBezTo>
                      <a:pt x="102759" y="21900"/>
                      <a:pt x="89809" y="27291"/>
                      <a:pt x="76889" y="30820"/>
                    </a:cubicBezTo>
                    <a:cubicBezTo>
                      <a:pt x="51685" y="37401"/>
                      <a:pt x="25160" y="36958"/>
                      <a:pt x="190" y="29539"/>
                    </a:cubicBezTo>
                    <a:lnTo>
                      <a:pt x="717" y="28000"/>
                    </a:lnTo>
                    <a:cubicBezTo>
                      <a:pt x="26376" y="15090"/>
                      <a:pt x="53789" y="6007"/>
                      <a:pt x="82083" y="1039"/>
                    </a:cubicBezTo>
                    <a:cubicBezTo>
                      <a:pt x="81907" y="714"/>
                      <a:pt x="81767" y="371"/>
                      <a:pt x="81664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1531165" y="3589336"/>
                <a:ext cx="196091" cy="98051"/>
              </a:xfrm>
              <a:custGeom>
                <a:avLst/>
                <a:gdLst/>
                <a:ahLst/>
                <a:cxnLst/>
                <a:rect l="l" t="t" r="r" b="b"/>
                <a:pathLst>
                  <a:path w="142612" h="71310" extrusionOk="0">
                    <a:moveTo>
                      <a:pt x="142383" y="41803"/>
                    </a:moveTo>
                    <a:cubicBezTo>
                      <a:pt x="142486" y="42158"/>
                      <a:pt x="142627" y="42501"/>
                      <a:pt x="142802" y="42826"/>
                    </a:cubicBezTo>
                    <a:cubicBezTo>
                      <a:pt x="114508" y="47794"/>
                      <a:pt x="87095" y="56877"/>
                      <a:pt x="61436" y="69787"/>
                    </a:cubicBezTo>
                    <a:lnTo>
                      <a:pt x="60909" y="71326"/>
                    </a:lnTo>
                    <a:cubicBezTo>
                      <a:pt x="47621" y="67432"/>
                      <a:pt x="34982" y="61594"/>
                      <a:pt x="23403" y="54002"/>
                    </a:cubicBezTo>
                    <a:cubicBezTo>
                      <a:pt x="15089" y="48467"/>
                      <a:pt x="7317" y="42161"/>
                      <a:pt x="190" y="35165"/>
                    </a:cubicBezTo>
                    <a:cubicBezTo>
                      <a:pt x="19357" y="14286"/>
                      <a:pt x="45903" y="1680"/>
                      <a:pt x="74208" y="16"/>
                    </a:cubicBezTo>
                    <a:cubicBezTo>
                      <a:pt x="97337" y="13251"/>
                      <a:pt x="120114" y="27244"/>
                      <a:pt x="142383" y="418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1396814" y="3475657"/>
                <a:ext cx="236074" cy="161967"/>
              </a:xfrm>
              <a:custGeom>
                <a:avLst/>
                <a:gdLst/>
                <a:ahLst/>
                <a:cxnLst/>
                <a:rect l="l" t="t" r="r" b="b"/>
                <a:pathLst>
                  <a:path w="171690" h="117794" extrusionOk="0">
                    <a:moveTo>
                      <a:pt x="4899" y="551"/>
                    </a:moveTo>
                    <a:cubicBezTo>
                      <a:pt x="62322" y="24185"/>
                      <a:pt x="118107" y="51615"/>
                      <a:pt x="171881" y="82660"/>
                    </a:cubicBezTo>
                    <a:cubicBezTo>
                      <a:pt x="143576" y="84324"/>
                      <a:pt x="117029" y="96930"/>
                      <a:pt x="97862" y="117810"/>
                    </a:cubicBezTo>
                    <a:cubicBezTo>
                      <a:pt x="61691" y="82969"/>
                      <a:pt x="38574" y="33871"/>
                      <a:pt x="190" y="558"/>
                    </a:cubicBezTo>
                    <a:cubicBezTo>
                      <a:pt x="1721" y="374"/>
                      <a:pt x="3339" y="200"/>
                      <a:pt x="487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1599612" y="3379492"/>
                <a:ext cx="127471" cy="97717"/>
              </a:xfrm>
              <a:custGeom>
                <a:avLst/>
                <a:gdLst/>
                <a:ahLst/>
                <a:cxnLst/>
                <a:rect l="l" t="t" r="r" b="b"/>
                <a:pathLst>
                  <a:path w="92706" h="71067" extrusionOk="0">
                    <a:moveTo>
                      <a:pt x="92897" y="71083"/>
                    </a:moveTo>
                    <a:cubicBezTo>
                      <a:pt x="58694" y="52035"/>
                      <a:pt x="27462" y="28093"/>
                      <a:pt x="190" y="16"/>
                    </a:cubicBezTo>
                    <a:cubicBezTo>
                      <a:pt x="23007" y="1536"/>
                      <a:pt x="45480" y="6377"/>
                      <a:pt x="66898" y="14385"/>
                    </a:cubicBezTo>
                    <a:cubicBezTo>
                      <a:pt x="74376" y="30933"/>
                      <a:pt x="81874" y="47305"/>
                      <a:pt x="89459" y="63687"/>
                    </a:cubicBezTo>
                    <a:cubicBezTo>
                      <a:pt x="90599" y="66211"/>
                      <a:pt x="91748" y="68647"/>
                      <a:pt x="92897" y="71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1541364" y="3293866"/>
                <a:ext cx="149948" cy="105351"/>
              </a:xfrm>
              <a:custGeom>
                <a:avLst/>
                <a:gdLst/>
                <a:ahLst/>
                <a:cxnLst/>
                <a:rect l="l" t="t" r="r" b="b"/>
                <a:pathLst>
                  <a:path w="109053" h="76619" extrusionOk="0">
                    <a:moveTo>
                      <a:pt x="82924" y="17239"/>
                    </a:moveTo>
                    <a:cubicBezTo>
                      <a:pt x="91541" y="37109"/>
                      <a:pt x="100314" y="56908"/>
                      <a:pt x="109243" y="76636"/>
                    </a:cubicBezTo>
                    <a:cubicBezTo>
                      <a:pt x="87826" y="68627"/>
                      <a:pt x="65353" y="63787"/>
                      <a:pt x="42536" y="62266"/>
                    </a:cubicBezTo>
                    <a:cubicBezTo>
                      <a:pt x="25065" y="44005"/>
                      <a:pt x="10755" y="22968"/>
                      <a:pt x="190" y="16"/>
                    </a:cubicBezTo>
                    <a:cubicBezTo>
                      <a:pt x="28514" y="1112"/>
                      <a:pt x="56410" y="7292"/>
                      <a:pt x="82544" y="182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1491821" y="2922617"/>
                <a:ext cx="163284" cy="396195"/>
              </a:xfrm>
              <a:custGeom>
                <a:avLst/>
                <a:gdLst/>
                <a:ahLst/>
                <a:cxnLst/>
                <a:rect l="l" t="t" r="r" b="b"/>
                <a:pathLst>
                  <a:path w="118752" h="288142" extrusionOk="0">
                    <a:moveTo>
                      <a:pt x="118943" y="287136"/>
                    </a:moveTo>
                    <a:lnTo>
                      <a:pt x="118562" y="288158"/>
                    </a:lnTo>
                    <a:cubicBezTo>
                      <a:pt x="92429" y="277189"/>
                      <a:pt x="64533" y="271008"/>
                      <a:pt x="36208" y="269912"/>
                    </a:cubicBezTo>
                    <a:cubicBezTo>
                      <a:pt x="33110" y="263134"/>
                      <a:pt x="30447" y="256165"/>
                      <a:pt x="28236" y="249048"/>
                    </a:cubicBezTo>
                    <a:cubicBezTo>
                      <a:pt x="21258" y="223625"/>
                      <a:pt x="17026" y="197529"/>
                      <a:pt x="15614" y="171205"/>
                    </a:cubicBezTo>
                    <a:cubicBezTo>
                      <a:pt x="10451" y="114081"/>
                      <a:pt x="5309" y="57018"/>
                      <a:pt x="190" y="16"/>
                    </a:cubicBezTo>
                    <a:cubicBezTo>
                      <a:pt x="1915" y="1274"/>
                      <a:pt x="3630" y="2619"/>
                      <a:pt x="5346" y="3965"/>
                    </a:cubicBezTo>
                    <a:cubicBezTo>
                      <a:pt x="40332" y="99483"/>
                      <a:pt x="78197" y="193873"/>
                      <a:pt x="118943" y="2871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1551987" y="3897671"/>
                <a:ext cx="135820" cy="57827"/>
              </a:xfrm>
              <a:custGeom>
                <a:avLst/>
                <a:gdLst/>
                <a:ahLst/>
                <a:cxnLst/>
                <a:rect l="l" t="t" r="r" b="b"/>
                <a:pathLst>
                  <a:path w="98778" h="42056" extrusionOk="0">
                    <a:moveTo>
                      <a:pt x="48094" y="35801"/>
                    </a:moveTo>
                    <a:cubicBezTo>
                      <a:pt x="64074" y="37537"/>
                      <a:pt x="81337" y="39446"/>
                      <a:pt x="98968" y="42073"/>
                    </a:cubicBezTo>
                    <a:cubicBezTo>
                      <a:pt x="89917" y="30374"/>
                      <a:pt x="84907" y="16058"/>
                      <a:pt x="84691" y="1272"/>
                    </a:cubicBezTo>
                    <a:lnTo>
                      <a:pt x="84566" y="16"/>
                    </a:lnTo>
                    <a:cubicBezTo>
                      <a:pt x="55195" y="3041"/>
                      <a:pt x="26611" y="11338"/>
                      <a:pt x="190" y="24510"/>
                    </a:cubicBezTo>
                    <a:lnTo>
                      <a:pt x="1719" y="27522"/>
                    </a:lnTo>
                    <a:cubicBezTo>
                      <a:pt x="17250" y="29973"/>
                      <a:pt x="32699" y="32763"/>
                      <a:pt x="48094" y="3580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1668049" y="3896076"/>
                <a:ext cx="141984" cy="90778"/>
              </a:xfrm>
              <a:custGeom>
                <a:avLst/>
                <a:gdLst/>
                <a:ahLst/>
                <a:cxnLst/>
                <a:rect l="l" t="t" r="r" b="b"/>
                <a:pathLst>
                  <a:path w="103261" h="66020" extrusionOk="0">
                    <a:moveTo>
                      <a:pt x="14592" y="43232"/>
                    </a:moveTo>
                    <a:cubicBezTo>
                      <a:pt x="45043" y="47121"/>
                      <a:pt x="74893" y="54782"/>
                      <a:pt x="103451" y="66036"/>
                    </a:cubicBezTo>
                    <a:cubicBezTo>
                      <a:pt x="87384" y="48086"/>
                      <a:pt x="74853" y="27266"/>
                      <a:pt x="66515" y="4671"/>
                    </a:cubicBezTo>
                    <a:cubicBezTo>
                      <a:pt x="44728" y="28"/>
                      <a:pt x="22344" y="-1151"/>
                      <a:pt x="190" y="1175"/>
                    </a:cubicBezTo>
                    <a:lnTo>
                      <a:pt x="315" y="2432"/>
                    </a:lnTo>
                    <a:cubicBezTo>
                      <a:pt x="531" y="17217"/>
                      <a:pt x="5541" y="31534"/>
                      <a:pt x="14592" y="43232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1759280" y="3902479"/>
                <a:ext cx="137727" cy="121538"/>
              </a:xfrm>
              <a:custGeom>
                <a:avLst/>
                <a:gdLst/>
                <a:ahLst/>
                <a:cxnLst/>
                <a:rect l="l" t="t" r="r" b="b"/>
                <a:pathLst>
                  <a:path w="100165" h="88391" extrusionOk="0">
                    <a:moveTo>
                      <a:pt x="37127" y="61381"/>
                    </a:moveTo>
                    <a:cubicBezTo>
                      <a:pt x="48543" y="66134"/>
                      <a:pt x="59424" y="72081"/>
                      <a:pt x="69588" y="79122"/>
                    </a:cubicBezTo>
                    <a:cubicBezTo>
                      <a:pt x="78221" y="82133"/>
                      <a:pt x="86832" y="85201"/>
                      <a:pt x="95402" y="88407"/>
                    </a:cubicBezTo>
                    <a:cubicBezTo>
                      <a:pt x="97030" y="88146"/>
                      <a:pt x="98649" y="87972"/>
                      <a:pt x="100355" y="87807"/>
                    </a:cubicBezTo>
                    <a:cubicBezTo>
                      <a:pt x="86125" y="75558"/>
                      <a:pt x="78766" y="57143"/>
                      <a:pt x="80640" y="38468"/>
                    </a:cubicBezTo>
                    <a:cubicBezTo>
                      <a:pt x="58194" y="20303"/>
                      <a:pt x="31944" y="7421"/>
                      <a:pt x="3836" y="778"/>
                    </a:cubicBezTo>
                    <a:cubicBezTo>
                      <a:pt x="2625" y="465"/>
                      <a:pt x="1408" y="241"/>
                      <a:pt x="190" y="16"/>
                    </a:cubicBezTo>
                    <a:cubicBezTo>
                      <a:pt x="8528" y="22612"/>
                      <a:pt x="21060" y="43431"/>
                      <a:pt x="37127" y="6138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1869547" y="3955370"/>
                <a:ext cx="66491" cy="86136"/>
              </a:xfrm>
              <a:custGeom>
                <a:avLst/>
                <a:gdLst/>
                <a:ahLst/>
                <a:cxnLst/>
                <a:rect l="l" t="t" r="r" b="b"/>
                <a:pathLst>
                  <a:path w="48357" h="62644" extrusionOk="0">
                    <a:moveTo>
                      <a:pt x="48547" y="61130"/>
                    </a:moveTo>
                    <a:lnTo>
                      <a:pt x="47932" y="62660"/>
                    </a:lnTo>
                    <a:cubicBezTo>
                      <a:pt x="37142" y="58259"/>
                      <a:pt x="26244" y="54025"/>
                      <a:pt x="15239" y="49956"/>
                    </a:cubicBezTo>
                    <a:cubicBezTo>
                      <a:pt x="16868" y="49693"/>
                      <a:pt x="18486" y="49520"/>
                      <a:pt x="20193" y="49355"/>
                    </a:cubicBezTo>
                    <a:cubicBezTo>
                      <a:pt x="5962" y="37106"/>
                      <a:pt x="-1396" y="18691"/>
                      <a:pt x="478" y="16"/>
                    </a:cubicBezTo>
                    <a:cubicBezTo>
                      <a:pt x="20977" y="16436"/>
                      <a:pt x="37423" y="37346"/>
                      <a:pt x="48548" y="61130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2028927" y="3194623"/>
                <a:ext cx="19790" cy="44505"/>
              </a:xfrm>
              <a:custGeom>
                <a:avLst/>
                <a:gdLst/>
                <a:ahLst/>
                <a:cxnLst/>
                <a:rect l="l" t="t" r="r" b="b"/>
                <a:pathLst>
                  <a:path w="14393" h="32367" extrusionOk="0">
                    <a:moveTo>
                      <a:pt x="8301" y="16"/>
                    </a:moveTo>
                    <a:cubicBezTo>
                      <a:pt x="6138" y="10945"/>
                      <a:pt x="3296" y="21831"/>
                      <a:pt x="190" y="32383"/>
                    </a:cubicBezTo>
                    <a:cubicBezTo>
                      <a:pt x="3876" y="30296"/>
                      <a:pt x="7624" y="28324"/>
                      <a:pt x="11494" y="26608"/>
                    </a:cubicBezTo>
                    <a:lnTo>
                      <a:pt x="14584" y="25977"/>
                    </a:lnTo>
                    <a:cubicBezTo>
                      <a:pt x="12798" y="17267"/>
                      <a:pt x="10617" y="8626"/>
                      <a:pt x="8301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1927649" y="3357408"/>
                <a:ext cx="124539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4" h="125319" extrusionOk="0">
                    <a:moveTo>
                      <a:pt x="90327" y="16"/>
                    </a:moveTo>
                    <a:cubicBezTo>
                      <a:pt x="69817" y="6849"/>
                      <a:pt x="50600" y="17075"/>
                      <a:pt x="33478" y="30267"/>
                    </a:cubicBezTo>
                    <a:cubicBezTo>
                      <a:pt x="24683" y="52065"/>
                      <a:pt x="15033" y="73546"/>
                      <a:pt x="4257" y="94353"/>
                    </a:cubicBezTo>
                    <a:cubicBezTo>
                      <a:pt x="2817" y="104671"/>
                      <a:pt x="1418" y="114994"/>
                      <a:pt x="190" y="125335"/>
                    </a:cubicBezTo>
                    <a:cubicBezTo>
                      <a:pt x="15976" y="111038"/>
                      <a:pt x="35409" y="101378"/>
                      <a:pt x="56343" y="97424"/>
                    </a:cubicBezTo>
                    <a:lnTo>
                      <a:pt x="56928" y="97756"/>
                    </a:lnTo>
                    <a:cubicBezTo>
                      <a:pt x="73042" y="67070"/>
                      <a:pt x="84448" y="34139"/>
                      <a:pt x="90765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1605061" y="3484590"/>
                <a:ext cx="116330" cy="149296"/>
              </a:xfrm>
              <a:custGeom>
                <a:avLst/>
                <a:gdLst/>
                <a:ahLst/>
                <a:cxnLst/>
                <a:rect l="l" t="t" r="r" b="b"/>
                <a:pathLst>
                  <a:path w="84604" h="108579" extrusionOk="0">
                    <a:moveTo>
                      <a:pt x="84794" y="108595"/>
                    </a:moveTo>
                    <a:cubicBezTo>
                      <a:pt x="78544" y="92629"/>
                      <a:pt x="75801" y="75506"/>
                      <a:pt x="76752" y="58388"/>
                    </a:cubicBezTo>
                    <a:lnTo>
                      <a:pt x="77728" y="57610"/>
                    </a:lnTo>
                    <a:cubicBezTo>
                      <a:pt x="70070" y="48270"/>
                      <a:pt x="61653" y="39580"/>
                      <a:pt x="52559" y="31630"/>
                    </a:cubicBezTo>
                    <a:cubicBezTo>
                      <a:pt x="37565" y="18552"/>
                      <a:pt x="20624" y="7886"/>
                      <a:pt x="2346" y="16"/>
                    </a:cubicBezTo>
                    <a:lnTo>
                      <a:pt x="190" y="5013"/>
                    </a:lnTo>
                    <a:cubicBezTo>
                      <a:pt x="2949" y="20401"/>
                      <a:pt x="7284" y="35466"/>
                      <a:pt x="13127" y="49968"/>
                    </a:cubicBezTo>
                    <a:cubicBezTo>
                      <a:pt x="41056" y="63980"/>
                      <a:pt x="65532" y="84002"/>
                      <a:pt x="84794" y="1085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11403252" y="3464953"/>
                <a:ext cx="219520" cy="88314"/>
              </a:xfrm>
              <a:custGeom>
                <a:avLst/>
                <a:gdLst/>
                <a:ahLst/>
                <a:cxnLst/>
                <a:rect l="l" t="t" r="r" b="b"/>
                <a:pathLst>
                  <a:path w="159651" h="64228" extrusionOk="0">
                    <a:moveTo>
                      <a:pt x="59149" y="24209"/>
                    </a:moveTo>
                    <a:cubicBezTo>
                      <a:pt x="93851" y="34498"/>
                      <a:pt x="127552" y="47898"/>
                      <a:pt x="159841" y="64245"/>
                    </a:cubicBezTo>
                    <a:cubicBezTo>
                      <a:pt x="153998" y="49742"/>
                      <a:pt x="149663" y="34678"/>
                      <a:pt x="146904" y="19290"/>
                    </a:cubicBezTo>
                    <a:lnTo>
                      <a:pt x="149061" y="14292"/>
                    </a:lnTo>
                    <a:cubicBezTo>
                      <a:pt x="129548" y="5737"/>
                      <a:pt x="108607" y="901"/>
                      <a:pt x="87316" y="33"/>
                    </a:cubicBezTo>
                    <a:cubicBezTo>
                      <a:pt x="70703" y="-139"/>
                      <a:pt x="54100" y="946"/>
                      <a:pt x="37650" y="3279"/>
                    </a:cubicBezTo>
                    <a:cubicBezTo>
                      <a:pt x="25131" y="4811"/>
                      <a:pt x="12709" y="6266"/>
                      <a:pt x="190" y="7798"/>
                    </a:cubicBezTo>
                    <a:lnTo>
                      <a:pt x="219" y="8334"/>
                    </a:lnTo>
                    <a:cubicBezTo>
                      <a:pt x="11438" y="12952"/>
                      <a:pt x="22544" y="17836"/>
                      <a:pt x="33638" y="22744"/>
                    </a:cubicBezTo>
                    <a:cubicBezTo>
                      <a:pt x="42120" y="20944"/>
                      <a:pt x="50929" y="21450"/>
                      <a:pt x="59149" y="242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11691371" y="332599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12056790" y="3918524"/>
                <a:ext cx="64168" cy="95645"/>
              </a:xfrm>
              <a:custGeom>
                <a:avLst/>
                <a:gdLst/>
                <a:ahLst/>
                <a:cxnLst/>
                <a:rect l="l" t="t" r="r" b="b"/>
                <a:pathLst>
                  <a:path w="46668" h="69560" extrusionOk="0">
                    <a:moveTo>
                      <a:pt x="44840" y="19072"/>
                    </a:moveTo>
                    <a:cubicBezTo>
                      <a:pt x="45458" y="12749"/>
                      <a:pt x="46153" y="6523"/>
                      <a:pt x="46859" y="211"/>
                    </a:cubicBezTo>
                    <a:cubicBezTo>
                      <a:pt x="46322" y="1039"/>
                      <a:pt x="45786" y="1866"/>
                      <a:pt x="45239" y="2782"/>
                    </a:cubicBezTo>
                    <a:cubicBezTo>
                      <a:pt x="44710" y="1839"/>
                      <a:pt x="44102" y="945"/>
                      <a:pt x="43552" y="16"/>
                    </a:cubicBezTo>
                    <a:cubicBezTo>
                      <a:pt x="31122" y="9366"/>
                      <a:pt x="14794" y="11775"/>
                      <a:pt x="190" y="6413"/>
                    </a:cubicBezTo>
                    <a:cubicBezTo>
                      <a:pt x="11721" y="28689"/>
                      <a:pt x="25316" y="49836"/>
                      <a:pt x="40795" y="69577"/>
                    </a:cubicBezTo>
                    <a:cubicBezTo>
                      <a:pt x="41041" y="65786"/>
                      <a:pt x="41189" y="62075"/>
                      <a:pt x="41523" y="58295"/>
                    </a:cubicBezTo>
                    <a:cubicBezTo>
                      <a:pt x="42368" y="45161"/>
                      <a:pt x="43564" y="32068"/>
                      <a:pt x="44840" y="19072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1914317" y="3487171"/>
                <a:ext cx="18917" cy="47728"/>
              </a:xfrm>
              <a:custGeom>
                <a:avLst/>
                <a:gdLst/>
                <a:ahLst/>
                <a:cxnLst/>
                <a:rect l="l" t="t" r="r" b="b"/>
                <a:pathLst>
                  <a:path w="13758" h="34711" extrusionOk="0">
                    <a:moveTo>
                      <a:pt x="190" y="24966"/>
                    </a:moveTo>
                    <a:cubicBezTo>
                      <a:pt x="2273" y="28113"/>
                      <a:pt x="4183" y="31372"/>
                      <a:pt x="5910" y="34727"/>
                    </a:cubicBezTo>
                    <a:cubicBezTo>
                      <a:pt x="7208" y="33451"/>
                      <a:pt x="8505" y="32175"/>
                      <a:pt x="9881" y="30998"/>
                    </a:cubicBezTo>
                    <a:cubicBezTo>
                      <a:pt x="11110" y="20657"/>
                      <a:pt x="12509" y="10334"/>
                      <a:pt x="13948" y="16"/>
                    </a:cubicBezTo>
                    <a:cubicBezTo>
                      <a:pt x="9572" y="8466"/>
                      <a:pt x="4950" y="16762"/>
                      <a:pt x="190" y="249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1885083" y="3521490"/>
                <a:ext cx="42549" cy="99866"/>
              </a:xfrm>
              <a:custGeom>
                <a:avLst/>
                <a:gdLst/>
                <a:ahLst/>
                <a:cxnLst/>
                <a:rect l="l" t="t" r="r" b="b"/>
                <a:pathLst>
                  <a:path w="30945" h="72630" extrusionOk="0">
                    <a:moveTo>
                      <a:pt x="27164" y="9777"/>
                    </a:moveTo>
                    <a:cubicBezTo>
                      <a:pt x="25436" y="6422"/>
                      <a:pt x="23527" y="3163"/>
                      <a:pt x="21444" y="16"/>
                    </a:cubicBezTo>
                    <a:cubicBezTo>
                      <a:pt x="18389" y="5282"/>
                      <a:pt x="15329" y="10544"/>
                      <a:pt x="12104" y="15693"/>
                    </a:cubicBezTo>
                    <a:cubicBezTo>
                      <a:pt x="9000" y="20768"/>
                      <a:pt x="4957" y="25206"/>
                      <a:pt x="190" y="28768"/>
                    </a:cubicBezTo>
                    <a:cubicBezTo>
                      <a:pt x="7299" y="44007"/>
                      <a:pt x="15573" y="58676"/>
                      <a:pt x="24936" y="72646"/>
                    </a:cubicBezTo>
                    <a:cubicBezTo>
                      <a:pt x="26450" y="50355"/>
                      <a:pt x="28480" y="28211"/>
                      <a:pt x="31135" y="6048"/>
                    </a:cubicBezTo>
                    <a:cubicBezTo>
                      <a:pt x="29759" y="7226"/>
                      <a:pt x="28462" y="8501"/>
                      <a:pt x="27164" y="97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1874935" y="4024064"/>
                <a:ext cx="8127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59109" h="34445" extrusionOk="0">
                    <a:moveTo>
                      <a:pt x="23735" y="34462"/>
                    </a:moveTo>
                    <a:cubicBezTo>
                      <a:pt x="34194" y="26569"/>
                      <a:pt x="46386" y="21282"/>
                      <a:pt x="59299" y="19042"/>
                    </a:cubicBezTo>
                    <a:cubicBezTo>
                      <a:pt x="54211" y="16876"/>
                      <a:pt x="49113" y="14798"/>
                      <a:pt x="44016" y="12719"/>
                    </a:cubicBezTo>
                    <a:cubicBezTo>
                      <a:pt x="33225" y="8320"/>
                      <a:pt x="22328" y="4085"/>
                      <a:pt x="11323" y="16"/>
                    </a:cubicBezTo>
                    <a:cubicBezTo>
                      <a:pt x="7548" y="597"/>
                      <a:pt x="3826" y="1475"/>
                      <a:pt x="190" y="2641"/>
                    </a:cubicBezTo>
                    <a:cubicBezTo>
                      <a:pt x="9897" y="11740"/>
                      <a:pt x="17874" y="22521"/>
                      <a:pt x="23735" y="344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1854739" y="4011291"/>
                <a:ext cx="35494" cy="16378"/>
              </a:xfrm>
              <a:custGeom>
                <a:avLst/>
                <a:gdLst/>
                <a:ahLst/>
                <a:cxnLst/>
                <a:rect l="l" t="t" r="r" b="b"/>
                <a:pathLst>
                  <a:path w="25814" h="11911" extrusionOk="0">
                    <a:moveTo>
                      <a:pt x="14871" y="11927"/>
                    </a:moveTo>
                    <a:cubicBezTo>
                      <a:pt x="18508" y="10761"/>
                      <a:pt x="22230" y="9883"/>
                      <a:pt x="26004" y="9301"/>
                    </a:cubicBezTo>
                    <a:cubicBezTo>
                      <a:pt x="17434" y="6095"/>
                      <a:pt x="8823" y="3027"/>
                      <a:pt x="190" y="16"/>
                    </a:cubicBezTo>
                    <a:cubicBezTo>
                      <a:pt x="5364" y="3629"/>
                      <a:pt x="10270" y="7609"/>
                      <a:pt x="14872" y="11927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1544488" y="3931363"/>
                <a:ext cx="73365" cy="26511"/>
              </a:xfrm>
              <a:custGeom>
                <a:avLst/>
                <a:gdLst/>
                <a:ahLst/>
                <a:cxnLst/>
                <a:rect l="l" t="t" r="r" b="b"/>
                <a:pathLst>
                  <a:path w="53356" h="19281" extrusionOk="0">
                    <a:moveTo>
                      <a:pt x="49848" y="10905"/>
                    </a:moveTo>
                    <a:cubicBezTo>
                      <a:pt x="51063" y="11036"/>
                      <a:pt x="52314" y="11174"/>
                      <a:pt x="53547" y="11307"/>
                    </a:cubicBezTo>
                    <a:cubicBezTo>
                      <a:pt x="38151" y="8269"/>
                      <a:pt x="22702" y="5479"/>
                      <a:pt x="7171" y="3028"/>
                    </a:cubicBezTo>
                    <a:lnTo>
                      <a:pt x="5642" y="16"/>
                    </a:lnTo>
                    <a:cubicBezTo>
                      <a:pt x="3867" y="795"/>
                      <a:pt x="1986" y="1738"/>
                      <a:pt x="190" y="2693"/>
                    </a:cubicBezTo>
                    <a:cubicBezTo>
                      <a:pt x="5883" y="8228"/>
                      <a:pt x="11577" y="13763"/>
                      <a:pt x="17271" y="19297"/>
                    </a:cubicBezTo>
                    <a:cubicBezTo>
                      <a:pt x="26597" y="12314"/>
                      <a:pt x="38307" y="9298"/>
                      <a:pt x="49848" y="10905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1732608" y="3650771"/>
                <a:ext cx="41737" cy="30667"/>
              </a:xfrm>
              <a:custGeom>
                <a:avLst/>
                <a:gdLst/>
                <a:ahLst/>
                <a:cxnLst/>
                <a:rect l="l" t="t" r="r" b="b"/>
                <a:pathLst>
                  <a:path w="30354" h="22303" extrusionOk="0">
                    <a:moveTo>
                      <a:pt x="190" y="16"/>
                    </a:moveTo>
                    <a:cubicBezTo>
                      <a:pt x="4383" y="7134"/>
                      <a:pt x="7964" y="14595"/>
                      <a:pt x="10895" y="22319"/>
                    </a:cubicBezTo>
                    <a:cubicBezTo>
                      <a:pt x="17226" y="20616"/>
                      <a:pt x="23817" y="20093"/>
                      <a:pt x="30339" y="20777"/>
                    </a:cubicBezTo>
                    <a:lnTo>
                      <a:pt x="30544" y="20533"/>
                    </a:lnTo>
                    <a:cubicBezTo>
                      <a:pt x="20499" y="13496"/>
                      <a:pt x="10390" y="6723"/>
                      <a:pt x="190" y="16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1396816" y="3475657"/>
                <a:ext cx="524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38127" h="22400" extrusionOk="0">
                    <a:moveTo>
                      <a:pt x="38317" y="14961"/>
                    </a:moveTo>
                    <a:cubicBezTo>
                      <a:pt x="27223" y="10054"/>
                      <a:pt x="16117" y="5169"/>
                      <a:pt x="4898" y="551"/>
                    </a:cubicBezTo>
                    <a:lnTo>
                      <a:pt x="4869" y="16"/>
                    </a:lnTo>
                    <a:cubicBezTo>
                      <a:pt x="3338" y="199"/>
                      <a:pt x="1720" y="374"/>
                      <a:pt x="190" y="558"/>
                    </a:cubicBezTo>
                    <a:cubicBezTo>
                      <a:pt x="7829" y="7333"/>
                      <a:pt x="14982" y="14637"/>
                      <a:pt x="21595" y="22416"/>
                    </a:cubicBezTo>
                    <a:cubicBezTo>
                      <a:pt x="26615" y="18841"/>
                      <a:pt x="32301" y="16306"/>
                      <a:pt x="38317" y="149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1623274" y="3386960"/>
                <a:ext cx="103819" cy="90254"/>
              </a:xfrm>
              <a:custGeom>
                <a:avLst/>
                <a:gdLst/>
                <a:ahLst/>
                <a:cxnLst/>
                <a:rect l="l" t="t" r="r" b="b"/>
                <a:pathLst>
                  <a:path w="75505" h="65639" extrusionOk="0">
                    <a:moveTo>
                      <a:pt x="190" y="11446"/>
                    </a:moveTo>
                    <a:cubicBezTo>
                      <a:pt x="23341" y="32168"/>
                      <a:pt x="48655" y="50342"/>
                      <a:pt x="75696" y="65655"/>
                    </a:cubicBezTo>
                    <a:cubicBezTo>
                      <a:pt x="74546" y="63219"/>
                      <a:pt x="73397" y="60782"/>
                      <a:pt x="72257" y="58258"/>
                    </a:cubicBezTo>
                    <a:cubicBezTo>
                      <a:pt x="64673" y="41877"/>
                      <a:pt x="57174" y="25504"/>
                      <a:pt x="49695" y="8956"/>
                    </a:cubicBezTo>
                    <a:cubicBezTo>
                      <a:pt x="39846" y="5314"/>
                      <a:pt x="29767" y="2327"/>
                      <a:pt x="19523" y="16"/>
                    </a:cubicBezTo>
                    <a:cubicBezTo>
                      <a:pt x="14102" y="5337"/>
                      <a:pt x="7467" y="9260"/>
                      <a:pt x="190" y="11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1649867" y="3338862"/>
                <a:ext cx="41487" cy="60372"/>
              </a:xfrm>
              <a:custGeom>
                <a:avLst/>
                <a:gdLst/>
                <a:ahLst/>
                <a:cxnLst/>
                <a:rect l="l" t="t" r="r" b="b"/>
                <a:pathLst>
                  <a:path w="30172" h="43907" extrusionOk="0">
                    <a:moveTo>
                      <a:pt x="30362" y="43923"/>
                    </a:moveTo>
                    <a:cubicBezTo>
                      <a:pt x="23783" y="29342"/>
                      <a:pt x="17344" y="14677"/>
                      <a:pt x="10908" y="16"/>
                    </a:cubicBezTo>
                    <a:cubicBezTo>
                      <a:pt x="10973" y="2817"/>
                      <a:pt x="11017" y="5552"/>
                      <a:pt x="11036" y="8178"/>
                    </a:cubicBezTo>
                    <a:cubicBezTo>
                      <a:pt x="11234" y="18218"/>
                      <a:pt x="7315" y="27902"/>
                      <a:pt x="190" y="34982"/>
                    </a:cubicBezTo>
                    <a:cubicBezTo>
                      <a:pt x="10434" y="37293"/>
                      <a:pt x="20513" y="40280"/>
                      <a:pt x="30362" y="439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1485453" y="2916251"/>
                <a:ext cx="709871" cy="1401818"/>
              </a:xfrm>
              <a:custGeom>
                <a:avLst/>
                <a:gdLst/>
                <a:ahLst/>
                <a:cxnLst/>
                <a:rect l="l" t="t" r="r" b="b"/>
                <a:pathLst>
                  <a:path w="516270" h="1019504" extrusionOk="0">
                    <a:moveTo>
                      <a:pt x="515434" y="1010234"/>
                    </a:moveTo>
                    <a:cubicBezTo>
                      <a:pt x="436259" y="886734"/>
                      <a:pt x="362295" y="760112"/>
                      <a:pt x="293542" y="630369"/>
                    </a:cubicBezTo>
                    <a:cubicBezTo>
                      <a:pt x="253650" y="554817"/>
                      <a:pt x="215638" y="478358"/>
                      <a:pt x="179507" y="400992"/>
                    </a:cubicBezTo>
                    <a:cubicBezTo>
                      <a:pt x="179659" y="400770"/>
                      <a:pt x="179790" y="400535"/>
                      <a:pt x="179899" y="400289"/>
                    </a:cubicBezTo>
                    <a:cubicBezTo>
                      <a:pt x="204206" y="324469"/>
                      <a:pt x="191904" y="240808"/>
                      <a:pt x="156769" y="170400"/>
                    </a:cubicBezTo>
                    <a:cubicBezTo>
                      <a:pt x="122601" y="101929"/>
                      <a:pt x="68135" y="45938"/>
                      <a:pt x="7178" y="635"/>
                    </a:cubicBezTo>
                    <a:cubicBezTo>
                      <a:pt x="4943" y="-647"/>
                      <a:pt x="2091" y="125"/>
                      <a:pt x="808" y="2359"/>
                    </a:cubicBezTo>
                    <a:cubicBezTo>
                      <a:pt x="409" y="3054"/>
                      <a:pt x="196" y="3841"/>
                      <a:pt x="190" y="4642"/>
                    </a:cubicBezTo>
                    <a:cubicBezTo>
                      <a:pt x="4416" y="51452"/>
                      <a:pt x="8642" y="98261"/>
                      <a:pt x="12870" y="145071"/>
                    </a:cubicBezTo>
                    <a:cubicBezTo>
                      <a:pt x="16562" y="185962"/>
                      <a:pt x="17699" y="228871"/>
                      <a:pt x="32972" y="267507"/>
                    </a:cubicBezTo>
                    <a:cubicBezTo>
                      <a:pt x="57324" y="329113"/>
                      <a:pt x="111450" y="376997"/>
                      <a:pt x="169247" y="407470"/>
                    </a:cubicBezTo>
                    <a:cubicBezTo>
                      <a:pt x="170138" y="409393"/>
                      <a:pt x="171002" y="411328"/>
                      <a:pt x="171895" y="413250"/>
                    </a:cubicBezTo>
                    <a:cubicBezTo>
                      <a:pt x="233703" y="546308"/>
                      <a:pt x="301270" y="676460"/>
                      <a:pt x="374595" y="803707"/>
                    </a:cubicBezTo>
                    <a:cubicBezTo>
                      <a:pt x="416122" y="875747"/>
                      <a:pt x="459436" y="946712"/>
                      <a:pt x="504535" y="1016600"/>
                    </a:cubicBezTo>
                    <a:cubicBezTo>
                      <a:pt x="508923" y="1023396"/>
                      <a:pt x="519835" y="1017100"/>
                      <a:pt x="515434" y="1010234"/>
                    </a:cubicBezTo>
                    <a:close/>
                    <a:moveTo>
                      <a:pt x="173558" y="388334"/>
                    </a:moveTo>
                    <a:cubicBezTo>
                      <a:pt x="168526" y="377510"/>
                      <a:pt x="163571" y="366649"/>
                      <a:pt x="158610" y="355792"/>
                    </a:cubicBezTo>
                    <a:cubicBezTo>
                      <a:pt x="158949" y="355456"/>
                      <a:pt x="159207" y="355047"/>
                      <a:pt x="159364" y="354597"/>
                    </a:cubicBezTo>
                    <a:cubicBezTo>
                      <a:pt x="164652" y="337779"/>
                      <a:pt x="172538" y="321891"/>
                      <a:pt x="182735" y="307507"/>
                    </a:cubicBezTo>
                    <a:cubicBezTo>
                      <a:pt x="183660" y="334753"/>
                      <a:pt x="180567" y="361987"/>
                      <a:pt x="173558" y="388334"/>
                    </a:cubicBezTo>
                    <a:close/>
                    <a:moveTo>
                      <a:pt x="88118" y="335217"/>
                    </a:moveTo>
                    <a:cubicBezTo>
                      <a:pt x="71544" y="318280"/>
                      <a:pt x="57771" y="298815"/>
                      <a:pt x="47318" y="277553"/>
                    </a:cubicBezTo>
                    <a:cubicBezTo>
                      <a:pt x="71688" y="280141"/>
                      <a:pt x="95635" y="285774"/>
                      <a:pt x="118600" y="294320"/>
                    </a:cubicBezTo>
                    <a:cubicBezTo>
                      <a:pt x="125927" y="311250"/>
                      <a:pt x="133352" y="328139"/>
                      <a:pt x="140873" y="344984"/>
                    </a:cubicBezTo>
                    <a:cubicBezTo>
                      <a:pt x="123864" y="339154"/>
                      <a:pt x="106088" y="335863"/>
                      <a:pt x="88118" y="335217"/>
                    </a:cubicBezTo>
                    <a:close/>
                    <a:moveTo>
                      <a:pt x="182314" y="297509"/>
                    </a:moveTo>
                    <a:cubicBezTo>
                      <a:pt x="170059" y="312534"/>
                      <a:pt x="160850" y="329801"/>
                      <a:pt x="155202" y="348345"/>
                    </a:cubicBezTo>
                    <a:cubicBezTo>
                      <a:pt x="146063" y="328267"/>
                      <a:pt x="137034" y="308136"/>
                      <a:pt x="128115" y="287955"/>
                    </a:cubicBezTo>
                    <a:cubicBezTo>
                      <a:pt x="136894" y="262676"/>
                      <a:pt x="149829" y="239036"/>
                      <a:pt x="166389" y="218009"/>
                    </a:cubicBezTo>
                    <a:cubicBezTo>
                      <a:pt x="175100" y="243713"/>
                      <a:pt x="180452" y="270434"/>
                      <a:pt x="182314" y="297509"/>
                    </a:cubicBezTo>
                    <a:close/>
                    <a:moveTo>
                      <a:pt x="147046" y="171870"/>
                    </a:moveTo>
                    <a:cubicBezTo>
                      <a:pt x="153560" y="184618"/>
                      <a:pt x="159255" y="197768"/>
                      <a:pt x="164100" y="211238"/>
                    </a:cubicBezTo>
                    <a:cubicBezTo>
                      <a:pt x="147323" y="231806"/>
                      <a:pt x="133951" y="254926"/>
                      <a:pt x="124492" y="279721"/>
                    </a:cubicBezTo>
                    <a:cubicBezTo>
                      <a:pt x="117717" y="264280"/>
                      <a:pt x="111006" y="248810"/>
                      <a:pt x="104356" y="233311"/>
                    </a:cubicBezTo>
                    <a:cubicBezTo>
                      <a:pt x="74163" y="162772"/>
                      <a:pt x="46962" y="91016"/>
                      <a:pt x="17393" y="20238"/>
                    </a:cubicBezTo>
                    <a:cubicBezTo>
                      <a:pt x="70992" y="60905"/>
                      <a:pt x="115210" y="112619"/>
                      <a:pt x="147046" y="171870"/>
                    </a:cubicBezTo>
                    <a:close/>
                    <a:moveTo>
                      <a:pt x="21272" y="136294"/>
                    </a:moveTo>
                    <a:cubicBezTo>
                      <a:pt x="17760" y="97085"/>
                      <a:pt x="14247" y="57875"/>
                      <a:pt x="10735" y="18665"/>
                    </a:cubicBezTo>
                    <a:cubicBezTo>
                      <a:pt x="31878" y="84598"/>
                      <a:pt x="58072" y="149173"/>
                      <a:pt x="84313" y="213169"/>
                    </a:cubicBezTo>
                    <a:cubicBezTo>
                      <a:pt x="94354" y="237653"/>
                      <a:pt x="104633" y="262037"/>
                      <a:pt x="115150" y="286320"/>
                    </a:cubicBezTo>
                    <a:cubicBezTo>
                      <a:pt x="92717" y="277523"/>
                      <a:pt x="68902" y="272769"/>
                      <a:pt x="44808" y="272278"/>
                    </a:cubicBezTo>
                    <a:cubicBezTo>
                      <a:pt x="42863" y="267894"/>
                      <a:pt x="41037" y="263427"/>
                      <a:pt x="39409" y="258823"/>
                    </a:cubicBezTo>
                    <a:cubicBezTo>
                      <a:pt x="25645" y="219896"/>
                      <a:pt x="24923" y="177041"/>
                      <a:pt x="21272" y="136294"/>
                    </a:cubicBezTo>
                    <a:close/>
                    <a:moveTo>
                      <a:pt x="92864" y="340006"/>
                    </a:moveTo>
                    <a:cubicBezTo>
                      <a:pt x="110269" y="342729"/>
                      <a:pt x="127424" y="346864"/>
                      <a:pt x="144157" y="352369"/>
                    </a:cubicBezTo>
                    <a:cubicBezTo>
                      <a:pt x="150807" y="367196"/>
                      <a:pt x="157533" y="381989"/>
                      <a:pt x="164336" y="396748"/>
                    </a:cubicBezTo>
                    <a:cubicBezTo>
                      <a:pt x="138769" y="380136"/>
                      <a:pt x="114838" y="361137"/>
                      <a:pt x="92864" y="3400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1389209" y="3457324"/>
                <a:ext cx="474511" cy="289409"/>
              </a:xfrm>
              <a:custGeom>
                <a:avLst/>
                <a:gdLst/>
                <a:ahLst/>
                <a:cxnLst/>
                <a:rect l="l" t="t" r="r" b="b"/>
                <a:pathLst>
                  <a:path w="345099" h="210479" extrusionOk="0">
                    <a:moveTo>
                      <a:pt x="343637" y="201281"/>
                    </a:moveTo>
                    <a:cubicBezTo>
                      <a:pt x="323447" y="185211"/>
                      <a:pt x="302472" y="170070"/>
                      <a:pt x="281143" y="155430"/>
                    </a:cubicBezTo>
                    <a:cubicBezTo>
                      <a:pt x="281699" y="154357"/>
                      <a:pt x="281768" y="153097"/>
                      <a:pt x="281331" y="151970"/>
                    </a:cubicBezTo>
                    <a:cubicBezTo>
                      <a:pt x="264322" y="98905"/>
                      <a:pt x="228737" y="53749"/>
                      <a:pt x="181105" y="24783"/>
                    </a:cubicBezTo>
                    <a:cubicBezTo>
                      <a:pt x="157724" y="11236"/>
                      <a:pt x="131648" y="2991"/>
                      <a:pt x="104724" y="633"/>
                    </a:cubicBezTo>
                    <a:cubicBezTo>
                      <a:pt x="71906" y="-2043"/>
                      <a:pt x="38199" y="4622"/>
                      <a:pt x="5681" y="8446"/>
                    </a:cubicBezTo>
                    <a:cubicBezTo>
                      <a:pt x="1489" y="8939"/>
                      <a:pt x="-2005" y="14229"/>
                      <a:pt x="1865" y="17652"/>
                    </a:cubicBezTo>
                    <a:cubicBezTo>
                      <a:pt x="44048" y="54954"/>
                      <a:pt x="66920" y="109357"/>
                      <a:pt x="110742" y="144996"/>
                    </a:cubicBezTo>
                    <a:cubicBezTo>
                      <a:pt x="132373" y="162721"/>
                      <a:pt x="158591" y="173953"/>
                      <a:pt x="186353" y="177388"/>
                    </a:cubicBezTo>
                    <a:cubicBezTo>
                      <a:pt x="200217" y="179137"/>
                      <a:pt x="214261" y="178855"/>
                      <a:pt x="228043" y="176550"/>
                    </a:cubicBezTo>
                    <a:cubicBezTo>
                      <a:pt x="244376" y="173770"/>
                      <a:pt x="259443" y="166720"/>
                      <a:pt x="275920" y="165066"/>
                    </a:cubicBezTo>
                    <a:cubicBezTo>
                      <a:pt x="296570" y="179568"/>
                      <a:pt x="317001" y="194414"/>
                      <a:pt x="337212" y="209604"/>
                    </a:cubicBezTo>
                    <a:cubicBezTo>
                      <a:pt x="341973" y="213194"/>
                      <a:pt x="348347" y="205030"/>
                      <a:pt x="343637" y="201281"/>
                    </a:cubicBezTo>
                    <a:close/>
                    <a:moveTo>
                      <a:pt x="246804" y="132689"/>
                    </a:moveTo>
                    <a:cubicBezTo>
                      <a:pt x="243152" y="124432"/>
                      <a:pt x="240441" y="115792"/>
                      <a:pt x="238722" y="106930"/>
                    </a:cubicBezTo>
                    <a:cubicBezTo>
                      <a:pt x="237751" y="101839"/>
                      <a:pt x="237125" y="96689"/>
                      <a:pt x="236848" y="91514"/>
                    </a:cubicBezTo>
                    <a:cubicBezTo>
                      <a:pt x="236811" y="90832"/>
                      <a:pt x="236845" y="90085"/>
                      <a:pt x="236858" y="89357"/>
                    </a:cubicBezTo>
                    <a:cubicBezTo>
                      <a:pt x="249897" y="107051"/>
                      <a:pt x="260593" y="126354"/>
                      <a:pt x="268680" y="146788"/>
                    </a:cubicBezTo>
                    <a:cubicBezTo>
                      <a:pt x="261464" y="141967"/>
                      <a:pt x="254117" y="137359"/>
                      <a:pt x="246804" y="132689"/>
                    </a:cubicBezTo>
                    <a:close/>
                    <a:moveTo>
                      <a:pt x="230182" y="80773"/>
                    </a:moveTo>
                    <a:cubicBezTo>
                      <a:pt x="229833" y="84610"/>
                      <a:pt x="229905" y="88473"/>
                      <a:pt x="230398" y="92294"/>
                    </a:cubicBezTo>
                    <a:cubicBezTo>
                      <a:pt x="230726" y="97788"/>
                      <a:pt x="231405" y="103256"/>
                      <a:pt x="232430" y="108664"/>
                    </a:cubicBezTo>
                    <a:cubicBezTo>
                      <a:pt x="233609" y="114787"/>
                      <a:pt x="235261" y="120810"/>
                      <a:pt x="237369" y="126678"/>
                    </a:cubicBezTo>
                    <a:cubicBezTo>
                      <a:pt x="220132" y="115879"/>
                      <a:pt x="202743" y="105346"/>
                      <a:pt x="185106" y="95330"/>
                    </a:cubicBezTo>
                    <a:cubicBezTo>
                      <a:pt x="185083" y="94955"/>
                      <a:pt x="184992" y="94587"/>
                      <a:pt x="184837" y="94245"/>
                    </a:cubicBezTo>
                    <a:cubicBezTo>
                      <a:pt x="173461" y="72462"/>
                      <a:pt x="164750" y="49390"/>
                      <a:pt x="158890" y="25527"/>
                    </a:cubicBezTo>
                    <a:cubicBezTo>
                      <a:pt x="163526" y="27579"/>
                      <a:pt x="168106" y="29760"/>
                      <a:pt x="172559" y="32195"/>
                    </a:cubicBezTo>
                    <a:cubicBezTo>
                      <a:pt x="194710" y="44539"/>
                      <a:pt x="214274" y="61032"/>
                      <a:pt x="230182" y="80773"/>
                    </a:cubicBezTo>
                    <a:close/>
                    <a:moveTo>
                      <a:pt x="93338" y="10820"/>
                    </a:moveTo>
                    <a:cubicBezTo>
                      <a:pt x="114821" y="11207"/>
                      <a:pt x="136026" y="15737"/>
                      <a:pt x="155789" y="24162"/>
                    </a:cubicBezTo>
                    <a:cubicBezTo>
                      <a:pt x="155651" y="24353"/>
                      <a:pt x="155576" y="24583"/>
                      <a:pt x="155576" y="24819"/>
                    </a:cubicBezTo>
                    <a:cubicBezTo>
                      <a:pt x="158200" y="47573"/>
                      <a:pt x="164971" y="69655"/>
                      <a:pt x="175553" y="89971"/>
                    </a:cubicBezTo>
                    <a:cubicBezTo>
                      <a:pt x="126326" y="62085"/>
                      <a:pt x="75181" y="37727"/>
                      <a:pt x="22501" y="17080"/>
                    </a:cubicBezTo>
                    <a:cubicBezTo>
                      <a:pt x="45932" y="13291"/>
                      <a:pt x="69606" y="11199"/>
                      <a:pt x="93338" y="10820"/>
                    </a:cubicBezTo>
                    <a:close/>
                    <a:moveTo>
                      <a:pt x="19267" y="19556"/>
                    </a:moveTo>
                    <a:cubicBezTo>
                      <a:pt x="69161" y="42662"/>
                      <a:pt x="118043" y="66876"/>
                      <a:pt x="165661" y="94330"/>
                    </a:cubicBezTo>
                    <a:cubicBezTo>
                      <a:pt x="142719" y="97819"/>
                      <a:pt x="121479" y="108500"/>
                      <a:pt x="105004" y="124832"/>
                    </a:cubicBezTo>
                    <a:cubicBezTo>
                      <a:pt x="72766" y="92931"/>
                      <a:pt x="51167" y="51811"/>
                      <a:pt x="19268" y="19556"/>
                    </a:cubicBezTo>
                    <a:close/>
                    <a:moveTo>
                      <a:pt x="109759" y="129520"/>
                    </a:moveTo>
                    <a:cubicBezTo>
                      <a:pt x="118443" y="121031"/>
                      <a:pt x="128453" y="114013"/>
                      <a:pt x="139396" y="108742"/>
                    </a:cubicBezTo>
                    <a:cubicBezTo>
                      <a:pt x="150547" y="103635"/>
                      <a:pt x="162502" y="100502"/>
                      <a:pt x="174727" y="99484"/>
                    </a:cubicBezTo>
                    <a:cubicBezTo>
                      <a:pt x="176275" y="100395"/>
                      <a:pt x="177855" y="101224"/>
                      <a:pt x="179401" y="102143"/>
                    </a:cubicBezTo>
                    <a:cubicBezTo>
                      <a:pt x="198516" y="113492"/>
                      <a:pt x="217184" y="125456"/>
                      <a:pt x="235678" y="137666"/>
                    </a:cubicBezTo>
                    <a:cubicBezTo>
                      <a:pt x="211485" y="142546"/>
                      <a:pt x="188089" y="150770"/>
                      <a:pt x="166166" y="162100"/>
                    </a:cubicBezTo>
                    <a:cubicBezTo>
                      <a:pt x="146181" y="156143"/>
                      <a:pt x="127761" y="145847"/>
                      <a:pt x="112222" y="131947"/>
                    </a:cubicBezTo>
                    <a:cubicBezTo>
                      <a:pt x="111358" y="131175"/>
                      <a:pt x="110607" y="130305"/>
                      <a:pt x="109759" y="129520"/>
                    </a:cubicBezTo>
                    <a:close/>
                    <a:moveTo>
                      <a:pt x="239446" y="163691"/>
                    </a:moveTo>
                    <a:cubicBezTo>
                      <a:pt x="224676" y="167320"/>
                      <a:pt x="209424" y="168587"/>
                      <a:pt x="194258" y="167445"/>
                    </a:cubicBezTo>
                    <a:cubicBezTo>
                      <a:pt x="187671" y="166899"/>
                      <a:pt x="181133" y="165870"/>
                      <a:pt x="174696" y="164367"/>
                    </a:cubicBezTo>
                    <a:cubicBezTo>
                      <a:pt x="196720" y="154671"/>
                      <a:pt x="219745" y="147428"/>
                      <a:pt x="243354" y="142767"/>
                    </a:cubicBezTo>
                    <a:cubicBezTo>
                      <a:pt x="250784" y="147735"/>
                      <a:pt x="258228" y="152687"/>
                      <a:pt x="265578" y="157772"/>
                    </a:cubicBezTo>
                    <a:cubicBezTo>
                      <a:pt x="256755" y="159215"/>
                      <a:pt x="248028" y="161192"/>
                      <a:pt x="239446" y="163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11843050" y="3110397"/>
                <a:ext cx="219424" cy="729613"/>
              </a:xfrm>
              <a:custGeom>
                <a:avLst/>
                <a:gdLst/>
                <a:ahLst/>
                <a:cxnLst/>
                <a:rect l="l" t="t" r="r" b="b"/>
                <a:pathLst>
                  <a:path w="159581" h="530628" extrusionOk="0">
                    <a:moveTo>
                      <a:pt x="131016" y="3617"/>
                    </a:moveTo>
                    <a:cubicBezTo>
                      <a:pt x="130192" y="929"/>
                      <a:pt x="127344" y="-583"/>
                      <a:pt x="124654" y="240"/>
                    </a:cubicBezTo>
                    <a:cubicBezTo>
                      <a:pt x="123478" y="600"/>
                      <a:pt x="122472" y="1373"/>
                      <a:pt x="121822" y="2416"/>
                    </a:cubicBezTo>
                    <a:cubicBezTo>
                      <a:pt x="105209" y="34539"/>
                      <a:pt x="72610" y="52666"/>
                      <a:pt x="49282" y="79168"/>
                    </a:cubicBezTo>
                    <a:cubicBezTo>
                      <a:pt x="26884" y="105106"/>
                      <a:pt x="11539" y="136364"/>
                      <a:pt x="4719" y="169939"/>
                    </a:cubicBezTo>
                    <a:cubicBezTo>
                      <a:pt x="-8563" y="239188"/>
                      <a:pt x="7664" y="310835"/>
                      <a:pt x="49491" y="367620"/>
                    </a:cubicBezTo>
                    <a:cubicBezTo>
                      <a:pt x="44874" y="420087"/>
                      <a:pt x="44029" y="472817"/>
                      <a:pt x="46962" y="525404"/>
                    </a:cubicBezTo>
                    <a:cubicBezTo>
                      <a:pt x="47068" y="528402"/>
                      <a:pt x="49586" y="530746"/>
                      <a:pt x="52586" y="530640"/>
                    </a:cubicBezTo>
                    <a:cubicBezTo>
                      <a:pt x="55437" y="530540"/>
                      <a:pt x="57725" y="528253"/>
                      <a:pt x="57825" y="525404"/>
                    </a:cubicBezTo>
                    <a:cubicBezTo>
                      <a:pt x="57717" y="473844"/>
                      <a:pt x="58588" y="422646"/>
                      <a:pt x="61776" y="371528"/>
                    </a:cubicBezTo>
                    <a:cubicBezTo>
                      <a:pt x="63906" y="373317"/>
                      <a:pt x="67085" y="373041"/>
                      <a:pt x="68875" y="370911"/>
                    </a:cubicBezTo>
                    <a:cubicBezTo>
                      <a:pt x="69015" y="370745"/>
                      <a:pt x="69143" y="370570"/>
                      <a:pt x="69260" y="370387"/>
                    </a:cubicBezTo>
                    <a:cubicBezTo>
                      <a:pt x="103752" y="316973"/>
                      <a:pt x="138833" y="261283"/>
                      <a:pt x="153595" y="198670"/>
                    </a:cubicBezTo>
                    <a:cubicBezTo>
                      <a:pt x="169473" y="131318"/>
                      <a:pt x="152133" y="67658"/>
                      <a:pt x="131016" y="3617"/>
                    </a:cubicBezTo>
                    <a:close/>
                    <a:moveTo>
                      <a:pt x="147242" y="178471"/>
                    </a:moveTo>
                    <a:cubicBezTo>
                      <a:pt x="121972" y="186727"/>
                      <a:pt x="98873" y="200534"/>
                      <a:pt x="79642" y="218879"/>
                    </a:cubicBezTo>
                    <a:cubicBezTo>
                      <a:pt x="84409" y="191359"/>
                      <a:pt x="89865" y="163971"/>
                      <a:pt x="96008" y="136716"/>
                    </a:cubicBezTo>
                    <a:cubicBezTo>
                      <a:pt x="96553" y="134310"/>
                      <a:pt x="97192" y="131929"/>
                      <a:pt x="97756" y="129528"/>
                    </a:cubicBezTo>
                    <a:cubicBezTo>
                      <a:pt x="110434" y="113365"/>
                      <a:pt x="126662" y="100333"/>
                      <a:pt x="145186" y="91440"/>
                    </a:cubicBezTo>
                    <a:cubicBezTo>
                      <a:pt x="145859" y="94930"/>
                      <a:pt x="146690" y="98385"/>
                      <a:pt x="147249" y="101899"/>
                    </a:cubicBezTo>
                    <a:cubicBezTo>
                      <a:pt x="151293" y="127263"/>
                      <a:pt x="151291" y="153108"/>
                      <a:pt x="147242" y="178471"/>
                    </a:cubicBezTo>
                    <a:close/>
                    <a:moveTo>
                      <a:pt x="56595" y="300475"/>
                    </a:moveTo>
                    <a:cubicBezTo>
                      <a:pt x="46629" y="283302"/>
                      <a:pt x="31749" y="269503"/>
                      <a:pt x="13868" y="260853"/>
                    </a:cubicBezTo>
                    <a:cubicBezTo>
                      <a:pt x="8906" y="234891"/>
                      <a:pt x="8465" y="208268"/>
                      <a:pt x="12566" y="182156"/>
                    </a:cubicBezTo>
                    <a:cubicBezTo>
                      <a:pt x="21773" y="189108"/>
                      <a:pt x="31154" y="195786"/>
                      <a:pt x="39863" y="203416"/>
                    </a:cubicBezTo>
                    <a:cubicBezTo>
                      <a:pt x="49510" y="211950"/>
                      <a:pt x="58560" y="221134"/>
                      <a:pt x="66952" y="230904"/>
                    </a:cubicBezTo>
                    <a:cubicBezTo>
                      <a:pt x="65126" y="241485"/>
                      <a:pt x="63413" y="252086"/>
                      <a:pt x="61812" y="262707"/>
                    </a:cubicBezTo>
                    <a:cubicBezTo>
                      <a:pt x="59931" y="275235"/>
                      <a:pt x="58192" y="287824"/>
                      <a:pt x="56595" y="300475"/>
                    </a:cubicBezTo>
                    <a:close/>
                    <a:moveTo>
                      <a:pt x="144139" y="86133"/>
                    </a:moveTo>
                    <a:cubicBezTo>
                      <a:pt x="127555" y="93824"/>
                      <a:pt x="112700" y="104790"/>
                      <a:pt x="100469" y="118370"/>
                    </a:cubicBezTo>
                    <a:cubicBezTo>
                      <a:pt x="108542" y="85591"/>
                      <a:pt x="117812" y="53132"/>
                      <a:pt x="125897" y="20364"/>
                    </a:cubicBezTo>
                    <a:cubicBezTo>
                      <a:pt x="133165" y="41941"/>
                      <a:pt x="139255" y="63896"/>
                      <a:pt x="144139" y="86133"/>
                    </a:cubicBezTo>
                    <a:close/>
                    <a:moveTo>
                      <a:pt x="65804" y="76300"/>
                    </a:moveTo>
                    <a:cubicBezTo>
                      <a:pt x="84241" y="58221"/>
                      <a:pt x="105613" y="42927"/>
                      <a:pt x="121003" y="22307"/>
                    </a:cubicBezTo>
                    <a:cubicBezTo>
                      <a:pt x="107473" y="58183"/>
                      <a:pt x="96336" y="94915"/>
                      <a:pt x="87666" y="132263"/>
                    </a:cubicBezTo>
                    <a:cubicBezTo>
                      <a:pt x="87584" y="132591"/>
                      <a:pt x="87514" y="132923"/>
                      <a:pt x="87432" y="133251"/>
                    </a:cubicBezTo>
                    <a:cubicBezTo>
                      <a:pt x="76294" y="118978"/>
                      <a:pt x="63915" y="105717"/>
                      <a:pt x="50439" y="93622"/>
                    </a:cubicBezTo>
                    <a:cubicBezTo>
                      <a:pt x="55172" y="87515"/>
                      <a:pt x="60305" y="81728"/>
                      <a:pt x="65804" y="76300"/>
                    </a:cubicBezTo>
                    <a:close/>
                    <a:moveTo>
                      <a:pt x="48307" y="96352"/>
                    </a:moveTo>
                    <a:cubicBezTo>
                      <a:pt x="61689" y="109972"/>
                      <a:pt x="74264" y="124362"/>
                      <a:pt x="85969" y="139446"/>
                    </a:cubicBezTo>
                    <a:cubicBezTo>
                      <a:pt x="79182" y="167289"/>
                      <a:pt x="73289" y="195323"/>
                      <a:pt x="68290" y="223548"/>
                    </a:cubicBezTo>
                    <a:cubicBezTo>
                      <a:pt x="52706" y="205079"/>
                      <a:pt x="34146" y="189340"/>
                      <a:pt x="13374" y="176979"/>
                    </a:cubicBezTo>
                    <a:cubicBezTo>
                      <a:pt x="14192" y="172636"/>
                      <a:pt x="15150" y="168314"/>
                      <a:pt x="16249" y="164012"/>
                    </a:cubicBezTo>
                    <a:cubicBezTo>
                      <a:pt x="22394" y="139577"/>
                      <a:pt x="33286" y="116587"/>
                      <a:pt x="48307" y="96352"/>
                    </a:cubicBezTo>
                    <a:close/>
                    <a:moveTo>
                      <a:pt x="15571" y="269594"/>
                    </a:moveTo>
                    <a:cubicBezTo>
                      <a:pt x="15406" y="268851"/>
                      <a:pt x="15293" y="268099"/>
                      <a:pt x="15135" y="267355"/>
                    </a:cubicBezTo>
                    <a:cubicBezTo>
                      <a:pt x="31902" y="277968"/>
                      <a:pt x="45655" y="292712"/>
                      <a:pt x="55074" y="310169"/>
                    </a:cubicBezTo>
                    <a:cubicBezTo>
                      <a:pt x="55148" y="310313"/>
                      <a:pt x="55287" y="310381"/>
                      <a:pt x="55381" y="310503"/>
                    </a:cubicBezTo>
                    <a:cubicBezTo>
                      <a:pt x="53499" y="325938"/>
                      <a:pt x="51792" y="341420"/>
                      <a:pt x="50387" y="356956"/>
                    </a:cubicBezTo>
                    <a:cubicBezTo>
                      <a:pt x="34895" y="329536"/>
                      <a:pt x="23184" y="300150"/>
                      <a:pt x="15571" y="269594"/>
                    </a:cubicBezTo>
                    <a:close/>
                    <a:moveTo>
                      <a:pt x="62302" y="362571"/>
                    </a:moveTo>
                    <a:cubicBezTo>
                      <a:pt x="63627" y="343058"/>
                      <a:pt x="65361" y="323549"/>
                      <a:pt x="67504" y="304044"/>
                    </a:cubicBezTo>
                    <a:cubicBezTo>
                      <a:pt x="80158" y="293686"/>
                      <a:pt x="94844" y="286093"/>
                      <a:pt x="110614" y="281754"/>
                    </a:cubicBezTo>
                    <a:cubicBezTo>
                      <a:pt x="96108" y="309616"/>
                      <a:pt x="79210" y="336362"/>
                      <a:pt x="62302" y="362571"/>
                    </a:cubicBezTo>
                    <a:close/>
                    <a:moveTo>
                      <a:pt x="114124" y="274772"/>
                    </a:moveTo>
                    <a:cubicBezTo>
                      <a:pt x="97579" y="278329"/>
                      <a:pt x="81988" y="285388"/>
                      <a:pt x="68403" y="295473"/>
                    </a:cubicBezTo>
                    <a:cubicBezTo>
                      <a:pt x="69636" y="284824"/>
                      <a:pt x="71005" y="274171"/>
                      <a:pt x="72512" y="263515"/>
                    </a:cubicBezTo>
                    <a:cubicBezTo>
                      <a:pt x="74168" y="251879"/>
                      <a:pt x="75972" y="240265"/>
                      <a:pt x="77925" y="228673"/>
                    </a:cubicBezTo>
                    <a:cubicBezTo>
                      <a:pt x="97627" y="209762"/>
                      <a:pt x="120801" y="194834"/>
                      <a:pt x="146171" y="184710"/>
                    </a:cubicBezTo>
                    <a:cubicBezTo>
                      <a:pt x="145246" y="189697"/>
                      <a:pt x="144219" y="194675"/>
                      <a:pt x="142980" y="199630"/>
                    </a:cubicBezTo>
                    <a:cubicBezTo>
                      <a:pt x="136156" y="225662"/>
                      <a:pt x="126479" y="250862"/>
                      <a:pt x="114124" y="274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12156085" y="3929119"/>
                <a:ext cx="316190" cy="282656"/>
              </a:xfrm>
              <a:custGeom>
                <a:avLst/>
                <a:gdLst/>
                <a:ahLst/>
                <a:cxnLst/>
                <a:rect l="l" t="t" r="r" b="b"/>
                <a:pathLst>
                  <a:path w="229956" h="205568" extrusionOk="0">
                    <a:moveTo>
                      <a:pt x="107877" y="191474"/>
                    </a:moveTo>
                    <a:cubicBezTo>
                      <a:pt x="78964" y="187120"/>
                      <a:pt x="50065" y="182142"/>
                      <a:pt x="21428" y="176421"/>
                    </a:cubicBezTo>
                    <a:cubicBezTo>
                      <a:pt x="-394" y="120269"/>
                      <a:pt x="-5533" y="59015"/>
                      <a:pt x="6629" y="16"/>
                    </a:cubicBezTo>
                    <a:cubicBezTo>
                      <a:pt x="23364" y="14952"/>
                      <a:pt x="39121" y="30946"/>
                      <a:pt x="53804" y="47901"/>
                    </a:cubicBezTo>
                    <a:cubicBezTo>
                      <a:pt x="73735" y="71049"/>
                      <a:pt x="91571" y="95966"/>
                      <a:pt x="112863" y="117880"/>
                    </a:cubicBezTo>
                    <a:cubicBezTo>
                      <a:pt x="146909" y="153069"/>
                      <a:pt x="188681" y="179486"/>
                      <a:pt x="230146" y="205584"/>
                    </a:cubicBezTo>
                    <a:cubicBezTo>
                      <a:pt x="189263" y="202259"/>
                      <a:pt x="148507" y="197555"/>
                      <a:pt x="107877" y="19147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1963231" y="3799396"/>
                <a:ext cx="221983" cy="372230"/>
              </a:xfrm>
              <a:custGeom>
                <a:avLst/>
                <a:gdLst/>
                <a:ahLst/>
                <a:cxnLst/>
                <a:rect l="l" t="t" r="r" b="b"/>
                <a:pathLst>
                  <a:path w="161442" h="270713" extrusionOk="0">
                    <a:moveTo>
                      <a:pt x="8811" y="16"/>
                    </a:moveTo>
                    <a:cubicBezTo>
                      <a:pt x="58532" y="25647"/>
                      <a:pt x="104891" y="57323"/>
                      <a:pt x="146833" y="94324"/>
                    </a:cubicBezTo>
                    <a:cubicBezTo>
                      <a:pt x="134671" y="153323"/>
                      <a:pt x="139810" y="214577"/>
                      <a:pt x="161632" y="270729"/>
                    </a:cubicBezTo>
                    <a:cubicBezTo>
                      <a:pt x="120058" y="262511"/>
                      <a:pt x="78843" y="252886"/>
                      <a:pt x="37988" y="241854"/>
                    </a:cubicBezTo>
                    <a:cubicBezTo>
                      <a:pt x="39050" y="241812"/>
                      <a:pt x="40201" y="241760"/>
                      <a:pt x="41263" y="241717"/>
                    </a:cubicBezTo>
                    <a:cubicBezTo>
                      <a:pt x="23311" y="225971"/>
                      <a:pt x="17630" y="200802"/>
                      <a:pt x="13227" y="177343"/>
                    </a:cubicBezTo>
                    <a:cubicBezTo>
                      <a:pt x="2176" y="118702"/>
                      <a:pt x="-7347" y="57295"/>
                      <a:pt x="8811" y="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1741718" y="3706865"/>
                <a:ext cx="277904" cy="425024"/>
              </a:xfrm>
              <a:custGeom>
                <a:avLst/>
                <a:gdLst/>
                <a:ahLst/>
                <a:cxnLst/>
                <a:rect l="l" t="t" r="r" b="b"/>
                <a:pathLst>
                  <a:path w="202112" h="309108" extrusionOk="0">
                    <a:moveTo>
                      <a:pt x="174266" y="244613"/>
                    </a:moveTo>
                    <a:cubicBezTo>
                      <a:pt x="178669" y="268072"/>
                      <a:pt x="184350" y="293241"/>
                      <a:pt x="202302" y="308987"/>
                    </a:cubicBezTo>
                    <a:cubicBezTo>
                      <a:pt x="201240" y="309029"/>
                      <a:pt x="200090" y="309082"/>
                      <a:pt x="199028" y="309124"/>
                    </a:cubicBezTo>
                    <a:cubicBezTo>
                      <a:pt x="139869" y="293203"/>
                      <a:pt x="81541" y="274395"/>
                      <a:pt x="24044" y="252699"/>
                    </a:cubicBezTo>
                    <a:cubicBezTo>
                      <a:pt x="-3391" y="171197"/>
                      <a:pt x="-7246" y="83610"/>
                      <a:pt x="12921" y="16"/>
                    </a:cubicBezTo>
                    <a:cubicBezTo>
                      <a:pt x="66838" y="18492"/>
                      <a:pt x="119295" y="40978"/>
                      <a:pt x="169850" y="67285"/>
                    </a:cubicBezTo>
                    <a:cubicBezTo>
                      <a:pt x="153692" y="124565"/>
                      <a:pt x="163215" y="185972"/>
                      <a:pt x="174266" y="2446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11532063" y="3639383"/>
                <a:ext cx="242374" cy="414895"/>
              </a:xfrm>
              <a:custGeom>
                <a:avLst/>
                <a:gdLst/>
                <a:ahLst/>
                <a:cxnLst/>
                <a:rect l="l" t="t" r="r" b="b"/>
                <a:pathLst>
                  <a:path w="176272" h="301742" extrusionOk="0">
                    <a:moveTo>
                      <a:pt x="190" y="10374"/>
                    </a:moveTo>
                    <a:lnTo>
                      <a:pt x="2738" y="16"/>
                    </a:lnTo>
                    <a:cubicBezTo>
                      <a:pt x="56809" y="13629"/>
                      <a:pt x="110382" y="29704"/>
                      <a:pt x="163009" y="48207"/>
                    </a:cubicBezTo>
                    <a:cubicBezTo>
                      <a:pt x="163753" y="48471"/>
                      <a:pt x="164585" y="48724"/>
                      <a:pt x="165340" y="49075"/>
                    </a:cubicBezTo>
                    <a:cubicBezTo>
                      <a:pt x="145171" y="132670"/>
                      <a:pt x="149027" y="220256"/>
                      <a:pt x="176462" y="301758"/>
                    </a:cubicBezTo>
                    <a:cubicBezTo>
                      <a:pt x="124242" y="282228"/>
                      <a:pt x="73012" y="260383"/>
                      <a:pt x="22772" y="236224"/>
                    </a:cubicBezTo>
                    <a:cubicBezTo>
                      <a:pt x="23199" y="236082"/>
                      <a:pt x="23724" y="236017"/>
                      <a:pt x="24152" y="235876"/>
                    </a:cubicBezTo>
                    <a:cubicBezTo>
                      <a:pt x="9025" y="161638"/>
                      <a:pt x="1002" y="86131"/>
                      <a:pt x="190" y="1037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11308222" y="3593480"/>
                <a:ext cx="256701" cy="370671"/>
              </a:xfrm>
              <a:custGeom>
                <a:avLst/>
                <a:gdLst/>
                <a:ahLst/>
                <a:cxnLst/>
                <a:rect l="l" t="t" r="r" b="b"/>
                <a:pathLst>
                  <a:path w="186692" h="269579" extrusionOk="0">
                    <a:moveTo>
                      <a:pt x="190" y="5190"/>
                    </a:moveTo>
                    <a:lnTo>
                      <a:pt x="1064" y="16"/>
                    </a:lnTo>
                    <a:cubicBezTo>
                      <a:pt x="13686" y="2107"/>
                      <a:pt x="26221" y="4209"/>
                      <a:pt x="38679" y="6409"/>
                    </a:cubicBezTo>
                    <a:cubicBezTo>
                      <a:pt x="81230" y="13885"/>
                      <a:pt x="123493" y="22878"/>
                      <a:pt x="165468" y="33387"/>
                    </a:cubicBezTo>
                    <a:lnTo>
                      <a:pt x="162920" y="43745"/>
                    </a:lnTo>
                    <a:cubicBezTo>
                      <a:pt x="163732" y="119502"/>
                      <a:pt x="171756" y="195009"/>
                      <a:pt x="186882" y="269247"/>
                    </a:cubicBezTo>
                    <a:cubicBezTo>
                      <a:pt x="186455" y="269388"/>
                      <a:pt x="185929" y="269453"/>
                      <a:pt x="185502" y="269595"/>
                    </a:cubicBezTo>
                    <a:cubicBezTo>
                      <a:pt x="132088" y="243988"/>
                      <a:pt x="79797" y="215934"/>
                      <a:pt x="29075" y="185463"/>
                    </a:cubicBezTo>
                    <a:cubicBezTo>
                      <a:pt x="11593" y="126894"/>
                      <a:pt x="1881" y="66285"/>
                      <a:pt x="190" y="51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11174656" y="3572011"/>
                <a:ext cx="173234" cy="276449"/>
              </a:xfrm>
              <a:custGeom>
                <a:avLst/>
                <a:gdLst/>
                <a:ahLst/>
                <a:cxnLst/>
                <a:rect l="l" t="t" r="r" b="b"/>
                <a:pathLst>
                  <a:path w="125988" h="201054" extrusionOk="0">
                    <a:moveTo>
                      <a:pt x="190" y="5190"/>
                    </a:moveTo>
                    <a:lnTo>
                      <a:pt x="1064" y="16"/>
                    </a:lnTo>
                    <a:cubicBezTo>
                      <a:pt x="33326" y="5558"/>
                      <a:pt x="65862" y="10443"/>
                      <a:pt x="98167" y="15624"/>
                    </a:cubicBezTo>
                    <a:lnTo>
                      <a:pt x="97293" y="20798"/>
                    </a:lnTo>
                    <a:cubicBezTo>
                      <a:pt x="98984" y="81893"/>
                      <a:pt x="108696" y="142502"/>
                      <a:pt x="126178" y="201071"/>
                    </a:cubicBezTo>
                    <a:cubicBezTo>
                      <a:pt x="86602" y="177318"/>
                      <a:pt x="47953" y="152177"/>
                      <a:pt x="10230" y="125647"/>
                    </a:cubicBezTo>
                    <a:lnTo>
                      <a:pt x="15257" y="125295"/>
                    </a:lnTo>
                    <a:cubicBezTo>
                      <a:pt x="7351" y="85674"/>
                      <a:pt x="2315" y="45535"/>
                      <a:pt x="190" y="51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10875141" y="3483091"/>
                <a:ext cx="320115" cy="261629"/>
              </a:xfrm>
              <a:custGeom>
                <a:avLst/>
                <a:gdLst/>
                <a:ahLst/>
                <a:cxnLst/>
                <a:rect l="l" t="t" r="r" b="b"/>
                <a:pathLst>
                  <a:path w="232811" h="190276" extrusionOk="0">
                    <a:moveTo>
                      <a:pt x="145499" y="128795"/>
                    </a:moveTo>
                    <a:cubicBezTo>
                      <a:pt x="94847" y="88900"/>
                      <a:pt x="46343" y="46355"/>
                      <a:pt x="190" y="1338"/>
                    </a:cubicBezTo>
                    <a:lnTo>
                      <a:pt x="827" y="16"/>
                    </a:lnTo>
                    <a:cubicBezTo>
                      <a:pt x="68526" y="34709"/>
                      <a:pt x="143024" y="51675"/>
                      <a:pt x="218809" y="64661"/>
                    </a:cubicBezTo>
                    <a:lnTo>
                      <a:pt x="217935" y="69835"/>
                    </a:lnTo>
                    <a:cubicBezTo>
                      <a:pt x="220060" y="110180"/>
                      <a:pt x="225096" y="150319"/>
                      <a:pt x="233002" y="189940"/>
                    </a:cubicBezTo>
                    <a:lnTo>
                      <a:pt x="227975" y="190292"/>
                    </a:lnTo>
                    <a:cubicBezTo>
                      <a:pt x="199933" y="170631"/>
                      <a:pt x="172442" y="150132"/>
                      <a:pt x="145499" y="1287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10857434" y="3473272"/>
                <a:ext cx="220846" cy="204772"/>
              </a:xfrm>
              <a:custGeom>
                <a:avLst/>
                <a:gdLst/>
                <a:ahLst/>
                <a:cxnLst/>
                <a:rect l="l" t="t" r="r" b="b"/>
                <a:pathLst>
                  <a:path w="160615" h="148925" extrusionOk="0">
                    <a:moveTo>
                      <a:pt x="13064" y="8476"/>
                    </a:moveTo>
                    <a:cubicBezTo>
                      <a:pt x="59217" y="53493"/>
                      <a:pt x="107721" y="96038"/>
                      <a:pt x="158373" y="135933"/>
                    </a:cubicBezTo>
                    <a:cubicBezTo>
                      <a:pt x="159097" y="137508"/>
                      <a:pt x="159909" y="139040"/>
                      <a:pt x="160806" y="140523"/>
                    </a:cubicBezTo>
                    <a:cubicBezTo>
                      <a:pt x="140607" y="135205"/>
                      <a:pt x="119178" y="137181"/>
                      <a:pt x="100294" y="146102"/>
                    </a:cubicBezTo>
                    <a:lnTo>
                      <a:pt x="96730" y="148941"/>
                    </a:lnTo>
                    <a:cubicBezTo>
                      <a:pt x="59693" y="102617"/>
                      <a:pt x="27354" y="52730"/>
                      <a:pt x="190" y="16"/>
                    </a:cubicBezTo>
                    <a:cubicBezTo>
                      <a:pt x="4675" y="2487"/>
                      <a:pt x="9150" y="4869"/>
                      <a:pt x="13701" y="715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10990227" y="3660229"/>
                <a:ext cx="198162" cy="114504"/>
              </a:xfrm>
              <a:custGeom>
                <a:avLst/>
                <a:gdLst/>
                <a:ahLst/>
                <a:cxnLst/>
                <a:rect l="l" t="t" r="r" b="b"/>
                <a:pathLst>
                  <a:path w="144118" h="83276" extrusionOk="0">
                    <a:moveTo>
                      <a:pt x="64265" y="4605"/>
                    </a:moveTo>
                    <a:cubicBezTo>
                      <a:pt x="63368" y="3123"/>
                      <a:pt x="62556" y="1590"/>
                      <a:pt x="61832" y="16"/>
                    </a:cubicBezTo>
                    <a:cubicBezTo>
                      <a:pt x="88742" y="21327"/>
                      <a:pt x="116234" y="41826"/>
                      <a:pt x="144308" y="61513"/>
                    </a:cubicBezTo>
                    <a:cubicBezTo>
                      <a:pt x="117750" y="63879"/>
                      <a:pt x="91614" y="69695"/>
                      <a:pt x="66561" y="78814"/>
                    </a:cubicBezTo>
                    <a:lnTo>
                      <a:pt x="61953" y="83292"/>
                    </a:lnTo>
                    <a:cubicBezTo>
                      <a:pt x="40247" y="60895"/>
                      <a:pt x="19571" y="37484"/>
                      <a:pt x="190" y="13024"/>
                    </a:cubicBezTo>
                    <a:lnTo>
                      <a:pt x="3754" y="10184"/>
                    </a:lnTo>
                    <a:cubicBezTo>
                      <a:pt x="22638" y="1263"/>
                      <a:pt x="44067" y="-713"/>
                      <a:pt x="64266" y="460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11075185" y="3744819"/>
                <a:ext cx="272845" cy="149853"/>
              </a:xfrm>
              <a:custGeom>
                <a:avLst/>
                <a:gdLst/>
                <a:ahLst/>
                <a:cxnLst/>
                <a:rect l="l" t="t" r="r" b="b"/>
                <a:pathLst>
                  <a:path w="198433" h="108984" extrusionOk="0">
                    <a:moveTo>
                      <a:pt x="4797" y="17317"/>
                    </a:moveTo>
                    <a:cubicBezTo>
                      <a:pt x="29850" y="8198"/>
                      <a:pt x="55986" y="2382"/>
                      <a:pt x="82544" y="16"/>
                    </a:cubicBezTo>
                    <a:cubicBezTo>
                      <a:pt x="120242" y="26577"/>
                      <a:pt x="158892" y="51719"/>
                      <a:pt x="198493" y="75439"/>
                    </a:cubicBezTo>
                    <a:cubicBezTo>
                      <a:pt x="198574" y="75534"/>
                      <a:pt x="198621" y="75654"/>
                      <a:pt x="198623" y="75779"/>
                    </a:cubicBezTo>
                    <a:cubicBezTo>
                      <a:pt x="164781" y="83672"/>
                      <a:pt x="131461" y="93651"/>
                      <a:pt x="98853" y="105656"/>
                    </a:cubicBezTo>
                    <a:lnTo>
                      <a:pt x="96241" y="109000"/>
                    </a:lnTo>
                    <a:cubicBezTo>
                      <a:pt x="62358" y="82052"/>
                      <a:pt x="30273" y="52922"/>
                      <a:pt x="190" y="217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11207305" y="3848567"/>
                <a:ext cx="355682" cy="172894"/>
              </a:xfrm>
              <a:custGeom>
                <a:avLst/>
                <a:gdLst/>
                <a:ahLst/>
                <a:cxnLst/>
                <a:rect l="l" t="t" r="r" b="b"/>
                <a:pathLst>
                  <a:path w="258678" h="125741" extrusionOk="0">
                    <a:moveTo>
                      <a:pt x="102572" y="356"/>
                    </a:moveTo>
                    <a:cubicBezTo>
                      <a:pt x="102570" y="231"/>
                      <a:pt x="102523" y="110"/>
                      <a:pt x="102442" y="16"/>
                    </a:cubicBezTo>
                    <a:cubicBezTo>
                      <a:pt x="153163" y="30487"/>
                      <a:pt x="205455" y="58541"/>
                      <a:pt x="258868" y="84148"/>
                    </a:cubicBezTo>
                    <a:cubicBezTo>
                      <a:pt x="216899" y="93431"/>
                      <a:pt x="175975" y="106925"/>
                      <a:pt x="136718" y="124423"/>
                    </a:cubicBezTo>
                    <a:lnTo>
                      <a:pt x="135993" y="125757"/>
                    </a:lnTo>
                    <a:cubicBezTo>
                      <a:pt x="88422" y="98564"/>
                      <a:pt x="43020" y="67746"/>
                      <a:pt x="190" y="33577"/>
                    </a:cubicBezTo>
                    <a:lnTo>
                      <a:pt x="2802" y="30233"/>
                    </a:lnTo>
                    <a:cubicBezTo>
                      <a:pt x="35410" y="18227"/>
                      <a:pt x="68731" y="8249"/>
                      <a:pt x="102572" y="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11394106" y="3964292"/>
                <a:ext cx="381474" cy="147639"/>
              </a:xfrm>
              <a:custGeom>
                <a:avLst/>
                <a:gdLst/>
                <a:ahLst/>
                <a:cxnLst/>
                <a:rect l="l" t="t" r="r" b="b"/>
                <a:pathLst>
                  <a:path w="277436" h="107374" extrusionOk="0">
                    <a:moveTo>
                      <a:pt x="277626" y="68287"/>
                    </a:moveTo>
                    <a:cubicBezTo>
                      <a:pt x="228857" y="71572"/>
                      <a:pt x="181206" y="84382"/>
                      <a:pt x="137369" y="105992"/>
                    </a:cubicBezTo>
                    <a:lnTo>
                      <a:pt x="136831" y="107391"/>
                    </a:lnTo>
                    <a:cubicBezTo>
                      <a:pt x="128700" y="104214"/>
                      <a:pt x="120647" y="100938"/>
                      <a:pt x="112659" y="97476"/>
                    </a:cubicBezTo>
                    <a:cubicBezTo>
                      <a:pt x="74122" y="81044"/>
                      <a:pt x="36569" y="62396"/>
                      <a:pt x="190" y="41625"/>
                    </a:cubicBezTo>
                    <a:lnTo>
                      <a:pt x="916" y="40291"/>
                    </a:lnTo>
                    <a:cubicBezTo>
                      <a:pt x="40173" y="22793"/>
                      <a:pt x="81096" y="9299"/>
                      <a:pt x="123066" y="16"/>
                    </a:cubicBezTo>
                    <a:cubicBezTo>
                      <a:pt x="173262" y="24061"/>
                      <a:pt x="224492" y="45906"/>
                      <a:pt x="276756" y="65550"/>
                    </a:cubicBezTo>
                    <a:cubicBezTo>
                      <a:pt x="276963" y="66502"/>
                      <a:pt x="277333" y="67345"/>
                      <a:pt x="277626" y="68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11582058" y="4054436"/>
                <a:ext cx="433000" cy="127948"/>
              </a:xfrm>
              <a:custGeom>
                <a:avLst/>
                <a:gdLst/>
                <a:ahLst/>
                <a:cxnLst/>
                <a:rect l="l" t="t" r="r" b="b"/>
                <a:pathLst>
                  <a:path w="314909" h="93053" extrusionOk="0">
                    <a:moveTo>
                      <a:pt x="140986" y="2753"/>
                    </a:moveTo>
                    <a:cubicBezTo>
                      <a:pt x="140693" y="1811"/>
                      <a:pt x="140322" y="968"/>
                      <a:pt x="140115" y="16"/>
                    </a:cubicBezTo>
                    <a:cubicBezTo>
                      <a:pt x="197489" y="21667"/>
                      <a:pt x="255817" y="40475"/>
                      <a:pt x="315099" y="56441"/>
                    </a:cubicBezTo>
                    <a:cubicBezTo>
                      <a:pt x="262058" y="58383"/>
                      <a:pt x="209887" y="70507"/>
                      <a:pt x="161431" y="92151"/>
                    </a:cubicBezTo>
                    <a:lnTo>
                      <a:pt x="161188" y="93069"/>
                    </a:lnTo>
                    <a:cubicBezTo>
                      <a:pt x="106369" y="79858"/>
                      <a:pt x="52565" y="62743"/>
                      <a:pt x="190" y="41856"/>
                    </a:cubicBezTo>
                    <a:lnTo>
                      <a:pt x="729" y="40457"/>
                    </a:lnTo>
                    <a:cubicBezTo>
                      <a:pt x="44565" y="18847"/>
                      <a:pt x="92217" y="6037"/>
                      <a:pt x="140986" y="2752"/>
                    </a:cubicBezTo>
                    <a:close/>
                  </a:path>
                </a:pathLst>
              </a:custGeom>
              <a:solidFill>
                <a:srgbClr val="9DCCC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11803515" y="4132049"/>
                <a:ext cx="382537" cy="92129"/>
              </a:xfrm>
              <a:custGeom>
                <a:avLst/>
                <a:gdLst/>
                <a:ahLst/>
                <a:cxnLst/>
                <a:rect l="l" t="t" r="r" b="b"/>
                <a:pathLst>
                  <a:path w="278209" h="67003" extrusionOk="0">
                    <a:moveTo>
                      <a:pt x="433" y="35726"/>
                    </a:moveTo>
                    <a:cubicBezTo>
                      <a:pt x="48889" y="14082"/>
                      <a:pt x="101060" y="1959"/>
                      <a:pt x="154101" y="16"/>
                    </a:cubicBezTo>
                    <a:cubicBezTo>
                      <a:pt x="194959" y="11077"/>
                      <a:pt x="236174" y="20702"/>
                      <a:pt x="277745" y="28891"/>
                    </a:cubicBezTo>
                    <a:cubicBezTo>
                      <a:pt x="277996" y="29482"/>
                      <a:pt x="278149" y="29997"/>
                      <a:pt x="278400" y="30588"/>
                    </a:cubicBezTo>
                    <a:cubicBezTo>
                      <a:pt x="245018" y="37160"/>
                      <a:pt x="213036" y="49487"/>
                      <a:pt x="183884" y="67019"/>
                    </a:cubicBezTo>
                    <a:cubicBezTo>
                      <a:pt x="121995" y="61368"/>
                      <a:pt x="60602" y="51216"/>
                      <a:pt x="190" y="36644"/>
                    </a:cubicBezTo>
                    <a:close/>
                  </a:path>
                </a:pathLst>
              </a:custGeom>
              <a:solidFill>
                <a:srgbClr val="9DCCC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12056192" y="4171767"/>
                <a:ext cx="249546" cy="60939"/>
              </a:xfrm>
              <a:custGeom>
                <a:avLst/>
                <a:gdLst/>
                <a:ahLst/>
                <a:cxnLst/>
                <a:rect l="l" t="t" r="r" b="b"/>
                <a:pathLst>
                  <a:path w="181488" h="44319" extrusionOk="0">
                    <a:moveTo>
                      <a:pt x="94705" y="1713"/>
                    </a:moveTo>
                    <a:cubicBezTo>
                      <a:pt x="94455" y="1122"/>
                      <a:pt x="94302" y="607"/>
                      <a:pt x="94051" y="16"/>
                    </a:cubicBezTo>
                    <a:cubicBezTo>
                      <a:pt x="122687" y="5736"/>
                      <a:pt x="151587" y="10714"/>
                      <a:pt x="180499" y="15068"/>
                    </a:cubicBezTo>
                    <a:cubicBezTo>
                      <a:pt x="180860" y="15823"/>
                      <a:pt x="181318" y="16656"/>
                      <a:pt x="181678" y="17411"/>
                    </a:cubicBezTo>
                    <a:cubicBezTo>
                      <a:pt x="159823" y="24659"/>
                      <a:pt x="138592" y="33663"/>
                      <a:pt x="118192" y="44335"/>
                    </a:cubicBezTo>
                    <a:cubicBezTo>
                      <a:pt x="78826" y="43935"/>
                      <a:pt x="39353" y="41947"/>
                      <a:pt x="190" y="38144"/>
                    </a:cubicBezTo>
                    <a:cubicBezTo>
                      <a:pt x="29341" y="20612"/>
                      <a:pt x="61323" y="8285"/>
                      <a:pt x="94705" y="1713"/>
                    </a:cubicBezTo>
                    <a:close/>
                  </a:path>
                </a:pathLst>
              </a:custGeom>
              <a:solidFill>
                <a:srgbClr val="9DCCC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2218507" y="4192472"/>
                <a:ext cx="254639" cy="40297"/>
              </a:xfrm>
              <a:custGeom>
                <a:avLst/>
                <a:gdLst/>
                <a:ahLst/>
                <a:cxnLst/>
                <a:rect l="l" t="t" r="r" b="b"/>
                <a:pathLst>
                  <a:path w="185192" h="29307" extrusionOk="0">
                    <a:moveTo>
                      <a:pt x="185382" y="19117"/>
                    </a:moveTo>
                    <a:cubicBezTo>
                      <a:pt x="123922" y="26341"/>
                      <a:pt x="62072" y="29736"/>
                      <a:pt x="190" y="29284"/>
                    </a:cubicBezTo>
                    <a:cubicBezTo>
                      <a:pt x="20590" y="18611"/>
                      <a:pt x="41822" y="9607"/>
                      <a:pt x="63676" y="2359"/>
                    </a:cubicBezTo>
                    <a:cubicBezTo>
                      <a:pt x="63316" y="1604"/>
                      <a:pt x="62858" y="771"/>
                      <a:pt x="62497" y="16"/>
                    </a:cubicBezTo>
                    <a:cubicBezTo>
                      <a:pt x="103091" y="6043"/>
                      <a:pt x="143848" y="10747"/>
                      <a:pt x="184767" y="141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10875139" y="3483089"/>
                <a:ext cx="301337" cy="123347"/>
              </a:xfrm>
              <a:custGeom>
                <a:avLst/>
                <a:gdLst/>
                <a:ahLst/>
                <a:cxnLst/>
                <a:rect l="l" t="t" r="r" b="b"/>
                <a:pathLst>
                  <a:path w="219154" h="89707" extrusionOk="0">
                    <a:moveTo>
                      <a:pt x="190" y="1340"/>
                    </a:moveTo>
                    <a:cubicBezTo>
                      <a:pt x="16987" y="17730"/>
                      <a:pt x="34216" y="33681"/>
                      <a:pt x="51647" y="49415"/>
                    </a:cubicBezTo>
                    <a:cubicBezTo>
                      <a:pt x="82814" y="55294"/>
                      <a:pt x="113641" y="62853"/>
                      <a:pt x="143991" y="72058"/>
                    </a:cubicBezTo>
                    <a:cubicBezTo>
                      <a:pt x="169224" y="77470"/>
                      <a:pt x="194322" y="83451"/>
                      <a:pt x="219344" y="89723"/>
                    </a:cubicBezTo>
                    <a:cubicBezTo>
                      <a:pt x="218838" y="83096"/>
                      <a:pt x="218286" y="76473"/>
                      <a:pt x="217936" y="69837"/>
                    </a:cubicBezTo>
                    <a:lnTo>
                      <a:pt x="218811" y="64662"/>
                    </a:lnTo>
                    <a:cubicBezTo>
                      <a:pt x="143024" y="51676"/>
                      <a:pt x="68527" y="34709"/>
                      <a:pt x="827" y="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12383352" y="4202974"/>
                <a:ext cx="89855" cy="23683"/>
              </a:xfrm>
              <a:custGeom>
                <a:avLst/>
                <a:gdLst/>
                <a:ahLst/>
                <a:cxnLst/>
                <a:rect l="l" t="t" r="r" b="b"/>
                <a:pathLst>
                  <a:path w="65349" h="17224" extrusionOk="0">
                    <a:moveTo>
                      <a:pt x="4312" y="17241"/>
                    </a:moveTo>
                    <a:cubicBezTo>
                      <a:pt x="24763" y="15685"/>
                      <a:pt x="45187" y="13869"/>
                      <a:pt x="65540" y="11481"/>
                    </a:cubicBezTo>
                    <a:lnTo>
                      <a:pt x="64924" y="6491"/>
                    </a:lnTo>
                    <a:cubicBezTo>
                      <a:pt x="43315" y="4732"/>
                      <a:pt x="21736" y="2574"/>
                      <a:pt x="190" y="16"/>
                    </a:cubicBezTo>
                    <a:cubicBezTo>
                      <a:pt x="2847" y="5373"/>
                      <a:pt x="4256" y="11262"/>
                      <a:pt x="4312" y="1724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10848899" y="3464703"/>
                <a:ext cx="1634995" cy="773147"/>
              </a:xfrm>
              <a:custGeom>
                <a:avLst/>
                <a:gdLst/>
                <a:ahLst/>
                <a:cxnLst/>
                <a:rect l="l" t="t" r="r" b="b"/>
                <a:pathLst>
                  <a:path w="1189087" h="562289" extrusionOk="0">
                    <a:moveTo>
                      <a:pt x="1187175" y="545399"/>
                    </a:moveTo>
                    <a:cubicBezTo>
                      <a:pt x="1186337" y="545486"/>
                      <a:pt x="1185495" y="545547"/>
                      <a:pt x="1184656" y="545633"/>
                    </a:cubicBezTo>
                    <a:cubicBezTo>
                      <a:pt x="1185795" y="543269"/>
                      <a:pt x="1185063" y="540431"/>
                      <a:pt x="1182925" y="538910"/>
                    </a:cubicBezTo>
                    <a:cubicBezTo>
                      <a:pt x="1145170" y="516365"/>
                      <a:pt x="1109759" y="490115"/>
                      <a:pt x="1077215" y="460551"/>
                    </a:cubicBezTo>
                    <a:cubicBezTo>
                      <a:pt x="1045698" y="430416"/>
                      <a:pt x="1021641" y="393592"/>
                      <a:pt x="991591" y="362082"/>
                    </a:cubicBezTo>
                    <a:cubicBezTo>
                      <a:pt x="935255" y="305148"/>
                      <a:pt x="869279" y="258628"/>
                      <a:pt x="796715" y="224677"/>
                    </a:cubicBezTo>
                    <a:cubicBezTo>
                      <a:pt x="636749" y="146401"/>
                      <a:pt x="461592" y="107114"/>
                      <a:pt x="286746" y="79503"/>
                    </a:cubicBezTo>
                    <a:cubicBezTo>
                      <a:pt x="191721" y="64496"/>
                      <a:pt x="94932" y="47560"/>
                      <a:pt x="9604" y="796"/>
                    </a:cubicBezTo>
                    <a:cubicBezTo>
                      <a:pt x="6520" y="-888"/>
                      <a:pt x="2654" y="245"/>
                      <a:pt x="969" y="3327"/>
                    </a:cubicBezTo>
                    <a:cubicBezTo>
                      <a:pt x="-70" y="5226"/>
                      <a:pt x="-70" y="7524"/>
                      <a:pt x="969" y="9424"/>
                    </a:cubicBezTo>
                    <a:cubicBezTo>
                      <a:pt x="78534" y="159009"/>
                      <a:pt x="198323" y="284774"/>
                      <a:pt x="339246" y="376376"/>
                    </a:cubicBezTo>
                    <a:cubicBezTo>
                      <a:pt x="494962" y="477593"/>
                      <a:pt x="675424" y="535847"/>
                      <a:pt x="859662" y="555063"/>
                    </a:cubicBezTo>
                    <a:cubicBezTo>
                      <a:pt x="968851" y="566288"/>
                      <a:pt x="1078990" y="564458"/>
                      <a:pt x="1187746" y="549612"/>
                    </a:cubicBezTo>
                    <a:cubicBezTo>
                      <a:pt x="1190118" y="549292"/>
                      <a:pt x="1189584" y="545148"/>
                      <a:pt x="1187175" y="545399"/>
                    </a:cubicBezTo>
                    <a:close/>
                    <a:moveTo>
                      <a:pt x="967063" y="355849"/>
                    </a:moveTo>
                    <a:cubicBezTo>
                      <a:pt x="1001439" y="388999"/>
                      <a:pt x="1027665" y="429111"/>
                      <a:pt x="1061354" y="462773"/>
                    </a:cubicBezTo>
                    <a:cubicBezTo>
                      <a:pt x="1091477" y="490976"/>
                      <a:pt x="1124694" y="515687"/>
                      <a:pt x="1160372" y="536432"/>
                    </a:cubicBezTo>
                    <a:cubicBezTo>
                      <a:pt x="998838" y="521388"/>
                      <a:pt x="839954" y="485375"/>
                      <a:pt x="687732" y="429301"/>
                    </a:cubicBezTo>
                    <a:cubicBezTo>
                      <a:pt x="683468" y="427733"/>
                      <a:pt x="679273" y="425984"/>
                      <a:pt x="675020" y="424385"/>
                    </a:cubicBezTo>
                    <a:cubicBezTo>
                      <a:pt x="655527" y="364578"/>
                      <a:pt x="648614" y="301391"/>
                      <a:pt x="654716" y="238788"/>
                    </a:cubicBezTo>
                    <a:cubicBezTo>
                      <a:pt x="656544" y="220001"/>
                      <a:pt x="660835" y="201779"/>
                      <a:pt x="663785" y="183266"/>
                    </a:cubicBezTo>
                    <a:cubicBezTo>
                      <a:pt x="697026" y="195146"/>
                      <a:pt x="729832" y="208169"/>
                      <a:pt x="761920" y="222663"/>
                    </a:cubicBezTo>
                    <a:cubicBezTo>
                      <a:pt x="836463" y="256335"/>
                      <a:pt x="907940" y="298836"/>
                      <a:pt x="967063" y="355849"/>
                    </a:cubicBezTo>
                    <a:close/>
                    <a:moveTo>
                      <a:pt x="404744" y="402928"/>
                    </a:moveTo>
                    <a:cubicBezTo>
                      <a:pt x="422779" y="396299"/>
                      <a:pt x="440478" y="388821"/>
                      <a:pt x="458774" y="382826"/>
                    </a:cubicBezTo>
                    <a:cubicBezTo>
                      <a:pt x="477768" y="376600"/>
                      <a:pt x="497063" y="371410"/>
                      <a:pt x="516534" y="366919"/>
                    </a:cubicBezTo>
                    <a:cubicBezTo>
                      <a:pt x="564089" y="389753"/>
                      <a:pt x="612532" y="410609"/>
                      <a:pt x="661860" y="429485"/>
                    </a:cubicBezTo>
                    <a:cubicBezTo>
                      <a:pt x="618029" y="433403"/>
                      <a:pt x="575385" y="445830"/>
                      <a:pt x="536317" y="466069"/>
                    </a:cubicBezTo>
                    <a:cubicBezTo>
                      <a:pt x="491112" y="447948"/>
                      <a:pt x="447159" y="426855"/>
                      <a:pt x="404744" y="402928"/>
                    </a:cubicBezTo>
                    <a:close/>
                    <a:moveTo>
                      <a:pt x="657559" y="181092"/>
                    </a:moveTo>
                    <a:cubicBezTo>
                      <a:pt x="652759" y="199338"/>
                      <a:pt x="649653" y="217988"/>
                      <a:pt x="648278" y="236804"/>
                    </a:cubicBezTo>
                    <a:cubicBezTo>
                      <a:pt x="641910" y="299016"/>
                      <a:pt x="648433" y="361873"/>
                      <a:pt x="667442" y="421455"/>
                    </a:cubicBezTo>
                    <a:cubicBezTo>
                      <a:pt x="618538" y="402836"/>
                      <a:pt x="570448" y="382252"/>
                      <a:pt x="523174" y="359702"/>
                    </a:cubicBezTo>
                    <a:cubicBezTo>
                      <a:pt x="515867" y="322918"/>
                      <a:pt x="510145" y="285839"/>
                      <a:pt x="506287" y="248531"/>
                    </a:cubicBezTo>
                    <a:cubicBezTo>
                      <a:pt x="502456" y="211482"/>
                      <a:pt x="502011" y="174463"/>
                      <a:pt x="499681" y="137352"/>
                    </a:cubicBezTo>
                    <a:cubicBezTo>
                      <a:pt x="499626" y="135810"/>
                      <a:pt x="498331" y="134605"/>
                      <a:pt x="496788" y="134660"/>
                    </a:cubicBezTo>
                    <a:cubicBezTo>
                      <a:pt x="495322" y="134712"/>
                      <a:pt x="494146" y="135887"/>
                      <a:pt x="494094" y="137352"/>
                    </a:cubicBezTo>
                    <a:cubicBezTo>
                      <a:pt x="493477" y="175940"/>
                      <a:pt x="495665" y="214521"/>
                      <a:pt x="500642" y="252792"/>
                    </a:cubicBezTo>
                    <a:cubicBezTo>
                      <a:pt x="504421" y="287633"/>
                      <a:pt x="509825" y="322261"/>
                      <a:pt x="516597" y="356642"/>
                    </a:cubicBezTo>
                    <a:cubicBezTo>
                      <a:pt x="464835" y="331642"/>
                      <a:pt x="414296" y="304158"/>
                      <a:pt x="365004" y="274591"/>
                    </a:cubicBezTo>
                    <a:cubicBezTo>
                      <a:pt x="357048" y="247187"/>
                      <a:pt x="350754" y="219328"/>
                      <a:pt x="346154" y="191167"/>
                    </a:cubicBezTo>
                    <a:cubicBezTo>
                      <a:pt x="341317" y="161214"/>
                      <a:pt x="340156" y="131213"/>
                      <a:pt x="336994" y="101148"/>
                    </a:cubicBezTo>
                    <a:cubicBezTo>
                      <a:pt x="394926" y="110992"/>
                      <a:pt x="452621" y="121697"/>
                      <a:pt x="509758" y="136443"/>
                    </a:cubicBezTo>
                    <a:cubicBezTo>
                      <a:pt x="559465" y="149270"/>
                      <a:pt x="608965" y="163968"/>
                      <a:pt x="657559" y="181092"/>
                    </a:cubicBezTo>
                    <a:close/>
                    <a:moveTo>
                      <a:pt x="331414" y="100207"/>
                    </a:moveTo>
                    <a:cubicBezTo>
                      <a:pt x="331064" y="129981"/>
                      <a:pt x="333662" y="159717"/>
                      <a:pt x="339169" y="188980"/>
                    </a:cubicBezTo>
                    <a:cubicBezTo>
                      <a:pt x="343593" y="216311"/>
                      <a:pt x="349621" y="243358"/>
                      <a:pt x="357224" y="269981"/>
                    </a:cubicBezTo>
                    <a:cubicBezTo>
                      <a:pt x="322463" y="248906"/>
                      <a:pt x="288415" y="226720"/>
                      <a:pt x="255081" y="203423"/>
                    </a:cubicBezTo>
                    <a:cubicBezTo>
                      <a:pt x="255122" y="203112"/>
                      <a:pt x="255121" y="202797"/>
                      <a:pt x="255080" y="202486"/>
                    </a:cubicBezTo>
                    <a:cubicBezTo>
                      <a:pt x="247526" y="163701"/>
                      <a:pt x="242618" y="124448"/>
                      <a:pt x="240388" y="84999"/>
                    </a:cubicBezTo>
                    <a:cubicBezTo>
                      <a:pt x="241961" y="85267"/>
                      <a:pt x="243534" y="85547"/>
                      <a:pt x="245107" y="85812"/>
                    </a:cubicBezTo>
                    <a:cubicBezTo>
                      <a:pt x="273909" y="90669"/>
                      <a:pt x="302687" y="95352"/>
                      <a:pt x="331414" y="100207"/>
                    </a:cubicBezTo>
                    <a:close/>
                    <a:moveTo>
                      <a:pt x="167446" y="219622"/>
                    </a:moveTo>
                    <a:cubicBezTo>
                      <a:pt x="147166" y="198532"/>
                      <a:pt x="127906" y="176587"/>
                      <a:pt x="109664" y="153788"/>
                    </a:cubicBezTo>
                    <a:cubicBezTo>
                      <a:pt x="127546" y="146341"/>
                      <a:pt x="147388" y="145003"/>
                      <a:pt x="166109" y="149983"/>
                    </a:cubicBezTo>
                    <a:cubicBezTo>
                      <a:pt x="166625" y="150097"/>
                      <a:pt x="167163" y="150075"/>
                      <a:pt x="167668" y="149917"/>
                    </a:cubicBezTo>
                    <a:cubicBezTo>
                      <a:pt x="190359" y="167734"/>
                      <a:pt x="213473" y="184988"/>
                      <a:pt x="237010" y="201681"/>
                    </a:cubicBezTo>
                    <a:cubicBezTo>
                      <a:pt x="213348" y="204124"/>
                      <a:pt x="190153" y="209916"/>
                      <a:pt x="168122" y="218880"/>
                    </a:cubicBezTo>
                    <a:cubicBezTo>
                      <a:pt x="167746" y="219040"/>
                      <a:pt x="167643" y="219355"/>
                      <a:pt x="167446" y="219622"/>
                    </a:cubicBezTo>
                    <a:close/>
                    <a:moveTo>
                      <a:pt x="23273" y="24170"/>
                    </a:moveTo>
                    <a:cubicBezTo>
                      <a:pt x="66061" y="65442"/>
                      <a:pt x="110665" y="104609"/>
                      <a:pt x="157086" y="141672"/>
                    </a:cubicBezTo>
                    <a:cubicBezTo>
                      <a:pt x="139743" y="139344"/>
                      <a:pt x="122098" y="142135"/>
                      <a:pt x="106322" y="149701"/>
                    </a:cubicBezTo>
                    <a:cubicBezTo>
                      <a:pt x="75233" y="110210"/>
                      <a:pt x="47456" y="68224"/>
                      <a:pt x="23273" y="24170"/>
                    </a:cubicBezTo>
                    <a:close/>
                    <a:moveTo>
                      <a:pt x="165987" y="137482"/>
                    </a:moveTo>
                    <a:cubicBezTo>
                      <a:pt x="155183" y="116515"/>
                      <a:pt x="147762" y="93974"/>
                      <a:pt x="143999" y="70691"/>
                    </a:cubicBezTo>
                    <a:cubicBezTo>
                      <a:pt x="143351" y="66611"/>
                      <a:pt x="137222" y="68369"/>
                      <a:pt x="137814" y="72395"/>
                    </a:cubicBezTo>
                    <a:cubicBezTo>
                      <a:pt x="140671" y="91552"/>
                      <a:pt x="146085" y="110239"/>
                      <a:pt x="153912" y="127957"/>
                    </a:cubicBezTo>
                    <a:cubicBezTo>
                      <a:pt x="115449" y="97133"/>
                      <a:pt x="78279" y="64796"/>
                      <a:pt x="42401" y="30944"/>
                    </a:cubicBezTo>
                    <a:cubicBezTo>
                      <a:pt x="103131" y="57629"/>
                      <a:pt x="168334" y="72455"/>
                      <a:pt x="233736" y="83851"/>
                    </a:cubicBezTo>
                    <a:cubicBezTo>
                      <a:pt x="235891" y="122369"/>
                      <a:pt x="240658" y="160696"/>
                      <a:pt x="248006" y="198568"/>
                    </a:cubicBezTo>
                    <a:cubicBezTo>
                      <a:pt x="245759" y="196985"/>
                      <a:pt x="243449" y="195496"/>
                      <a:pt x="241209" y="193903"/>
                    </a:cubicBezTo>
                    <a:cubicBezTo>
                      <a:pt x="215678" y="175743"/>
                      <a:pt x="190604" y="156936"/>
                      <a:pt x="165987" y="137482"/>
                    </a:cubicBezTo>
                    <a:close/>
                    <a:moveTo>
                      <a:pt x="170756" y="223104"/>
                    </a:moveTo>
                    <a:cubicBezTo>
                      <a:pt x="194889" y="215488"/>
                      <a:pt x="219694" y="210186"/>
                      <a:pt x="244833" y="207271"/>
                    </a:cubicBezTo>
                    <a:cubicBezTo>
                      <a:pt x="280269" y="232277"/>
                      <a:pt x="316551" y="256049"/>
                      <a:pt x="353681" y="278587"/>
                    </a:cubicBezTo>
                    <a:cubicBezTo>
                      <a:pt x="338393" y="282360"/>
                      <a:pt x="323182" y="286426"/>
                      <a:pt x="308148" y="291119"/>
                    </a:cubicBezTo>
                    <a:cubicBezTo>
                      <a:pt x="294078" y="295512"/>
                      <a:pt x="276415" y="299116"/>
                      <a:pt x="264251" y="307933"/>
                    </a:cubicBezTo>
                    <a:cubicBezTo>
                      <a:pt x="233243" y="283187"/>
                      <a:pt x="203716" y="256641"/>
                      <a:pt x="175823" y="228434"/>
                    </a:cubicBezTo>
                    <a:cubicBezTo>
                      <a:pt x="174101" y="226687"/>
                      <a:pt x="172465" y="224863"/>
                      <a:pt x="170756" y="223104"/>
                    </a:cubicBezTo>
                    <a:close/>
                    <a:moveTo>
                      <a:pt x="266397" y="309670"/>
                    </a:moveTo>
                    <a:cubicBezTo>
                      <a:pt x="281854" y="306572"/>
                      <a:pt x="296996" y="302073"/>
                      <a:pt x="311636" y="296229"/>
                    </a:cubicBezTo>
                    <a:cubicBezTo>
                      <a:pt x="327983" y="291402"/>
                      <a:pt x="344452" y="287036"/>
                      <a:pt x="361042" y="283129"/>
                    </a:cubicBezTo>
                    <a:cubicBezTo>
                      <a:pt x="381716" y="295538"/>
                      <a:pt x="402569" y="307660"/>
                      <a:pt x="423731" y="319275"/>
                    </a:cubicBezTo>
                    <a:cubicBezTo>
                      <a:pt x="451423" y="334474"/>
                      <a:pt x="479482" y="348982"/>
                      <a:pt x="507908" y="362800"/>
                    </a:cubicBezTo>
                    <a:cubicBezTo>
                      <a:pt x="470436" y="370737"/>
                      <a:pt x="434073" y="383209"/>
                      <a:pt x="399623" y="399943"/>
                    </a:cubicBezTo>
                    <a:cubicBezTo>
                      <a:pt x="352987" y="373273"/>
                      <a:pt x="308450" y="343095"/>
                      <a:pt x="266397" y="309670"/>
                    </a:cubicBezTo>
                    <a:close/>
                    <a:moveTo>
                      <a:pt x="613280" y="493912"/>
                    </a:moveTo>
                    <a:cubicBezTo>
                      <a:pt x="588862" y="486109"/>
                      <a:pt x="564756" y="477372"/>
                      <a:pt x="540939" y="467922"/>
                    </a:cubicBezTo>
                    <a:cubicBezTo>
                      <a:pt x="583230" y="449816"/>
                      <a:pt x="628140" y="438562"/>
                      <a:pt x="673976" y="434586"/>
                    </a:cubicBezTo>
                    <a:cubicBezTo>
                      <a:pt x="674251" y="434542"/>
                      <a:pt x="674520" y="434467"/>
                      <a:pt x="674777" y="434360"/>
                    </a:cubicBezTo>
                    <a:cubicBezTo>
                      <a:pt x="747871" y="461751"/>
                      <a:pt x="822584" y="484619"/>
                      <a:pt x="898491" y="502832"/>
                    </a:cubicBezTo>
                    <a:cubicBezTo>
                      <a:pt x="987522" y="524145"/>
                      <a:pt x="1077993" y="538932"/>
                      <a:pt x="1169180" y="547073"/>
                    </a:cubicBezTo>
                    <a:cubicBezTo>
                      <a:pt x="982619" y="564442"/>
                      <a:pt x="792329" y="551130"/>
                      <a:pt x="613281" y="4939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11131094" y="4177857"/>
                <a:ext cx="544562" cy="678660"/>
              </a:xfrm>
              <a:custGeom>
                <a:avLst/>
                <a:gdLst/>
                <a:ahLst/>
                <a:cxnLst/>
                <a:rect l="l" t="t" r="r" b="b"/>
                <a:pathLst>
                  <a:path w="396045" h="493571" extrusionOk="0">
                    <a:moveTo>
                      <a:pt x="375489" y="165235"/>
                    </a:moveTo>
                    <a:cubicBezTo>
                      <a:pt x="375665" y="177322"/>
                      <a:pt x="380433" y="189673"/>
                      <a:pt x="376372" y="200966"/>
                    </a:cubicBezTo>
                    <a:cubicBezTo>
                      <a:pt x="372487" y="211377"/>
                      <a:pt x="362158" y="217729"/>
                      <a:pt x="355183" y="226375"/>
                    </a:cubicBezTo>
                    <a:cubicBezTo>
                      <a:pt x="343061" y="241908"/>
                      <a:pt x="342139" y="263416"/>
                      <a:pt x="352887" y="279927"/>
                    </a:cubicBezTo>
                    <a:cubicBezTo>
                      <a:pt x="364011" y="296337"/>
                      <a:pt x="385112" y="304277"/>
                      <a:pt x="394911" y="321481"/>
                    </a:cubicBezTo>
                    <a:cubicBezTo>
                      <a:pt x="395353" y="322276"/>
                      <a:pt x="395795" y="323158"/>
                      <a:pt x="396236" y="323951"/>
                    </a:cubicBezTo>
                    <a:lnTo>
                      <a:pt x="395795" y="324128"/>
                    </a:lnTo>
                    <a:cubicBezTo>
                      <a:pt x="349078" y="355052"/>
                      <a:pt x="311759" y="398205"/>
                      <a:pt x="287910" y="448878"/>
                    </a:cubicBezTo>
                    <a:lnTo>
                      <a:pt x="286056" y="447996"/>
                    </a:lnTo>
                    <a:cubicBezTo>
                      <a:pt x="248711" y="473034"/>
                      <a:pt x="205657" y="488265"/>
                      <a:pt x="160867" y="492285"/>
                    </a:cubicBezTo>
                    <a:cubicBezTo>
                      <a:pt x="127913" y="496541"/>
                      <a:pt x="94456" y="490305"/>
                      <a:pt x="65253" y="474463"/>
                    </a:cubicBezTo>
                    <a:cubicBezTo>
                      <a:pt x="37002" y="457436"/>
                      <a:pt x="16696" y="424881"/>
                      <a:pt x="20757" y="392238"/>
                    </a:cubicBezTo>
                    <a:cubicBezTo>
                      <a:pt x="23670" y="369211"/>
                      <a:pt x="37885" y="347860"/>
                      <a:pt x="35942" y="324834"/>
                    </a:cubicBezTo>
                    <a:cubicBezTo>
                      <a:pt x="34353" y="305248"/>
                      <a:pt x="21552" y="288750"/>
                      <a:pt x="11752" y="271811"/>
                    </a:cubicBezTo>
                    <a:cubicBezTo>
                      <a:pt x="1952" y="254783"/>
                      <a:pt x="-4934" y="232992"/>
                      <a:pt x="5131" y="216141"/>
                    </a:cubicBezTo>
                    <a:cubicBezTo>
                      <a:pt x="11487" y="205730"/>
                      <a:pt x="23052" y="199643"/>
                      <a:pt x="30645" y="190026"/>
                    </a:cubicBezTo>
                    <a:cubicBezTo>
                      <a:pt x="50156" y="165676"/>
                      <a:pt x="37796" y="130122"/>
                      <a:pt x="40180" y="99066"/>
                    </a:cubicBezTo>
                    <a:cubicBezTo>
                      <a:pt x="44506" y="42867"/>
                      <a:pt x="102333" y="1754"/>
                      <a:pt x="158659" y="78"/>
                    </a:cubicBezTo>
                    <a:cubicBezTo>
                      <a:pt x="215074" y="-1510"/>
                      <a:pt x="268045" y="27428"/>
                      <a:pt x="311923" y="62806"/>
                    </a:cubicBezTo>
                    <a:lnTo>
                      <a:pt x="313424" y="61659"/>
                    </a:lnTo>
                    <a:cubicBezTo>
                      <a:pt x="333409" y="88199"/>
                      <a:pt x="355683" y="112938"/>
                      <a:pt x="379991" y="135591"/>
                    </a:cubicBezTo>
                    <a:lnTo>
                      <a:pt x="384052" y="138944"/>
                    </a:lnTo>
                    <a:cubicBezTo>
                      <a:pt x="378445" y="146560"/>
                      <a:pt x="375442" y="155779"/>
                      <a:pt x="375489" y="16523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11488617" y="4623436"/>
                <a:ext cx="654925" cy="556890"/>
              </a:xfrm>
              <a:custGeom>
                <a:avLst/>
                <a:gdLst/>
                <a:ahLst/>
                <a:cxnLst/>
                <a:rect l="l" t="t" r="r" b="b"/>
                <a:pathLst>
                  <a:path w="476309" h="405011" extrusionOk="0">
                    <a:moveTo>
                      <a:pt x="222927" y="37688"/>
                    </a:moveTo>
                    <a:cubicBezTo>
                      <a:pt x="242996" y="41874"/>
                      <a:pt x="263848" y="40157"/>
                      <a:pt x="282961" y="32747"/>
                    </a:cubicBezTo>
                    <a:cubicBezTo>
                      <a:pt x="289143" y="30061"/>
                      <a:pt x="294887" y="26462"/>
                      <a:pt x="300000" y="22072"/>
                    </a:cubicBezTo>
                    <a:lnTo>
                      <a:pt x="315009" y="23925"/>
                    </a:lnTo>
                    <a:cubicBezTo>
                      <a:pt x="354119" y="49686"/>
                      <a:pt x="393672" y="75800"/>
                      <a:pt x="424836" y="110649"/>
                    </a:cubicBezTo>
                    <a:cubicBezTo>
                      <a:pt x="432012" y="118617"/>
                      <a:pt x="438621" y="127078"/>
                      <a:pt x="444612" y="135969"/>
                    </a:cubicBezTo>
                    <a:cubicBezTo>
                      <a:pt x="465813" y="165483"/>
                      <a:pt x="476983" y="201013"/>
                      <a:pt x="476483" y="237340"/>
                    </a:cubicBezTo>
                    <a:cubicBezTo>
                      <a:pt x="474453" y="284011"/>
                      <a:pt x="443377" y="330858"/>
                      <a:pt x="397909" y="341798"/>
                    </a:cubicBezTo>
                    <a:cubicBezTo>
                      <a:pt x="369923" y="348592"/>
                      <a:pt x="338493" y="342240"/>
                      <a:pt x="313420" y="356356"/>
                    </a:cubicBezTo>
                    <a:cubicBezTo>
                      <a:pt x="297705" y="365267"/>
                      <a:pt x="287111" y="380883"/>
                      <a:pt x="273250" y="392352"/>
                    </a:cubicBezTo>
                    <a:cubicBezTo>
                      <a:pt x="259301" y="403821"/>
                      <a:pt x="237759" y="410526"/>
                      <a:pt x="223722" y="399146"/>
                    </a:cubicBezTo>
                    <a:cubicBezTo>
                      <a:pt x="212333" y="389881"/>
                      <a:pt x="210920" y="372766"/>
                      <a:pt x="201739" y="361297"/>
                    </a:cubicBezTo>
                    <a:cubicBezTo>
                      <a:pt x="185229" y="340564"/>
                      <a:pt x="153182" y="346211"/>
                      <a:pt x="126784" y="348681"/>
                    </a:cubicBezTo>
                    <a:cubicBezTo>
                      <a:pt x="91470" y="351945"/>
                      <a:pt x="52977" y="344358"/>
                      <a:pt x="28257" y="318949"/>
                    </a:cubicBezTo>
                    <a:cubicBezTo>
                      <a:pt x="-612" y="289041"/>
                      <a:pt x="-3702" y="242458"/>
                      <a:pt x="3449" y="201522"/>
                    </a:cubicBezTo>
                    <a:cubicBezTo>
                      <a:pt x="8137" y="175006"/>
                      <a:pt x="16393" y="149246"/>
                      <a:pt x="27993" y="124942"/>
                    </a:cubicBezTo>
                    <a:cubicBezTo>
                      <a:pt x="51842" y="74270"/>
                      <a:pt x="89162" y="31117"/>
                      <a:pt x="135878" y="192"/>
                    </a:cubicBezTo>
                    <a:lnTo>
                      <a:pt x="136319" y="16"/>
                    </a:lnTo>
                    <a:cubicBezTo>
                      <a:pt x="139762" y="6898"/>
                      <a:pt x="141528" y="14573"/>
                      <a:pt x="144883" y="21367"/>
                    </a:cubicBezTo>
                    <a:cubicBezTo>
                      <a:pt x="149093" y="29730"/>
                      <a:pt x="155742" y="36620"/>
                      <a:pt x="163952" y="41129"/>
                    </a:cubicBezTo>
                    <a:cubicBezTo>
                      <a:pt x="182507" y="51970"/>
                      <a:pt x="205761" y="50613"/>
                      <a:pt x="222927" y="3768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11901015" y="4182479"/>
                <a:ext cx="539980" cy="683646"/>
              </a:xfrm>
              <a:custGeom>
                <a:avLst/>
                <a:gdLst/>
                <a:ahLst/>
                <a:cxnLst/>
                <a:rect l="l" t="t" r="r" b="b"/>
                <a:pathLst>
                  <a:path w="392713" h="497197" extrusionOk="0">
                    <a:moveTo>
                      <a:pt x="41684" y="235454"/>
                    </a:moveTo>
                    <a:cubicBezTo>
                      <a:pt x="54461" y="219165"/>
                      <a:pt x="52126" y="195708"/>
                      <a:pt x="36387" y="182255"/>
                    </a:cubicBezTo>
                    <a:cubicBezTo>
                      <a:pt x="29059" y="176432"/>
                      <a:pt x="19701" y="173520"/>
                      <a:pt x="12991" y="167080"/>
                    </a:cubicBezTo>
                    <a:cubicBezTo>
                      <a:pt x="8044" y="162064"/>
                      <a:pt x="4458" y="155869"/>
                      <a:pt x="2574" y="149082"/>
                    </a:cubicBezTo>
                    <a:cubicBezTo>
                      <a:pt x="56427" y="117753"/>
                      <a:pt x="103537" y="76073"/>
                      <a:pt x="141182" y="26449"/>
                    </a:cubicBezTo>
                    <a:cubicBezTo>
                      <a:pt x="146921" y="18861"/>
                      <a:pt x="152483" y="10921"/>
                      <a:pt x="157603" y="2716"/>
                    </a:cubicBezTo>
                    <a:lnTo>
                      <a:pt x="162371" y="5804"/>
                    </a:lnTo>
                    <a:cubicBezTo>
                      <a:pt x="205454" y="-372"/>
                      <a:pt x="251804" y="-6106"/>
                      <a:pt x="290473" y="13921"/>
                    </a:cubicBezTo>
                    <a:cubicBezTo>
                      <a:pt x="326966" y="33598"/>
                      <a:pt x="348884" y="72494"/>
                      <a:pt x="346799" y="113879"/>
                    </a:cubicBezTo>
                    <a:cubicBezTo>
                      <a:pt x="345652" y="131524"/>
                      <a:pt x="340266" y="150493"/>
                      <a:pt x="348742" y="166020"/>
                    </a:cubicBezTo>
                    <a:cubicBezTo>
                      <a:pt x="357041" y="181372"/>
                      <a:pt x="376905" y="188959"/>
                      <a:pt x="382025" y="205633"/>
                    </a:cubicBezTo>
                    <a:cubicBezTo>
                      <a:pt x="389530" y="229983"/>
                      <a:pt x="361014" y="250011"/>
                      <a:pt x="354216" y="274625"/>
                    </a:cubicBezTo>
                    <a:cubicBezTo>
                      <a:pt x="345122" y="307268"/>
                      <a:pt x="375228" y="336471"/>
                      <a:pt x="387234" y="368232"/>
                    </a:cubicBezTo>
                    <a:cubicBezTo>
                      <a:pt x="398065" y="397772"/>
                      <a:pt x="393180" y="430784"/>
                      <a:pt x="374257" y="455927"/>
                    </a:cubicBezTo>
                    <a:cubicBezTo>
                      <a:pt x="349095" y="488747"/>
                      <a:pt x="303804" y="500745"/>
                      <a:pt x="262752" y="496334"/>
                    </a:cubicBezTo>
                    <a:cubicBezTo>
                      <a:pt x="221610" y="491923"/>
                      <a:pt x="183471" y="473660"/>
                      <a:pt x="146303" y="455486"/>
                    </a:cubicBezTo>
                    <a:lnTo>
                      <a:pt x="144802" y="456545"/>
                    </a:lnTo>
                    <a:cubicBezTo>
                      <a:pt x="138810" y="447653"/>
                      <a:pt x="132202" y="439192"/>
                      <a:pt x="125026" y="431224"/>
                    </a:cubicBezTo>
                    <a:cubicBezTo>
                      <a:pt x="93861" y="396375"/>
                      <a:pt x="54309" y="370262"/>
                      <a:pt x="15199" y="344500"/>
                    </a:cubicBezTo>
                    <a:lnTo>
                      <a:pt x="190" y="342647"/>
                    </a:lnTo>
                    <a:cubicBezTo>
                      <a:pt x="11646" y="333329"/>
                      <a:pt x="18921" y="319838"/>
                      <a:pt x="20407" y="305152"/>
                    </a:cubicBezTo>
                    <a:cubicBezTo>
                      <a:pt x="21555" y="288301"/>
                      <a:pt x="13962" y="269774"/>
                      <a:pt x="22526" y="255128"/>
                    </a:cubicBezTo>
                    <a:cubicBezTo>
                      <a:pt x="27205" y="247276"/>
                      <a:pt x="35769" y="242424"/>
                      <a:pt x="41684" y="23545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11484794" y="3849501"/>
                <a:ext cx="673899" cy="537818"/>
              </a:xfrm>
              <a:custGeom>
                <a:avLst/>
                <a:gdLst/>
                <a:ahLst/>
                <a:cxnLst/>
                <a:rect l="l" t="t" r="r" b="b"/>
                <a:pathLst>
                  <a:path w="490108" h="391140" extrusionOk="0">
                    <a:moveTo>
                      <a:pt x="170263" y="356836"/>
                    </a:moveTo>
                    <a:cubicBezTo>
                      <a:pt x="153129" y="355541"/>
                      <a:pt x="136605" y="363478"/>
                      <a:pt x="126915" y="377657"/>
                    </a:cubicBezTo>
                    <a:lnTo>
                      <a:pt x="122854" y="374305"/>
                    </a:lnTo>
                    <a:cubicBezTo>
                      <a:pt x="98546" y="351651"/>
                      <a:pt x="76272" y="326913"/>
                      <a:pt x="56287" y="300373"/>
                    </a:cubicBezTo>
                    <a:cubicBezTo>
                      <a:pt x="43402" y="283070"/>
                      <a:pt x="32254" y="264541"/>
                      <a:pt x="23003" y="245056"/>
                    </a:cubicBezTo>
                    <a:cubicBezTo>
                      <a:pt x="-128" y="195473"/>
                      <a:pt x="-8251" y="136980"/>
                      <a:pt x="10819" y="85633"/>
                    </a:cubicBezTo>
                    <a:cubicBezTo>
                      <a:pt x="25651" y="45667"/>
                      <a:pt x="65468" y="9142"/>
                      <a:pt x="106874" y="19200"/>
                    </a:cubicBezTo>
                    <a:cubicBezTo>
                      <a:pt x="140423" y="27317"/>
                      <a:pt x="165407" y="63401"/>
                      <a:pt x="199839" y="61107"/>
                    </a:cubicBezTo>
                    <a:cubicBezTo>
                      <a:pt x="224735" y="59519"/>
                      <a:pt x="242922" y="38345"/>
                      <a:pt x="261462" y="21670"/>
                    </a:cubicBezTo>
                    <a:cubicBezTo>
                      <a:pt x="280002" y="4996"/>
                      <a:pt x="308607" y="-8414"/>
                      <a:pt x="328648" y="6408"/>
                    </a:cubicBezTo>
                    <a:cubicBezTo>
                      <a:pt x="343303" y="17259"/>
                      <a:pt x="346393" y="38786"/>
                      <a:pt x="360607" y="50079"/>
                    </a:cubicBezTo>
                    <a:cubicBezTo>
                      <a:pt x="376940" y="63223"/>
                      <a:pt x="400689" y="58018"/>
                      <a:pt x="421348" y="61371"/>
                    </a:cubicBezTo>
                    <a:cubicBezTo>
                      <a:pt x="462754" y="68164"/>
                      <a:pt x="490299" y="112276"/>
                      <a:pt x="490299" y="154183"/>
                    </a:cubicBezTo>
                    <a:cubicBezTo>
                      <a:pt x="489093" y="186633"/>
                      <a:pt x="478650" y="218065"/>
                      <a:pt x="460194" y="244790"/>
                    </a:cubicBezTo>
                    <a:cubicBezTo>
                      <a:pt x="455072" y="252995"/>
                      <a:pt x="449511" y="260935"/>
                      <a:pt x="443772" y="268523"/>
                    </a:cubicBezTo>
                    <a:cubicBezTo>
                      <a:pt x="406127" y="318147"/>
                      <a:pt x="359017" y="359827"/>
                      <a:pt x="305164" y="391156"/>
                    </a:cubicBezTo>
                    <a:cubicBezTo>
                      <a:pt x="299249" y="373864"/>
                      <a:pt x="298630" y="353131"/>
                      <a:pt x="283533" y="343515"/>
                    </a:cubicBezTo>
                    <a:cubicBezTo>
                      <a:pt x="270644" y="335310"/>
                      <a:pt x="253428" y="339986"/>
                      <a:pt x="239744" y="346779"/>
                    </a:cubicBezTo>
                    <a:cubicBezTo>
                      <a:pt x="225972" y="353572"/>
                      <a:pt x="212111" y="362395"/>
                      <a:pt x="196837" y="361865"/>
                    </a:cubicBezTo>
                    <a:cubicBezTo>
                      <a:pt x="187832" y="361513"/>
                      <a:pt x="179180" y="357895"/>
                      <a:pt x="170263" y="3568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11605963" y="4315988"/>
                <a:ext cx="363316" cy="373876"/>
              </a:xfrm>
              <a:custGeom>
                <a:avLst/>
                <a:gdLst/>
                <a:ahLst/>
                <a:cxnLst/>
                <a:rect l="l" t="t" r="r" b="b"/>
                <a:pathLst>
                  <a:path w="264230" h="271910" extrusionOk="0">
                    <a:moveTo>
                      <a:pt x="78642" y="264643"/>
                    </a:moveTo>
                    <a:cubicBezTo>
                      <a:pt x="70432" y="260135"/>
                      <a:pt x="63783" y="253244"/>
                      <a:pt x="59573" y="244881"/>
                    </a:cubicBezTo>
                    <a:cubicBezTo>
                      <a:pt x="56218" y="238088"/>
                      <a:pt x="54452" y="230412"/>
                      <a:pt x="51009" y="223530"/>
                    </a:cubicBezTo>
                    <a:cubicBezTo>
                      <a:pt x="50567" y="222737"/>
                      <a:pt x="50126" y="221855"/>
                      <a:pt x="49684" y="221060"/>
                    </a:cubicBezTo>
                    <a:cubicBezTo>
                      <a:pt x="39885" y="203856"/>
                      <a:pt x="18784" y="195916"/>
                      <a:pt x="7661" y="179506"/>
                    </a:cubicBezTo>
                    <a:cubicBezTo>
                      <a:pt x="-3087" y="162995"/>
                      <a:pt x="-2165" y="141487"/>
                      <a:pt x="9956" y="125954"/>
                    </a:cubicBezTo>
                    <a:cubicBezTo>
                      <a:pt x="16930" y="117308"/>
                      <a:pt x="27260" y="110956"/>
                      <a:pt x="31144" y="100545"/>
                    </a:cubicBezTo>
                    <a:cubicBezTo>
                      <a:pt x="35206" y="89252"/>
                      <a:pt x="30438" y="76901"/>
                      <a:pt x="30262" y="64814"/>
                    </a:cubicBezTo>
                    <a:cubicBezTo>
                      <a:pt x="30215" y="55358"/>
                      <a:pt x="33218" y="46139"/>
                      <a:pt x="38825" y="38523"/>
                    </a:cubicBezTo>
                    <a:cubicBezTo>
                      <a:pt x="48515" y="24343"/>
                      <a:pt x="65040" y="16406"/>
                      <a:pt x="82173" y="17702"/>
                    </a:cubicBezTo>
                    <a:cubicBezTo>
                      <a:pt x="91090" y="18761"/>
                      <a:pt x="99742" y="22378"/>
                      <a:pt x="108747" y="22731"/>
                    </a:cubicBezTo>
                    <a:cubicBezTo>
                      <a:pt x="124021" y="23260"/>
                      <a:pt x="137882" y="14438"/>
                      <a:pt x="151654" y="7644"/>
                    </a:cubicBezTo>
                    <a:cubicBezTo>
                      <a:pt x="165339" y="851"/>
                      <a:pt x="182554" y="-3825"/>
                      <a:pt x="195444" y="4380"/>
                    </a:cubicBezTo>
                    <a:cubicBezTo>
                      <a:pt x="210541" y="13996"/>
                      <a:pt x="211159" y="34729"/>
                      <a:pt x="217074" y="52021"/>
                    </a:cubicBezTo>
                    <a:cubicBezTo>
                      <a:pt x="218958" y="58808"/>
                      <a:pt x="222544" y="65003"/>
                      <a:pt x="227492" y="70019"/>
                    </a:cubicBezTo>
                    <a:cubicBezTo>
                      <a:pt x="234201" y="76460"/>
                      <a:pt x="243560" y="79371"/>
                      <a:pt x="250887" y="85194"/>
                    </a:cubicBezTo>
                    <a:cubicBezTo>
                      <a:pt x="266626" y="98648"/>
                      <a:pt x="268961" y="122105"/>
                      <a:pt x="256184" y="138394"/>
                    </a:cubicBezTo>
                    <a:cubicBezTo>
                      <a:pt x="250269" y="145363"/>
                      <a:pt x="241705" y="150216"/>
                      <a:pt x="237027" y="158068"/>
                    </a:cubicBezTo>
                    <a:cubicBezTo>
                      <a:pt x="228463" y="172713"/>
                      <a:pt x="236056" y="191240"/>
                      <a:pt x="234908" y="208091"/>
                    </a:cubicBezTo>
                    <a:cubicBezTo>
                      <a:pt x="233422" y="222777"/>
                      <a:pt x="226147" y="236269"/>
                      <a:pt x="214691" y="245587"/>
                    </a:cubicBezTo>
                    <a:cubicBezTo>
                      <a:pt x="209577" y="249977"/>
                      <a:pt x="203834" y="253575"/>
                      <a:pt x="197651" y="256262"/>
                    </a:cubicBezTo>
                    <a:cubicBezTo>
                      <a:pt x="178538" y="263672"/>
                      <a:pt x="157686" y="265388"/>
                      <a:pt x="137617" y="261202"/>
                    </a:cubicBezTo>
                    <a:cubicBezTo>
                      <a:pt x="120452" y="274128"/>
                      <a:pt x="97197" y="275484"/>
                      <a:pt x="78643" y="26464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1650405" y="4340127"/>
                <a:ext cx="75941" cy="45700"/>
              </a:xfrm>
              <a:custGeom>
                <a:avLst/>
                <a:gdLst/>
                <a:ahLst/>
                <a:cxnLst/>
                <a:rect l="l" t="t" r="r" b="b"/>
                <a:pathLst>
                  <a:path w="55230" h="33236" extrusionOk="0">
                    <a:moveTo>
                      <a:pt x="21885" y="13095"/>
                    </a:moveTo>
                    <a:cubicBezTo>
                      <a:pt x="32189" y="6989"/>
                      <a:pt x="43576" y="2930"/>
                      <a:pt x="55421" y="1141"/>
                    </a:cubicBezTo>
                    <a:cubicBezTo>
                      <a:pt x="53576" y="750"/>
                      <a:pt x="51728" y="374"/>
                      <a:pt x="49864" y="153"/>
                    </a:cubicBezTo>
                    <a:cubicBezTo>
                      <a:pt x="32731" y="-1142"/>
                      <a:pt x="16207" y="6794"/>
                      <a:pt x="6517" y="20973"/>
                    </a:cubicBezTo>
                    <a:cubicBezTo>
                      <a:pt x="3819" y="24736"/>
                      <a:pt x="1688" y="28873"/>
                      <a:pt x="190" y="33253"/>
                    </a:cubicBezTo>
                    <a:cubicBezTo>
                      <a:pt x="6065" y="25209"/>
                      <a:pt x="13429" y="18366"/>
                      <a:pt x="21884" y="13095"/>
                    </a:cubicBezTo>
                    <a:close/>
                  </a:path>
                </a:pathLst>
              </a:custGeom>
              <a:solidFill>
                <a:srgbClr val="F5DBD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11618434" y="4565640"/>
                <a:ext cx="38963" cy="35016"/>
              </a:xfrm>
              <a:custGeom>
                <a:avLst/>
                <a:gdLst/>
                <a:ahLst/>
                <a:cxnLst/>
                <a:rect l="l" t="t" r="r" b="b"/>
                <a:pathLst>
                  <a:path w="28337" h="25466" extrusionOk="0">
                    <a:moveTo>
                      <a:pt x="28281" y="24474"/>
                    </a:moveTo>
                    <a:cubicBezTo>
                      <a:pt x="19764" y="15399"/>
                      <a:pt x="10353" y="7204"/>
                      <a:pt x="190" y="16"/>
                    </a:cubicBezTo>
                    <a:cubicBezTo>
                      <a:pt x="8789" y="9401"/>
                      <a:pt x="18279" y="17930"/>
                      <a:pt x="28527" y="25482"/>
                    </a:cubicBezTo>
                    <a:cubicBezTo>
                      <a:pt x="28449" y="25145"/>
                      <a:pt x="28356" y="24813"/>
                      <a:pt x="28281" y="24474"/>
                    </a:cubicBezTo>
                    <a:close/>
                  </a:path>
                </a:pathLst>
              </a:custGeom>
              <a:solidFill>
                <a:srgbClr val="F5DBD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11121669" y="3840825"/>
                <a:ext cx="1328051" cy="1348289"/>
              </a:xfrm>
              <a:custGeom>
                <a:avLst/>
                <a:gdLst/>
                <a:ahLst/>
                <a:cxnLst/>
                <a:rect l="l" t="t" r="r" b="b"/>
                <a:pathLst>
                  <a:path w="965855" h="980574" extrusionOk="0">
                    <a:moveTo>
                      <a:pt x="958241" y="610242"/>
                    </a:moveTo>
                    <a:cubicBezTo>
                      <a:pt x="947314" y="584503"/>
                      <a:pt x="919708" y="556252"/>
                      <a:pt x="926681" y="526310"/>
                    </a:cubicBezTo>
                    <a:cubicBezTo>
                      <a:pt x="932418" y="501675"/>
                      <a:pt x="960522" y="483906"/>
                      <a:pt x="955776" y="456453"/>
                    </a:cubicBezTo>
                    <a:cubicBezTo>
                      <a:pt x="952857" y="445086"/>
                      <a:pt x="946094" y="435078"/>
                      <a:pt x="936633" y="428126"/>
                    </a:cubicBezTo>
                    <a:cubicBezTo>
                      <a:pt x="923297" y="416260"/>
                      <a:pt x="916239" y="406071"/>
                      <a:pt x="917367" y="387325"/>
                    </a:cubicBezTo>
                    <a:cubicBezTo>
                      <a:pt x="919414" y="372407"/>
                      <a:pt x="920014" y="357326"/>
                      <a:pt x="919160" y="342292"/>
                    </a:cubicBezTo>
                    <a:cubicBezTo>
                      <a:pt x="917439" y="329316"/>
                      <a:pt x="913509" y="316730"/>
                      <a:pt x="907540" y="305079"/>
                    </a:cubicBezTo>
                    <a:cubicBezTo>
                      <a:pt x="893049" y="276723"/>
                      <a:pt x="867260" y="255790"/>
                      <a:pt x="836517" y="247428"/>
                    </a:cubicBezTo>
                    <a:cubicBezTo>
                      <a:pt x="803217" y="238226"/>
                      <a:pt x="767310" y="242153"/>
                      <a:pt x="733676" y="248501"/>
                    </a:cubicBezTo>
                    <a:cubicBezTo>
                      <a:pt x="742464" y="233848"/>
                      <a:pt x="749457" y="218192"/>
                      <a:pt x="754502" y="201870"/>
                    </a:cubicBezTo>
                    <a:cubicBezTo>
                      <a:pt x="767229" y="164372"/>
                      <a:pt x="760417" y="123002"/>
                      <a:pt x="736340" y="91554"/>
                    </a:cubicBezTo>
                    <a:cubicBezTo>
                      <a:pt x="725310" y="77533"/>
                      <a:pt x="710079" y="67407"/>
                      <a:pt x="692877" y="62656"/>
                    </a:cubicBezTo>
                    <a:cubicBezTo>
                      <a:pt x="673095" y="57635"/>
                      <a:pt x="648081" y="64514"/>
                      <a:pt x="630476" y="52728"/>
                    </a:cubicBezTo>
                    <a:cubicBezTo>
                      <a:pt x="614225" y="41848"/>
                      <a:pt x="612152" y="18608"/>
                      <a:pt x="595915" y="7130"/>
                    </a:cubicBezTo>
                    <a:cubicBezTo>
                      <a:pt x="580295" y="-3911"/>
                      <a:pt x="560605" y="-684"/>
                      <a:pt x="544376" y="7208"/>
                    </a:cubicBezTo>
                    <a:cubicBezTo>
                      <a:pt x="507595" y="25096"/>
                      <a:pt x="483197" y="78342"/>
                      <a:pt x="436046" y="54249"/>
                    </a:cubicBezTo>
                    <a:cubicBezTo>
                      <a:pt x="418529" y="45298"/>
                      <a:pt x="403758" y="31771"/>
                      <a:pt x="385684" y="23790"/>
                    </a:cubicBezTo>
                    <a:cubicBezTo>
                      <a:pt x="369059" y="16198"/>
                      <a:pt x="350123" y="15401"/>
                      <a:pt x="332919" y="21570"/>
                    </a:cubicBezTo>
                    <a:cubicBezTo>
                      <a:pt x="295188" y="35273"/>
                      <a:pt x="271272" y="72596"/>
                      <a:pt x="262529" y="110223"/>
                    </a:cubicBezTo>
                    <a:cubicBezTo>
                      <a:pt x="248392" y="171059"/>
                      <a:pt x="265656" y="233147"/>
                      <a:pt x="298265" y="286628"/>
                    </a:cubicBezTo>
                    <a:cubicBezTo>
                      <a:pt x="251191" y="253382"/>
                      <a:pt x="193849" y="228269"/>
                      <a:pt x="136255" y="242717"/>
                    </a:cubicBezTo>
                    <a:cubicBezTo>
                      <a:pt x="107438" y="249719"/>
                      <a:pt x="81681" y="265896"/>
                      <a:pt x="62869" y="288807"/>
                    </a:cubicBezTo>
                    <a:cubicBezTo>
                      <a:pt x="43338" y="313403"/>
                      <a:pt x="38939" y="340812"/>
                      <a:pt x="40994" y="371438"/>
                    </a:cubicBezTo>
                    <a:cubicBezTo>
                      <a:pt x="42093" y="387819"/>
                      <a:pt x="44523" y="405868"/>
                      <a:pt x="38007" y="421460"/>
                    </a:cubicBezTo>
                    <a:cubicBezTo>
                      <a:pt x="31498" y="437035"/>
                      <a:pt x="14829" y="443738"/>
                      <a:pt x="6391" y="457884"/>
                    </a:cubicBezTo>
                    <a:cubicBezTo>
                      <a:pt x="-12133" y="488940"/>
                      <a:pt x="15459" y="520850"/>
                      <a:pt x="28974" y="547277"/>
                    </a:cubicBezTo>
                    <a:cubicBezTo>
                      <a:pt x="39173" y="567219"/>
                      <a:pt x="36394" y="584943"/>
                      <a:pt x="29536" y="605334"/>
                    </a:cubicBezTo>
                    <a:cubicBezTo>
                      <a:pt x="23220" y="620578"/>
                      <a:pt x="20307" y="637014"/>
                      <a:pt x="20999" y="653498"/>
                    </a:cubicBezTo>
                    <a:cubicBezTo>
                      <a:pt x="25196" y="684064"/>
                      <a:pt x="43467" y="710904"/>
                      <a:pt x="70374" y="726032"/>
                    </a:cubicBezTo>
                    <a:cubicBezTo>
                      <a:pt x="104028" y="745662"/>
                      <a:pt x="145085" y="747474"/>
                      <a:pt x="182793" y="742057"/>
                    </a:cubicBezTo>
                    <a:cubicBezTo>
                      <a:pt x="218177" y="737899"/>
                      <a:pt x="252131" y="725669"/>
                      <a:pt x="282033" y="706311"/>
                    </a:cubicBezTo>
                    <a:cubicBezTo>
                      <a:pt x="274672" y="724331"/>
                      <a:pt x="269031" y="743006"/>
                      <a:pt x="265184" y="762087"/>
                    </a:cubicBezTo>
                    <a:cubicBezTo>
                      <a:pt x="257738" y="799512"/>
                      <a:pt x="257020" y="842195"/>
                      <a:pt x="277602" y="875853"/>
                    </a:cubicBezTo>
                    <a:cubicBezTo>
                      <a:pt x="299135" y="911066"/>
                      <a:pt x="339110" y="923409"/>
                      <a:pt x="378500" y="924452"/>
                    </a:cubicBezTo>
                    <a:cubicBezTo>
                      <a:pt x="398296" y="924976"/>
                      <a:pt x="418003" y="919752"/>
                      <a:pt x="437805" y="922023"/>
                    </a:cubicBezTo>
                    <a:cubicBezTo>
                      <a:pt x="448414" y="922562"/>
                      <a:pt x="458261" y="927698"/>
                      <a:pt x="464770" y="936087"/>
                    </a:cubicBezTo>
                    <a:cubicBezTo>
                      <a:pt x="470555" y="944360"/>
                      <a:pt x="472665" y="954620"/>
                      <a:pt x="477952" y="963180"/>
                    </a:cubicBezTo>
                    <a:cubicBezTo>
                      <a:pt x="487110" y="977939"/>
                      <a:pt x="505347" y="984290"/>
                      <a:pt x="521701" y="978418"/>
                    </a:cubicBezTo>
                    <a:cubicBezTo>
                      <a:pt x="541227" y="972622"/>
                      <a:pt x="553577" y="956994"/>
                      <a:pt x="567632" y="943386"/>
                    </a:cubicBezTo>
                    <a:cubicBezTo>
                      <a:pt x="586213" y="925396"/>
                      <a:pt x="607392" y="922568"/>
                      <a:pt x="632263" y="921118"/>
                    </a:cubicBezTo>
                    <a:cubicBezTo>
                      <a:pt x="652061" y="921116"/>
                      <a:pt x="671604" y="916657"/>
                      <a:pt x="689441" y="908071"/>
                    </a:cubicBezTo>
                    <a:cubicBezTo>
                      <a:pt x="721847" y="889035"/>
                      <a:pt x="743654" y="856124"/>
                      <a:pt x="748542" y="818879"/>
                    </a:cubicBezTo>
                    <a:cubicBezTo>
                      <a:pt x="753587" y="782834"/>
                      <a:pt x="745636" y="746171"/>
                      <a:pt x="726110" y="715447"/>
                    </a:cubicBezTo>
                    <a:cubicBezTo>
                      <a:pt x="777072" y="742983"/>
                      <a:pt x="837725" y="763839"/>
                      <a:pt x="894321" y="744174"/>
                    </a:cubicBezTo>
                    <a:cubicBezTo>
                      <a:pt x="949332" y="725062"/>
                      <a:pt x="981873" y="665908"/>
                      <a:pt x="958241" y="610242"/>
                    </a:cubicBezTo>
                    <a:close/>
                    <a:moveTo>
                      <a:pt x="323998" y="40213"/>
                    </a:moveTo>
                    <a:cubicBezTo>
                      <a:pt x="340004" y="29821"/>
                      <a:pt x="360018" y="27704"/>
                      <a:pt x="377847" y="34517"/>
                    </a:cubicBezTo>
                    <a:cubicBezTo>
                      <a:pt x="394710" y="41172"/>
                      <a:pt x="408624" y="53558"/>
                      <a:pt x="424182" y="62563"/>
                    </a:cubicBezTo>
                    <a:cubicBezTo>
                      <a:pt x="437351" y="71192"/>
                      <a:pt x="453095" y="75021"/>
                      <a:pt x="468760" y="73403"/>
                    </a:cubicBezTo>
                    <a:cubicBezTo>
                      <a:pt x="485645" y="69555"/>
                      <a:pt x="501030" y="60845"/>
                      <a:pt x="513012" y="48349"/>
                    </a:cubicBezTo>
                    <a:cubicBezTo>
                      <a:pt x="528193" y="34647"/>
                      <a:pt x="542548" y="18803"/>
                      <a:pt x="563330" y="14001"/>
                    </a:cubicBezTo>
                    <a:cubicBezTo>
                      <a:pt x="587483" y="8420"/>
                      <a:pt x="596560" y="26579"/>
                      <a:pt x="606842" y="44399"/>
                    </a:cubicBezTo>
                    <a:cubicBezTo>
                      <a:pt x="614413" y="59046"/>
                      <a:pt x="628662" y="69078"/>
                      <a:pt x="645012" y="71271"/>
                    </a:cubicBezTo>
                    <a:cubicBezTo>
                      <a:pt x="664068" y="74076"/>
                      <a:pt x="683665" y="70867"/>
                      <a:pt x="701531" y="79626"/>
                    </a:cubicBezTo>
                    <a:cubicBezTo>
                      <a:pt x="734946" y="96008"/>
                      <a:pt x="750440" y="136065"/>
                      <a:pt x="747356" y="171488"/>
                    </a:cubicBezTo>
                    <a:cubicBezTo>
                      <a:pt x="743111" y="220246"/>
                      <a:pt x="710924" y="263735"/>
                      <a:pt x="679537" y="299213"/>
                    </a:cubicBezTo>
                    <a:cubicBezTo>
                      <a:pt x="647947" y="333366"/>
                      <a:pt x="612126" y="363351"/>
                      <a:pt x="572941" y="388443"/>
                    </a:cubicBezTo>
                    <a:cubicBezTo>
                      <a:pt x="570984" y="378754"/>
                      <a:pt x="568094" y="369277"/>
                      <a:pt x="564314" y="360142"/>
                    </a:cubicBezTo>
                    <a:cubicBezTo>
                      <a:pt x="560803" y="352686"/>
                      <a:pt x="554922" y="346600"/>
                      <a:pt x="547589" y="342830"/>
                    </a:cubicBezTo>
                    <a:cubicBezTo>
                      <a:pt x="548085" y="341249"/>
                      <a:pt x="548474" y="339637"/>
                      <a:pt x="548756" y="338005"/>
                    </a:cubicBezTo>
                    <a:cubicBezTo>
                      <a:pt x="549536" y="334053"/>
                      <a:pt x="550470" y="330137"/>
                      <a:pt x="551534" y="326252"/>
                    </a:cubicBezTo>
                    <a:cubicBezTo>
                      <a:pt x="557791" y="302098"/>
                      <a:pt x="569063" y="279530"/>
                      <a:pt x="584618" y="260013"/>
                    </a:cubicBezTo>
                    <a:cubicBezTo>
                      <a:pt x="586513" y="257616"/>
                      <a:pt x="583512" y="254369"/>
                      <a:pt x="581179" y="256577"/>
                    </a:cubicBezTo>
                    <a:cubicBezTo>
                      <a:pt x="568501" y="268500"/>
                      <a:pt x="558008" y="282548"/>
                      <a:pt x="550174" y="298084"/>
                    </a:cubicBezTo>
                    <a:cubicBezTo>
                      <a:pt x="546304" y="305691"/>
                      <a:pt x="543063" y="313600"/>
                      <a:pt x="540484" y="321735"/>
                    </a:cubicBezTo>
                    <a:cubicBezTo>
                      <a:pt x="539164" y="326031"/>
                      <a:pt x="538081" y="330412"/>
                      <a:pt x="537156" y="334809"/>
                    </a:cubicBezTo>
                    <a:cubicBezTo>
                      <a:pt x="536816" y="336349"/>
                      <a:pt x="536560" y="337906"/>
                      <a:pt x="536389" y="339473"/>
                    </a:cubicBezTo>
                    <a:cubicBezTo>
                      <a:pt x="535792" y="339397"/>
                      <a:pt x="535221" y="339262"/>
                      <a:pt x="534613" y="339214"/>
                    </a:cubicBezTo>
                    <a:cubicBezTo>
                      <a:pt x="517446" y="337881"/>
                      <a:pt x="502476" y="346762"/>
                      <a:pt x="487678" y="354033"/>
                    </a:cubicBezTo>
                    <a:cubicBezTo>
                      <a:pt x="483099" y="356363"/>
                      <a:pt x="478331" y="358303"/>
                      <a:pt x="473426" y="359832"/>
                    </a:cubicBezTo>
                    <a:cubicBezTo>
                      <a:pt x="467230" y="331017"/>
                      <a:pt x="464346" y="301589"/>
                      <a:pt x="464830" y="272121"/>
                    </a:cubicBezTo>
                    <a:cubicBezTo>
                      <a:pt x="466114" y="242249"/>
                      <a:pt x="469842" y="212532"/>
                      <a:pt x="475976" y="183268"/>
                    </a:cubicBezTo>
                    <a:cubicBezTo>
                      <a:pt x="476301" y="181422"/>
                      <a:pt x="473552" y="179848"/>
                      <a:pt x="472667" y="181874"/>
                    </a:cubicBezTo>
                    <a:cubicBezTo>
                      <a:pt x="461342" y="210120"/>
                      <a:pt x="454864" y="240072"/>
                      <a:pt x="453503" y="270470"/>
                    </a:cubicBezTo>
                    <a:cubicBezTo>
                      <a:pt x="451604" y="301046"/>
                      <a:pt x="453960" y="331738"/>
                      <a:pt x="460505" y="361666"/>
                    </a:cubicBezTo>
                    <a:cubicBezTo>
                      <a:pt x="451089" y="361308"/>
                      <a:pt x="442157" y="357242"/>
                      <a:pt x="432736" y="356604"/>
                    </a:cubicBezTo>
                    <a:cubicBezTo>
                      <a:pt x="429253" y="356380"/>
                      <a:pt x="425755" y="356544"/>
                      <a:pt x="422307" y="357093"/>
                    </a:cubicBezTo>
                    <a:cubicBezTo>
                      <a:pt x="420721" y="353084"/>
                      <a:pt x="418417" y="349167"/>
                      <a:pt x="416834" y="345356"/>
                    </a:cubicBezTo>
                    <a:cubicBezTo>
                      <a:pt x="414545" y="339847"/>
                      <a:pt x="412390" y="334262"/>
                      <a:pt x="410556" y="328584"/>
                    </a:cubicBezTo>
                    <a:cubicBezTo>
                      <a:pt x="406502" y="316691"/>
                      <a:pt x="403873" y="304360"/>
                      <a:pt x="402722" y="291849"/>
                    </a:cubicBezTo>
                    <a:cubicBezTo>
                      <a:pt x="402697" y="291021"/>
                      <a:pt x="402004" y="290371"/>
                      <a:pt x="401176" y="290396"/>
                    </a:cubicBezTo>
                    <a:cubicBezTo>
                      <a:pt x="400383" y="290420"/>
                      <a:pt x="399747" y="291057"/>
                      <a:pt x="399722" y="291849"/>
                    </a:cubicBezTo>
                    <a:cubicBezTo>
                      <a:pt x="399112" y="304674"/>
                      <a:pt x="400075" y="317525"/>
                      <a:pt x="402587" y="330117"/>
                    </a:cubicBezTo>
                    <a:cubicBezTo>
                      <a:pt x="403898" y="336362"/>
                      <a:pt x="405707" y="342492"/>
                      <a:pt x="407995" y="348449"/>
                    </a:cubicBezTo>
                    <a:cubicBezTo>
                      <a:pt x="409152" y="351401"/>
                      <a:pt x="410421" y="354319"/>
                      <a:pt x="411754" y="357196"/>
                    </a:cubicBezTo>
                    <a:cubicBezTo>
                      <a:pt x="412111" y="357967"/>
                      <a:pt x="412459" y="358746"/>
                      <a:pt x="412819" y="359519"/>
                    </a:cubicBezTo>
                    <a:cubicBezTo>
                      <a:pt x="406696" y="361733"/>
                      <a:pt x="401001" y="364986"/>
                      <a:pt x="395983" y="369133"/>
                    </a:cubicBezTo>
                    <a:cubicBezTo>
                      <a:pt x="393203" y="371436"/>
                      <a:pt x="390642" y="373992"/>
                      <a:pt x="388334" y="376768"/>
                    </a:cubicBezTo>
                    <a:cubicBezTo>
                      <a:pt x="360125" y="343919"/>
                      <a:pt x="329853" y="313501"/>
                      <a:pt x="307445" y="276059"/>
                    </a:cubicBezTo>
                    <a:cubicBezTo>
                      <a:pt x="283633" y="238119"/>
                      <a:pt x="270922" y="194278"/>
                      <a:pt x="270750" y="149494"/>
                    </a:cubicBezTo>
                    <a:cubicBezTo>
                      <a:pt x="271551" y="107940"/>
                      <a:pt x="286757" y="62854"/>
                      <a:pt x="323998" y="40213"/>
                    </a:cubicBezTo>
                    <a:close/>
                    <a:moveTo>
                      <a:pt x="601435" y="481884"/>
                    </a:moveTo>
                    <a:cubicBezTo>
                      <a:pt x="590828" y="493269"/>
                      <a:pt x="580154" y="500042"/>
                      <a:pt x="578781" y="516887"/>
                    </a:cubicBezTo>
                    <a:cubicBezTo>
                      <a:pt x="577484" y="532782"/>
                      <a:pt x="583789" y="548651"/>
                      <a:pt x="578265" y="564217"/>
                    </a:cubicBezTo>
                    <a:cubicBezTo>
                      <a:pt x="571587" y="580572"/>
                      <a:pt x="557953" y="593095"/>
                      <a:pt x="541083" y="598369"/>
                    </a:cubicBezTo>
                    <a:cubicBezTo>
                      <a:pt x="525793" y="602741"/>
                      <a:pt x="509761" y="603892"/>
                      <a:pt x="494002" y="601750"/>
                    </a:cubicBezTo>
                    <a:cubicBezTo>
                      <a:pt x="492883" y="600722"/>
                      <a:pt x="491199" y="600612"/>
                      <a:pt x="489956" y="601486"/>
                    </a:cubicBezTo>
                    <a:cubicBezTo>
                      <a:pt x="488911" y="601418"/>
                      <a:pt x="487866" y="601345"/>
                      <a:pt x="486820" y="601282"/>
                    </a:cubicBezTo>
                    <a:cubicBezTo>
                      <a:pt x="484395" y="601122"/>
                      <a:pt x="482300" y="602957"/>
                      <a:pt x="482140" y="605380"/>
                    </a:cubicBezTo>
                    <a:cubicBezTo>
                      <a:pt x="482126" y="605587"/>
                      <a:pt x="482127" y="605794"/>
                      <a:pt x="482143" y="606001"/>
                    </a:cubicBezTo>
                    <a:cubicBezTo>
                      <a:pt x="463390" y="615449"/>
                      <a:pt x="440760" y="612455"/>
                      <a:pt x="425115" y="598454"/>
                    </a:cubicBezTo>
                    <a:cubicBezTo>
                      <a:pt x="415931" y="589686"/>
                      <a:pt x="414176" y="577596"/>
                      <a:pt x="408851" y="566615"/>
                    </a:cubicBezTo>
                    <a:cubicBezTo>
                      <a:pt x="402172" y="555173"/>
                      <a:pt x="392980" y="545396"/>
                      <a:pt x="381969" y="538022"/>
                    </a:cubicBezTo>
                    <a:cubicBezTo>
                      <a:pt x="370720" y="529027"/>
                      <a:pt x="360443" y="519327"/>
                      <a:pt x="358866" y="504163"/>
                    </a:cubicBezTo>
                    <a:cubicBezTo>
                      <a:pt x="357192" y="488060"/>
                      <a:pt x="365117" y="477021"/>
                      <a:pt x="375950" y="466280"/>
                    </a:cubicBezTo>
                    <a:cubicBezTo>
                      <a:pt x="385152" y="458648"/>
                      <a:pt x="390729" y="447510"/>
                      <a:pt x="391324" y="435575"/>
                    </a:cubicBezTo>
                    <a:cubicBezTo>
                      <a:pt x="391532" y="420719"/>
                      <a:pt x="385667" y="407494"/>
                      <a:pt x="392764" y="393243"/>
                    </a:cubicBezTo>
                    <a:cubicBezTo>
                      <a:pt x="398914" y="380985"/>
                      <a:pt x="410449" y="372307"/>
                      <a:pt x="423939" y="369792"/>
                    </a:cubicBezTo>
                    <a:cubicBezTo>
                      <a:pt x="439352" y="367296"/>
                      <a:pt x="453825" y="376386"/>
                      <a:pt x="469473" y="373985"/>
                    </a:cubicBezTo>
                    <a:cubicBezTo>
                      <a:pt x="492779" y="370408"/>
                      <a:pt x="531963" y="334002"/>
                      <a:pt x="550920" y="362067"/>
                    </a:cubicBezTo>
                    <a:cubicBezTo>
                      <a:pt x="562878" y="379770"/>
                      <a:pt x="558798" y="404169"/>
                      <a:pt x="575103" y="419911"/>
                    </a:cubicBezTo>
                    <a:cubicBezTo>
                      <a:pt x="584848" y="429320"/>
                      <a:pt x="599727" y="431920"/>
                      <a:pt x="606392" y="444555"/>
                    </a:cubicBezTo>
                    <a:cubicBezTo>
                      <a:pt x="612856" y="456784"/>
                      <a:pt x="610867" y="471763"/>
                      <a:pt x="601435" y="481884"/>
                    </a:cubicBezTo>
                    <a:close/>
                    <a:moveTo>
                      <a:pt x="196336" y="726578"/>
                    </a:moveTo>
                    <a:cubicBezTo>
                      <a:pt x="163535" y="734440"/>
                      <a:pt x="129238" y="733501"/>
                      <a:pt x="96917" y="723854"/>
                    </a:cubicBezTo>
                    <a:cubicBezTo>
                      <a:pt x="66096" y="714399"/>
                      <a:pt x="42517" y="689452"/>
                      <a:pt x="34828" y="658164"/>
                    </a:cubicBezTo>
                    <a:cubicBezTo>
                      <a:pt x="28364" y="626037"/>
                      <a:pt x="53152" y="598190"/>
                      <a:pt x="48892" y="566185"/>
                    </a:cubicBezTo>
                    <a:cubicBezTo>
                      <a:pt x="44717" y="534826"/>
                      <a:pt x="13547" y="512549"/>
                      <a:pt x="13563" y="480405"/>
                    </a:cubicBezTo>
                    <a:cubicBezTo>
                      <a:pt x="13573" y="461614"/>
                      <a:pt x="28844" y="454383"/>
                      <a:pt x="39960" y="442210"/>
                    </a:cubicBezTo>
                    <a:cubicBezTo>
                      <a:pt x="48237" y="432837"/>
                      <a:pt x="53323" y="421081"/>
                      <a:pt x="54487" y="408635"/>
                    </a:cubicBezTo>
                    <a:cubicBezTo>
                      <a:pt x="57940" y="379685"/>
                      <a:pt x="48064" y="350530"/>
                      <a:pt x="58414" y="322294"/>
                    </a:cubicBezTo>
                    <a:cubicBezTo>
                      <a:pt x="69114" y="296401"/>
                      <a:pt x="89339" y="275593"/>
                      <a:pt x="114926" y="264150"/>
                    </a:cubicBezTo>
                    <a:cubicBezTo>
                      <a:pt x="182941" y="231250"/>
                      <a:pt x="258728" y="266981"/>
                      <a:pt x="313512" y="309495"/>
                    </a:cubicBezTo>
                    <a:cubicBezTo>
                      <a:pt x="333520" y="337062"/>
                      <a:pt x="357199" y="361771"/>
                      <a:pt x="383895" y="382938"/>
                    </a:cubicBezTo>
                    <a:cubicBezTo>
                      <a:pt x="379763" y="389372"/>
                      <a:pt x="377134" y="396653"/>
                      <a:pt x="376200" y="404242"/>
                    </a:cubicBezTo>
                    <a:cubicBezTo>
                      <a:pt x="375871" y="412338"/>
                      <a:pt x="376448" y="420446"/>
                      <a:pt x="377922" y="428415"/>
                    </a:cubicBezTo>
                    <a:cubicBezTo>
                      <a:pt x="378340" y="432214"/>
                      <a:pt x="378116" y="436056"/>
                      <a:pt x="377261" y="439781"/>
                    </a:cubicBezTo>
                    <a:cubicBezTo>
                      <a:pt x="376146" y="439324"/>
                      <a:pt x="374998" y="438900"/>
                      <a:pt x="373823" y="438467"/>
                    </a:cubicBezTo>
                    <a:cubicBezTo>
                      <a:pt x="369619" y="436919"/>
                      <a:pt x="365407" y="435409"/>
                      <a:pt x="361242" y="433756"/>
                    </a:cubicBezTo>
                    <a:cubicBezTo>
                      <a:pt x="353013" y="430492"/>
                      <a:pt x="344938" y="426851"/>
                      <a:pt x="337009" y="422916"/>
                    </a:cubicBezTo>
                    <a:cubicBezTo>
                      <a:pt x="321371" y="415177"/>
                      <a:pt x="306364" y="406227"/>
                      <a:pt x="292125" y="396147"/>
                    </a:cubicBezTo>
                    <a:cubicBezTo>
                      <a:pt x="290039" y="394667"/>
                      <a:pt x="287346" y="398101"/>
                      <a:pt x="289366" y="399719"/>
                    </a:cubicBezTo>
                    <a:cubicBezTo>
                      <a:pt x="303130" y="410828"/>
                      <a:pt x="317686" y="420918"/>
                      <a:pt x="332918" y="429910"/>
                    </a:cubicBezTo>
                    <a:cubicBezTo>
                      <a:pt x="340434" y="434310"/>
                      <a:pt x="348111" y="438421"/>
                      <a:pt x="355947" y="442244"/>
                    </a:cubicBezTo>
                    <a:cubicBezTo>
                      <a:pt x="359968" y="444210"/>
                      <a:pt x="364027" y="446110"/>
                      <a:pt x="368128" y="447904"/>
                    </a:cubicBezTo>
                    <a:cubicBezTo>
                      <a:pt x="369677" y="448582"/>
                      <a:pt x="371277" y="449315"/>
                      <a:pt x="372899" y="449930"/>
                    </a:cubicBezTo>
                    <a:cubicBezTo>
                      <a:pt x="371103" y="452523"/>
                      <a:pt x="369064" y="454939"/>
                      <a:pt x="366808" y="457144"/>
                    </a:cubicBezTo>
                    <a:cubicBezTo>
                      <a:pt x="355738" y="466409"/>
                      <a:pt x="348433" y="479393"/>
                      <a:pt x="346264" y="493659"/>
                    </a:cubicBezTo>
                    <a:cubicBezTo>
                      <a:pt x="330177" y="491111"/>
                      <a:pt x="313537" y="490688"/>
                      <a:pt x="297348" y="489124"/>
                    </a:cubicBezTo>
                    <a:cubicBezTo>
                      <a:pt x="279131" y="487364"/>
                      <a:pt x="260911" y="485632"/>
                      <a:pt x="242688" y="483930"/>
                    </a:cubicBezTo>
                    <a:cubicBezTo>
                      <a:pt x="206339" y="480501"/>
                      <a:pt x="170059" y="476244"/>
                      <a:pt x="133868" y="471434"/>
                    </a:cubicBezTo>
                    <a:cubicBezTo>
                      <a:pt x="132341" y="471231"/>
                      <a:pt x="132003" y="473808"/>
                      <a:pt x="133504" y="474125"/>
                    </a:cubicBezTo>
                    <a:cubicBezTo>
                      <a:pt x="169274" y="481690"/>
                      <a:pt x="205214" y="488311"/>
                      <a:pt x="241325" y="493989"/>
                    </a:cubicBezTo>
                    <a:cubicBezTo>
                      <a:pt x="258538" y="496709"/>
                      <a:pt x="275809" y="499056"/>
                      <a:pt x="293138" y="501032"/>
                    </a:cubicBezTo>
                    <a:cubicBezTo>
                      <a:pt x="310770" y="503690"/>
                      <a:pt x="328537" y="505351"/>
                      <a:pt x="346356" y="506008"/>
                    </a:cubicBezTo>
                    <a:cubicBezTo>
                      <a:pt x="347024" y="511527"/>
                      <a:pt x="348579" y="516902"/>
                      <a:pt x="350961" y="521927"/>
                    </a:cubicBezTo>
                    <a:cubicBezTo>
                      <a:pt x="349361" y="522831"/>
                      <a:pt x="347800" y="523908"/>
                      <a:pt x="346148" y="524992"/>
                    </a:cubicBezTo>
                    <a:cubicBezTo>
                      <a:pt x="342153" y="527614"/>
                      <a:pt x="338205" y="530306"/>
                      <a:pt x="334304" y="533069"/>
                    </a:cubicBezTo>
                    <a:cubicBezTo>
                      <a:pt x="326590" y="538533"/>
                      <a:pt x="319064" y="544253"/>
                      <a:pt x="311727" y="550230"/>
                    </a:cubicBezTo>
                    <a:cubicBezTo>
                      <a:pt x="296843" y="562184"/>
                      <a:pt x="283230" y="575638"/>
                      <a:pt x="271104" y="590378"/>
                    </a:cubicBezTo>
                    <a:cubicBezTo>
                      <a:pt x="270501" y="591026"/>
                      <a:pt x="270537" y="592041"/>
                      <a:pt x="271186" y="592644"/>
                    </a:cubicBezTo>
                    <a:cubicBezTo>
                      <a:pt x="271802" y="593216"/>
                      <a:pt x="272756" y="593217"/>
                      <a:pt x="273372" y="592645"/>
                    </a:cubicBezTo>
                    <a:cubicBezTo>
                      <a:pt x="287645" y="580491"/>
                      <a:pt x="302113" y="568453"/>
                      <a:pt x="317249" y="557383"/>
                    </a:cubicBezTo>
                    <a:cubicBezTo>
                      <a:pt x="324531" y="552058"/>
                      <a:pt x="331987" y="546980"/>
                      <a:pt x="339615" y="542149"/>
                    </a:cubicBezTo>
                    <a:cubicBezTo>
                      <a:pt x="343643" y="539598"/>
                      <a:pt x="347717" y="537120"/>
                      <a:pt x="351834" y="534713"/>
                    </a:cubicBezTo>
                    <a:cubicBezTo>
                      <a:pt x="353580" y="533692"/>
                      <a:pt x="355367" y="532778"/>
                      <a:pt x="357000" y="531725"/>
                    </a:cubicBezTo>
                    <a:cubicBezTo>
                      <a:pt x="357368" y="532196"/>
                      <a:pt x="357691" y="532692"/>
                      <a:pt x="358076" y="533153"/>
                    </a:cubicBezTo>
                    <a:cubicBezTo>
                      <a:pt x="369040" y="546284"/>
                      <a:pt x="386340" y="553732"/>
                      <a:pt x="395546" y="568357"/>
                    </a:cubicBezTo>
                    <a:cubicBezTo>
                      <a:pt x="348614" y="597894"/>
                      <a:pt x="311432" y="640594"/>
                      <a:pt x="288644" y="691125"/>
                    </a:cubicBezTo>
                    <a:cubicBezTo>
                      <a:pt x="258129" y="704856"/>
                      <a:pt x="229602" y="719777"/>
                      <a:pt x="196336" y="726578"/>
                    </a:cubicBezTo>
                    <a:close/>
                    <a:moveTo>
                      <a:pt x="908487" y="723703"/>
                    </a:moveTo>
                    <a:cubicBezTo>
                      <a:pt x="845648" y="759431"/>
                      <a:pt x="777138" y="726023"/>
                      <a:pt x="717088" y="701728"/>
                    </a:cubicBezTo>
                    <a:cubicBezTo>
                      <a:pt x="683554" y="654755"/>
                      <a:pt x="630201" y="617773"/>
                      <a:pt x="584399" y="588456"/>
                    </a:cubicBezTo>
                    <a:cubicBezTo>
                      <a:pt x="578749" y="584838"/>
                      <a:pt x="573708" y="593683"/>
                      <a:pt x="579177" y="597383"/>
                    </a:cubicBezTo>
                    <a:cubicBezTo>
                      <a:pt x="647169" y="643386"/>
                      <a:pt x="729907" y="699956"/>
                      <a:pt x="736531" y="790175"/>
                    </a:cubicBezTo>
                    <a:cubicBezTo>
                      <a:pt x="739776" y="827161"/>
                      <a:pt x="724957" y="863439"/>
                      <a:pt x="696738" y="887591"/>
                    </a:cubicBezTo>
                    <a:cubicBezTo>
                      <a:pt x="681389" y="899598"/>
                      <a:pt x="662677" y="906527"/>
                      <a:pt x="643205" y="907414"/>
                    </a:cubicBezTo>
                    <a:cubicBezTo>
                      <a:pt x="623637" y="908988"/>
                      <a:pt x="603350" y="908393"/>
                      <a:pt x="584854" y="915926"/>
                    </a:cubicBezTo>
                    <a:cubicBezTo>
                      <a:pt x="568612" y="922542"/>
                      <a:pt x="557440" y="935426"/>
                      <a:pt x="545335" y="947527"/>
                    </a:cubicBezTo>
                    <a:cubicBezTo>
                      <a:pt x="532157" y="960699"/>
                      <a:pt x="504993" y="979429"/>
                      <a:pt x="490008" y="957932"/>
                    </a:cubicBezTo>
                    <a:cubicBezTo>
                      <a:pt x="480475" y="944255"/>
                      <a:pt x="479067" y="927720"/>
                      <a:pt x="464335" y="917649"/>
                    </a:cubicBezTo>
                    <a:cubicBezTo>
                      <a:pt x="450570" y="909820"/>
                      <a:pt x="434607" y="906740"/>
                      <a:pt x="418915" y="908886"/>
                    </a:cubicBezTo>
                    <a:cubicBezTo>
                      <a:pt x="401037" y="911029"/>
                      <a:pt x="383050" y="912141"/>
                      <a:pt x="365044" y="912215"/>
                    </a:cubicBezTo>
                    <a:cubicBezTo>
                      <a:pt x="345542" y="910917"/>
                      <a:pt x="326785" y="904224"/>
                      <a:pt x="310874" y="892882"/>
                    </a:cubicBezTo>
                    <a:cubicBezTo>
                      <a:pt x="278245" y="869817"/>
                      <a:pt x="271043" y="827524"/>
                      <a:pt x="274164" y="790207"/>
                    </a:cubicBezTo>
                    <a:cubicBezTo>
                      <a:pt x="281437" y="703240"/>
                      <a:pt x="333399" y="629637"/>
                      <a:pt x="400084" y="576848"/>
                    </a:cubicBezTo>
                    <a:cubicBezTo>
                      <a:pt x="405826" y="589349"/>
                      <a:pt x="408883" y="601588"/>
                      <a:pt x="421013" y="610883"/>
                    </a:cubicBezTo>
                    <a:cubicBezTo>
                      <a:pt x="421597" y="611331"/>
                      <a:pt x="422226" y="611724"/>
                      <a:pt x="422829" y="612149"/>
                    </a:cubicBezTo>
                    <a:cubicBezTo>
                      <a:pt x="420338" y="615867"/>
                      <a:pt x="418054" y="619836"/>
                      <a:pt x="415532" y="623385"/>
                    </a:cubicBezTo>
                    <a:cubicBezTo>
                      <a:pt x="411238" y="629422"/>
                      <a:pt x="407257" y="635692"/>
                      <a:pt x="403532" y="642094"/>
                    </a:cubicBezTo>
                    <a:cubicBezTo>
                      <a:pt x="396135" y="654945"/>
                      <a:pt x="389856" y="668408"/>
                      <a:pt x="384764" y="682332"/>
                    </a:cubicBezTo>
                    <a:cubicBezTo>
                      <a:pt x="379534" y="696223"/>
                      <a:pt x="375543" y="710548"/>
                      <a:pt x="372836" y="725140"/>
                    </a:cubicBezTo>
                    <a:cubicBezTo>
                      <a:pt x="371616" y="731867"/>
                      <a:pt x="370687" y="738634"/>
                      <a:pt x="370050" y="745442"/>
                    </a:cubicBezTo>
                    <a:cubicBezTo>
                      <a:pt x="369520" y="751119"/>
                      <a:pt x="367605" y="758911"/>
                      <a:pt x="371024" y="763823"/>
                    </a:cubicBezTo>
                    <a:cubicBezTo>
                      <a:pt x="371106" y="763959"/>
                      <a:pt x="371283" y="764002"/>
                      <a:pt x="371420" y="763920"/>
                    </a:cubicBezTo>
                    <a:cubicBezTo>
                      <a:pt x="371438" y="763909"/>
                      <a:pt x="371455" y="763896"/>
                      <a:pt x="371470" y="763881"/>
                    </a:cubicBezTo>
                    <a:cubicBezTo>
                      <a:pt x="375178" y="759791"/>
                      <a:pt x="374772" y="752746"/>
                      <a:pt x="375635" y="747511"/>
                    </a:cubicBezTo>
                    <a:cubicBezTo>
                      <a:pt x="376766" y="740648"/>
                      <a:pt x="378146" y="733829"/>
                      <a:pt x="379777" y="727052"/>
                    </a:cubicBezTo>
                    <a:cubicBezTo>
                      <a:pt x="383200" y="712354"/>
                      <a:pt x="387891" y="697980"/>
                      <a:pt x="393799" y="684091"/>
                    </a:cubicBezTo>
                    <a:cubicBezTo>
                      <a:pt x="399642" y="670679"/>
                      <a:pt x="406564" y="657762"/>
                      <a:pt x="414495" y="645467"/>
                    </a:cubicBezTo>
                    <a:cubicBezTo>
                      <a:pt x="418281" y="639583"/>
                      <a:pt x="422339" y="633898"/>
                      <a:pt x="426557" y="628317"/>
                    </a:cubicBezTo>
                    <a:cubicBezTo>
                      <a:pt x="429219" y="625155"/>
                      <a:pt x="431633" y="621793"/>
                      <a:pt x="433778" y="618260"/>
                    </a:cubicBezTo>
                    <a:cubicBezTo>
                      <a:pt x="449214" y="625084"/>
                      <a:pt x="466871" y="624788"/>
                      <a:pt x="482070" y="617451"/>
                    </a:cubicBezTo>
                    <a:cubicBezTo>
                      <a:pt x="490294" y="696428"/>
                      <a:pt x="494862" y="775434"/>
                      <a:pt x="498836" y="854727"/>
                    </a:cubicBezTo>
                    <a:cubicBezTo>
                      <a:pt x="498873" y="855784"/>
                      <a:pt x="499760" y="856610"/>
                      <a:pt x="500817" y="856573"/>
                    </a:cubicBezTo>
                    <a:cubicBezTo>
                      <a:pt x="501822" y="856537"/>
                      <a:pt x="502628" y="855732"/>
                      <a:pt x="502664" y="854727"/>
                    </a:cubicBezTo>
                    <a:cubicBezTo>
                      <a:pt x="505976" y="773991"/>
                      <a:pt x="503098" y="693120"/>
                      <a:pt x="494055" y="612823"/>
                    </a:cubicBezTo>
                    <a:cubicBezTo>
                      <a:pt x="510781" y="616202"/>
                      <a:pt x="528089" y="615316"/>
                      <a:pt x="544382" y="610247"/>
                    </a:cubicBezTo>
                    <a:cubicBezTo>
                      <a:pt x="545483" y="611772"/>
                      <a:pt x="546821" y="613220"/>
                      <a:pt x="547909" y="614671"/>
                    </a:cubicBezTo>
                    <a:cubicBezTo>
                      <a:pt x="550787" y="618509"/>
                      <a:pt x="553585" y="622415"/>
                      <a:pt x="556328" y="626350"/>
                    </a:cubicBezTo>
                    <a:cubicBezTo>
                      <a:pt x="562150" y="634705"/>
                      <a:pt x="567450" y="643412"/>
                      <a:pt x="572199" y="652420"/>
                    </a:cubicBezTo>
                    <a:cubicBezTo>
                      <a:pt x="581571" y="670501"/>
                      <a:pt x="589057" y="689496"/>
                      <a:pt x="594542" y="709107"/>
                    </a:cubicBezTo>
                    <a:cubicBezTo>
                      <a:pt x="594921" y="710421"/>
                      <a:pt x="597221" y="710234"/>
                      <a:pt x="597032" y="708771"/>
                    </a:cubicBezTo>
                    <a:cubicBezTo>
                      <a:pt x="594295" y="688393"/>
                      <a:pt x="588721" y="668497"/>
                      <a:pt x="580473" y="649660"/>
                    </a:cubicBezTo>
                    <a:cubicBezTo>
                      <a:pt x="576310" y="640024"/>
                      <a:pt x="571549" y="630657"/>
                      <a:pt x="566219" y="621612"/>
                    </a:cubicBezTo>
                    <a:cubicBezTo>
                      <a:pt x="563634" y="617228"/>
                      <a:pt x="560866" y="612966"/>
                      <a:pt x="557915" y="608825"/>
                    </a:cubicBezTo>
                    <a:cubicBezTo>
                      <a:pt x="557235" y="607868"/>
                      <a:pt x="556533" y="606757"/>
                      <a:pt x="555779" y="605641"/>
                    </a:cubicBezTo>
                    <a:cubicBezTo>
                      <a:pt x="563543" y="601906"/>
                      <a:pt x="570563" y="596794"/>
                      <a:pt x="576499" y="590551"/>
                    </a:cubicBezTo>
                    <a:cubicBezTo>
                      <a:pt x="586634" y="580069"/>
                      <a:pt x="592626" y="566274"/>
                      <a:pt x="593369" y="551718"/>
                    </a:cubicBezTo>
                    <a:cubicBezTo>
                      <a:pt x="593461" y="549262"/>
                      <a:pt x="593411" y="546840"/>
                      <a:pt x="593288" y="544449"/>
                    </a:cubicBezTo>
                    <a:cubicBezTo>
                      <a:pt x="593919" y="544830"/>
                      <a:pt x="594554" y="545209"/>
                      <a:pt x="595166" y="545590"/>
                    </a:cubicBezTo>
                    <a:cubicBezTo>
                      <a:pt x="598657" y="547767"/>
                      <a:pt x="602213" y="549834"/>
                      <a:pt x="605833" y="551793"/>
                    </a:cubicBezTo>
                    <a:cubicBezTo>
                      <a:pt x="613455" y="555875"/>
                      <a:pt x="621344" y="559436"/>
                      <a:pt x="629447" y="562453"/>
                    </a:cubicBezTo>
                    <a:cubicBezTo>
                      <a:pt x="645411" y="568321"/>
                      <a:pt x="662099" y="571994"/>
                      <a:pt x="679053" y="573369"/>
                    </a:cubicBezTo>
                    <a:cubicBezTo>
                      <a:pt x="680530" y="573326"/>
                      <a:pt x="681693" y="572095"/>
                      <a:pt x="681651" y="570619"/>
                    </a:cubicBezTo>
                    <a:cubicBezTo>
                      <a:pt x="681618" y="569473"/>
                      <a:pt x="680858" y="568476"/>
                      <a:pt x="679761" y="568139"/>
                    </a:cubicBezTo>
                    <a:cubicBezTo>
                      <a:pt x="655856" y="563640"/>
                      <a:pt x="632832" y="555323"/>
                      <a:pt x="611573" y="543508"/>
                    </a:cubicBezTo>
                    <a:cubicBezTo>
                      <a:pt x="607968" y="541526"/>
                      <a:pt x="604427" y="539434"/>
                      <a:pt x="600948" y="537233"/>
                    </a:cubicBezTo>
                    <a:cubicBezTo>
                      <a:pt x="598269" y="535190"/>
                      <a:pt x="595363" y="533464"/>
                      <a:pt x="592287" y="532089"/>
                    </a:cubicBezTo>
                    <a:cubicBezTo>
                      <a:pt x="590214" y="521600"/>
                      <a:pt x="592568" y="510721"/>
                      <a:pt x="598792" y="502024"/>
                    </a:cubicBezTo>
                    <a:cubicBezTo>
                      <a:pt x="675817" y="521536"/>
                      <a:pt x="756082" y="510707"/>
                      <a:pt x="831800" y="490617"/>
                    </a:cubicBezTo>
                    <a:cubicBezTo>
                      <a:pt x="833656" y="490124"/>
                      <a:pt x="833353" y="486952"/>
                      <a:pt x="831333" y="487164"/>
                    </a:cubicBezTo>
                    <a:cubicBezTo>
                      <a:pt x="757724" y="494889"/>
                      <a:pt x="682669" y="507680"/>
                      <a:pt x="609481" y="491163"/>
                    </a:cubicBezTo>
                    <a:cubicBezTo>
                      <a:pt x="617170" y="483786"/>
                      <a:pt x="621875" y="473838"/>
                      <a:pt x="622697" y="463218"/>
                    </a:cubicBezTo>
                    <a:cubicBezTo>
                      <a:pt x="622839" y="460522"/>
                      <a:pt x="622744" y="457818"/>
                      <a:pt x="622415" y="455139"/>
                    </a:cubicBezTo>
                    <a:cubicBezTo>
                      <a:pt x="642906" y="447299"/>
                      <a:pt x="663107" y="438547"/>
                      <a:pt x="682914" y="429156"/>
                    </a:cubicBezTo>
                    <a:cubicBezTo>
                      <a:pt x="686331" y="427536"/>
                      <a:pt x="683925" y="421922"/>
                      <a:pt x="680343" y="423062"/>
                    </a:cubicBezTo>
                    <a:cubicBezTo>
                      <a:pt x="660043" y="429518"/>
                      <a:pt x="639897" y="436690"/>
                      <a:pt x="620134" y="444685"/>
                    </a:cubicBezTo>
                    <a:cubicBezTo>
                      <a:pt x="618113" y="438822"/>
                      <a:pt x="614835" y="433470"/>
                      <a:pt x="610528" y="429006"/>
                    </a:cubicBezTo>
                    <a:cubicBezTo>
                      <a:pt x="599157" y="417395"/>
                      <a:pt x="583797" y="414618"/>
                      <a:pt x="576725" y="399375"/>
                    </a:cubicBezTo>
                    <a:cubicBezTo>
                      <a:pt x="636722" y="364262"/>
                      <a:pt x="688128" y="316221"/>
                      <a:pt x="727200" y="258748"/>
                    </a:cubicBezTo>
                    <a:cubicBezTo>
                      <a:pt x="727764" y="258947"/>
                      <a:pt x="728363" y="259020"/>
                      <a:pt x="728957" y="258963"/>
                    </a:cubicBezTo>
                    <a:cubicBezTo>
                      <a:pt x="786452" y="253806"/>
                      <a:pt x="854695" y="245825"/>
                      <a:pt x="890768" y="301953"/>
                    </a:cubicBezTo>
                    <a:cubicBezTo>
                      <a:pt x="906661" y="326680"/>
                      <a:pt x="907904" y="351888"/>
                      <a:pt x="904992" y="380145"/>
                    </a:cubicBezTo>
                    <a:cubicBezTo>
                      <a:pt x="902691" y="392850"/>
                      <a:pt x="904330" y="405955"/>
                      <a:pt x="909688" y="417704"/>
                    </a:cubicBezTo>
                    <a:cubicBezTo>
                      <a:pt x="916146" y="427008"/>
                      <a:pt x="923955" y="435297"/>
                      <a:pt x="932858" y="442301"/>
                    </a:cubicBezTo>
                    <a:cubicBezTo>
                      <a:pt x="956223" y="465209"/>
                      <a:pt x="930727" y="486993"/>
                      <a:pt x="919619" y="508653"/>
                    </a:cubicBezTo>
                    <a:cubicBezTo>
                      <a:pt x="908011" y="531288"/>
                      <a:pt x="913239" y="553362"/>
                      <a:pt x="924506" y="574938"/>
                    </a:cubicBezTo>
                    <a:cubicBezTo>
                      <a:pt x="937927" y="600640"/>
                      <a:pt x="954598" y="623080"/>
                      <a:pt x="952826" y="653591"/>
                    </a:cubicBezTo>
                    <a:cubicBezTo>
                      <a:pt x="950982" y="682990"/>
                      <a:pt x="934267" y="709421"/>
                      <a:pt x="908487" y="7237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" name="Google Shape;141;p2"/>
          <p:cNvGrpSpPr/>
          <p:nvPr/>
        </p:nvGrpSpPr>
        <p:grpSpPr>
          <a:xfrm>
            <a:off x="-432405" y="2099435"/>
            <a:ext cx="10250185" cy="566614"/>
            <a:chOff x="-432405" y="2099435"/>
            <a:chExt cx="10250185" cy="566614"/>
          </a:xfrm>
        </p:grpSpPr>
        <p:grpSp>
          <p:nvGrpSpPr>
            <p:cNvPr id="142" name="Google Shape;142;p2"/>
            <p:cNvGrpSpPr/>
            <p:nvPr/>
          </p:nvGrpSpPr>
          <p:grpSpPr>
            <a:xfrm>
              <a:off x="-432405" y="2222471"/>
              <a:ext cx="1145683" cy="443578"/>
              <a:chOff x="-269530" y="2387071"/>
              <a:chExt cx="1145683" cy="443578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-260954" y="2393198"/>
                <a:ext cx="1130586" cy="431009"/>
              </a:xfrm>
              <a:custGeom>
                <a:avLst/>
                <a:gdLst/>
                <a:ahLst/>
                <a:cxnLst/>
                <a:rect l="l" t="t" r="r" b="b"/>
                <a:pathLst>
                  <a:path w="1130586" h="431009" extrusionOk="0">
                    <a:moveTo>
                      <a:pt x="1130776" y="423438"/>
                    </a:moveTo>
                    <a:lnTo>
                      <a:pt x="1129363" y="430585"/>
                    </a:lnTo>
                    <a:cubicBezTo>
                      <a:pt x="753002" y="425820"/>
                      <a:pt x="376611" y="425967"/>
                      <a:pt x="190" y="431026"/>
                    </a:cubicBezTo>
                    <a:lnTo>
                      <a:pt x="190" y="427849"/>
                    </a:lnTo>
                    <a:cubicBezTo>
                      <a:pt x="49839" y="363156"/>
                      <a:pt x="135596" y="337882"/>
                      <a:pt x="212429" y="365298"/>
                    </a:cubicBezTo>
                    <a:cubicBezTo>
                      <a:pt x="204659" y="335919"/>
                      <a:pt x="187002" y="309893"/>
                      <a:pt x="179057" y="280514"/>
                    </a:cubicBezTo>
                    <a:cubicBezTo>
                      <a:pt x="171199" y="251135"/>
                      <a:pt x="177026" y="213728"/>
                      <a:pt x="204218" y="200141"/>
                    </a:cubicBezTo>
                    <a:cubicBezTo>
                      <a:pt x="233264" y="185584"/>
                      <a:pt x="268049" y="206317"/>
                      <a:pt x="288619" y="231373"/>
                    </a:cubicBezTo>
                    <a:cubicBezTo>
                      <a:pt x="309101" y="256517"/>
                      <a:pt x="324198" y="287572"/>
                      <a:pt x="351920" y="304423"/>
                    </a:cubicBezTo>
                    <a:cubicBezTo>
                      <a:pt x="331349" y="251312"/>
                      <a:pt x="312015" y="195818"/>
                      <a:pt x="315723" y="139001"/>
                    </a:cubicBezTo>
                    <a:cubicBezTo>
                      <a:pt x="319343" y="82273"/>
                      <a:pt x="351567" y="23603"/>
                      <a:pt x="405598" y="5605"/>
                    </a:cubicBezTo>
                    <a:cubicBezTo>
                      <a:pt x="451241" y="-9481"/>
                      <a:pt x="502977" y="7458"/>
                      <a:pt x="539615" y="38601"/>
                    </a:cubicBezTo>
                    <a:cubicBezTo>
                      <a:pt x="576254" y="69745"/>
                      <a:pt x="600179" y="113063"/>
                      <a:pt x="620043" y="156823"/>
                    </a:cubicBezTo>
                    <a:cubicBezTo>
                      <a:pt x="648153" y="218727"/>
                      <a:pt x="669723" y="283393"/>
                      <a:pt x="684404" y="349771"/>
                    </a:cubicBezTo>
                    <a:cubicBezTo>
                      <a:pt x="698529" y="299747"/>
                      <a:pt x="724839" y="239578"/>
                      <a:pt x="776751" y="237725"/>
                    </a:cubicBezTo>
                    <a:cubicBezTo>
                      <a:pt x="820099" y="236225"/>
                      <a:pt x="854000" y="290660"/>
                      <a:pt x="833518" y="328773"/>
                    </a:cubicBezTo>
                    <a:cubicBezTo>
                      <a:pt x="909090" y="262480"/>
                      <a:pt x="1024131" y="269960"/>
                      <a:pt x="1090469" y="345479"/>
                    </a:cubicBezTo>
                    <a:cubicBezTo>
                      <a:pt x="1110068" y="367790"/>
                      <a:pt x="1123906" y="394555"/>
                      <a:pt x="1130776" y="4234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-269530" y="2387071"/>
                <a:ext cx="1145683" cy="443578"/>
              </a:xfrm>
              <a:custGeom>
                <a:avLst/>
                <a:gdLst/>
                <a:ahLst/>
                <a:cxnLst/>
                <a:rect l="l" t="t" r="r" b="b"/>
                <a:pathLst>
                  <a:path w="1145683" h="443578" extrusionOk="0">
                    <a:moveTo>
                      <a:pt x="1145642" y="427875"/>
                    </a:moveTo>
                    <a:cubicBezTo>
                      <a:pt x="1121548" y="326817"/>
                      <a:pt x="1020036" y="264411"/>
                      <a:pt x="918908" y="288488"/>
                    </a:cubicBezTo>
                    <a:cubicBezTo>
                      <a:pt x="895467" y="294069"/>
                      <a:pt x="873317" y="304095"/>
                      <a:pt x="853659" y="318023"/>
                    </a:cubicBezTo>
                    <a:cubicBezTo>
                      <a:pt x="858804" y="276909"/>
                      <a:pt x="823891" y="232928"/>
                      <a:pt x="779796" y="237809"/>
                    </a:cubicBezTo>
                    <a:cubicBezTo>
                      <a:pt x="732932" y="242998"/>
                      <a:pt x="708345" y="289308"/>
                      <a:pt x="693859" y="331404"/>
                    </a:cubicBezTo>
                    <a:cubicBezTo>
                      <a:pt x="680270" y="276510"/>
                      <a:pt x="662023" y="222874"/>
                      <a:pt x="639316" y="171077"/>
                    </a:cubicBezTo>
                    <a:cubicBezTo>
                      <a:pt x="617256" y="120793"/>
                      <a:pt x="590392" y="69194"/>
                      <a:pt x="546013" y="34960"/>
                    </a:cubicBezTo>
                    <a:cubicBezTo>
                      <a:pt x="506006" y="4099"/>
                      <a:pt x="450409" y="-11342"/>
                      <a:pt x="402391" y="9697"/>
                    </a:cubicBezTo>
                    <a:cubicBezTo>
                      <a:pt x="359747" y="28381"/>
                      <a:pt x="332419" y="71499"/>
                      <a:pt x="322360" y="115673"/>
                    </a:cubicBezTo>
                    <a:cubicBezTo>
                      <a:pt x="308850" y="175002"/>
                      <a:pt x="325950" y="235316"/>
                      <a:pt x="346682" y="291306"/>
                    </a:cubicBezTo>
                    <a:cubicBezTo>
                      <a:pt x="327073" y="271739"/>
                      <a:pt x="314359" y="245857"/>
                      <a:pt x="294927" y="225836"/>
                    </a:cubicBezTo>
                    <a:cubicBezTo>
                      <a:pt x="274510" y="204801"/>
                      <a:pt x="242124" y="186802"/>
                      <a:pt x="212667" y="199635"/>
                    </a:cubicBezTo>
                    <a:cubicBezTo>
                      <a:pt x="185923" y="211286"/>
                      <a:pt x="176512" y="242359"/>
                      <a:pt x="178691" y="269441"/>
                    </a:cubicBezTo>
                    <a:cubicBezTo>
                      <a:pt x="181374" y="302813"/>
                      <a:pt x="200767" y="331465"/>
                      <a:pt x="211883" y="362481"/>
                    </a:cubicBezTo>
                    <a:cubicBezTo>
                      <a:pt x="135193" y="340385"/>
                      <a:pt x="52814" y="367899"/>
                      <a:pt x="4832" y="431636"/>
                    </a:cubicBezTo>
                    <a:cubicBezTo>
                      <a:pt x="4408" y="432203"/>
                      <a:pt x="4130" y="432866"/>
                      <a:pt x="4024" y="433567"/>
                    </a:cubicBezTo>
                    <a:lnTo>
                      <a:pt x="3687" y="433580"/>
                    </a:lnTo>
                    <a:cubicBezTo>
                      <a:pt x="1687" y="433649"/>
                      <a:pt x="122" y="435326"/>
                      <a:pt x="192" y="437325"/>
                    </a:cubicBezTo>
                    <a:cubicBezTo>
                      <a:pt x="259" y="439225"/>
                      <a:pt x="1785" y="440750"/>
                      <a:pt x="3687" y="440817"/>
                    </a:cubicBezTo>
                    <a:cubicBezTo>
                      <a:pt x="77642" y="442524"/>
                      <a:pt x="151732" y="440915"/>
                      <a:pt x="225701" y="440577"/>
                    </a:cubicBezTo>
                    <a:cubicBezTo>
                      <a:pt x="298975" y="440241"/>
                      <a:pt x="372250" y="439991"/>
                      <a:pt x="445526" y="439825"/>
                    </a:cubicBezTo>
                    <a:cubicBezTo>
                      <a:pt x="592812" y="439615"/>
                      <a:pt x="740096" y="439947"/>
                      <a:pt x="887379" y="440821"/>
                    </a:cubicBezTo>
                    <a:cubicBezTo>
                      <a:pt x="929146" y="441102"/>
                      <a:pt x="970912" y="441444"/>
                      <a:pt x="1012678" y="441845"/>
                    </a:cubicBezTo>
                    <a:cubicBezTo>
                      <a:pt x="1054167" y="442243"/>
                      <a:pt x="1096596" y="445312"/>
                      <a:pt x="1137972" y="442248"/>
                    </a:cubicBezTo>
                    <a:cubicBezTo>
                      <a:pt x="1140952" y="442207"/>
                      <a:pt x="1143334" y="439760"/>
                      <a:pt x="1143293" y="436783"/>
                    </a:cubicBezTo>
                    <a:cubicBezTo>
                      <a:pt x="1143284" y="436092"/>
                      <a:pt x="1143142" y="435409"/>
                      <a:pt x="1142874" y="434772"/>
                    </a:cubicBezTo>
                    <a:cubicBezTo>
                      <a:pt x="1145260" y="433370"/>
                      <a:pt x="1146398" y="430536"/>
                      <a:pt x="1145642" y="427875"/>
                    </a:cubicBezTo>
                    <a:close/>
                    <a:moveTo>
                      <a:pt x="1028065" y="428995"/>
                    </a:moveTo>
                    <a:cubicBezTo>
                      <a:pt x="990695" y="428612"/>
                      <a:pt x="953326" y="428278"/>
                      <a:pt x="915956" y="427993"/>
                    </a:cubicBezTo>
                    <a:cubicBezTo>
                      <a:pt x="842682" y="427432"/>
                      <a:pt x="769407" y="427066"/>
                      <a:pt x="696130" y="426893"/>
                    </a:cubicBezTo>
                    <a:cubicBezTo>
                      <a:pt x="548846" y="426631"/>
                      <a:pt x="401562" y="427219"/>
                      <a:pt x="254277" y="428658"/>
                    </a:cubicBezTo>
                    <a:cubicBezTo>
                      <a:pt x="174713" y="429565"/>
                      <a:pt x="94937" y="429547"/>
                      <a:pt x="15426" y="433132"/>
                    </a:cubicBezTo>
                    <a:cubicBezTo>
                      <a:pt x="64847" y="373412"/>
                      <a:pt x="146395" y="351002"/>
                      <a:pt x="219423" y="377074"/>
                    </a:cubicBezTo>
                    <a:cubicBezTo>
                      <a:pt x="223706" y="378687"/>
                      <a:pt x="227660" y="373891"/>
                      <a:pt x="226583" y="369919"/>
                    </a:cubicBezTo>
                    <a:cubicBezTo>
                      <a:pt x="217882" y="337845"/>
                      <a:pt x="197043" y="309513"/>
                      <a:pt x="191580" y="276559"/>
                    </a:cubicBezTo>
                    <a:cubicBezTo>
                      <a:pt x="187349" y="251037"/>
                      <a:pt x="194250" y="216070"/>
                      <a:pt x="223308" y="208794"/>
                    </a:cubicBezTo>
                    <a:cubicBezTo>
                      <a:pt x="254742" y="200921"/>
                      <a:pt x="283192" y="228412"/>
                      <a:pt x="300115" y="251294"/>
                    </a:cubicBezTo>
                    <a:cubicBezTo>
                      <a:pt x="317386" y="274649"/>
                      <a:pt x="332316" y="299906"/>
                      <a:pt x="357416" y="315839"/>
                    </a:cubicBezTo>
                    <a:cubicBezTo>
                      <a:pt x="361682" y="318547"/>
                      <a:pt x="368411" y="313970"/>
                      <a:pt x="366450" y="308898"/>
                    </a:cubicBezTo>
                    <a:cubicBezTo>
                      <a:pt x="345961" y="255891"/>
                      <a:pt x="325966" y="199809"/>
                      <a:pt x="330695" y="142060"/>
                    </a:cubicBezTo>
                    <a:cubicBezTo>
                      <a:pt x="334322" y="97772"/>
                      <a:pt x="356192" y="51095"/>
                      <a:pt x="395151" y="27438"/>
                    </a:cubicBezTo>
                    <a:cubicBezTo>
                      <a:pt x="439118" y="741"/>
                      <a:pt x="494411" y="12794"/>
                      <a:pt x="534146" y="41655"/>
                    </a:cubicBezTo>
                    <a:cubicBezTo>
                      <a:pt x="577371" y="73051"/>
                      <a:pt x="603349" y="122404"/>
                      <a:pt x="624730" y="170026"/>
                    </a:cubicBezTo>
                    <a:cubicBezTo>
                      <a:pt x="651666" y="230310"/>
                      <a:pt x="672432" y="293162"/>
                      <a:pt x="686710" y="357623"/>
                    </a:cubicBezTo>
                    <a:cubicBezTo>
                      <a:pt x="687765" y="361078"/>
                      <a:pt x="691423" y="363024"/>
                      <a:pt x="694880" y="361970"/>
                    </a:cubicBezTo>
                    <a:cubicBezTo>
                      <a:pt x="696964" y="361335"/>
                      <a:pt x="698595" y="359705"/>
                      <a:pt x="699230" y="357623"/>
                    </a:cubicBezTo>
                    <a:cubicBezTo>
                      <a:pt x="710125" y="319503"/>
                      <a:pt x="728231" y="265346"/>
                      <a:pt x="770980" y="252720"/>
                    </a:cubicBezTo>
                    <a:cubicBezTo>
                      <a:pt x="814686" y="239811"/>
                      <a:pt x="857019" y="290851"/>
                      <a:pt x="836461" y="331670"/>
                    </a:cubicBezTo>
                    <a:cubicBezTo>
                      <a:pt x="834742" y="334833"/>
                      <a:pt x="835915" y="338790"/>
                      <a:pt x="839081" y="340508"/>
                    </a:cubicBezTo>
                    <a:cubicBezTo>
                      <a:pt x="841553" y="341850"/>
                      <a:pt x="844607" y="341456"/>
                      <a:pt x="846658" y="339532"/>
                    </a:cubicBezTo>
                    <a:cubicBezTo>
                      <a:pt x="919722" y="275772"/>
                      <a:pt x="1030676" y="283273"/>
                      <a:pt x="1094480" y="356288"/>
                    </a:cubicBezTo>
                    <a:cubicBezTo>
                      <a:pt x="1113174" y="377680"/>
                      <a:pt x="1126394" y="403287"/>
                      <a:pt x="1133005" y="430909"/>
                    </a:cubicBezTo>
                    <a:cubicBezTo>
                      <a:pt x="1098321" y="427924"/>
                      <a:pt x="1062827" y="429350"/>
                      <a:pt x="1028065" y="4289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2"/>
            <p:cNvGrpSpPr/>
            <p:nvPr/>
          </p:nvGrpSpPr>
          <p:grpSpPr>
            <a:xfrm>
              <a:off x="8651333" y="2099435"/>
              <a:ext cx="1166447" cy="549813"/>
              <a:chOff x="4496533" y="-114840"/>
              <a:chExt cx="1166447" cy="549813"/>
            </a:xfrm>
          </p:grpSpPr>
          <p:sp>
            <p:nvSpPr>
              <p:cNvPr id="146" name="Google Shape;146;p2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1737650" y="665150"/>
            <a:ext cx="5668800" cy="13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2717700" y="2066971"/>
            <a:ext cx="37086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3"/>
          <p:cNvGrpSpPr/>
          <p:nvPr/>
        </p:nvGrpSpPr>
        <p:grpSpPr>
          <a:xfrm>
            <a:off x="-697024" y="-228701"/>
            <a:ext cx="10088230" cy="5846487"/>
            <a:chOff x="-697024" y="-228701"/>
            <a:chExt cx="10088230" cy="5846487"/>
          </a:xfrm>
        </p:grpSpPr>
        <p:sp>
          <p:nvSpPr>
            <p:cNvPr id="152" name="Google Shape;152;p3"/>
            <p:cNvSpPr/>
            <p:nvPr/>
          </p:nvSpPr>
          <p:spPr>
            <a:xfrm flipH="1">
              <a:off x="-697024" y="3304332"/>
              <a:ext cx="3047683" cy="2313454"/>
            </a:xfrm>
            <a:custGeom>
              <a:avLst/>
              <a:gdLst/>
              <a:ahLst/>
              <a:cxnLst/>
              <a:rect l="l" t="t" r="r" b="b"/>
              <a:pathLst>
                <a:path w="3047683" h="2313454" extrusionOk="0">
                  <a:moveTo>
                    <a:pt x="2643224" y="18843"/>
                  </a:moveTo>
                  <a:cubicBezTo>
                    <a:pt x="2552762" y="42901"/>
                    <a:pt x="2468544" y="86138"/>
                    <a:pt x="2396299" y="145614"/>
                  </a:cubicBezTo>
                  <a:cubicBezTo>
                    <a:pt x="2309891" y="215639"/>
                    <a:pt x="2243347" y="302693"/>
                    <a:pt x="2184049" y="396040"/>
                  </a:cubicBezTo>
                  <a:cubicBezTo>
                    <a:pt x="2127546" y="484987"/>
                    <a:pt x="2074763" y="576262"/>
                    <a:pt x="2003589" y="654675"/>
                  </a:cubicBezTo>
                  <a:cubicBezTo>
                    <a:pt x="1962247" y="700221"/>
                    <a:pt x="1913465" y="744078"/>
                    <a:pt x="1850065" y="752175"/>
                  </a:cubicBezTo>
                  <a:cubicBezTo>
                    <a:pt x="1783252" y="760710"/>
                    <a:pt x="1713314" y="737810"/>
                    <a:pt x="1649126" y="722531"/>
                  </a:cubicBezTo>
                  <a:cubicBezTo>
                    <a:pt x="1562516" y="701915"/>
                    <a:pt x="1470528" y="688707"/>
                    <a:pt x="1381689" y="701839"/>
                  </a:cubicBezTo>
                  <a:cubicBezTo>
                    <a:pt x="1317499" y="710990"/>
                    <a:pt x="1257043" y="737529"/>
                    <a:pt x="1206880" y="778575"/>
                  </a:cubicBezTo>
                  <a:cubicBezTo>
                    <a:pt x="1155326" y="821002"/>
                    <a:pt x="1114976" y="875297"/>
                    <a:pt x="1078281" y="930571"/>
                  </a:cubicBezTo>
                  <a:cubicBezTo>
                    <a:pt x="1033397" y="998183"/>
                    <a:pt x="992308" y="1068361"/>
                    <a:pt x="949757" y="1137441"/>
                  </a:cubicBezTo>
                  <a:cubicBezTo>
                    <a:pt x="906751" y="1209357"/>
                    <a:pt x="841212" y="1265102"/>
                    <a:pt x="763290" y="1296043"/>
                  </a:cubicBezTo>
                  <a:cubicBezTo>
                    <a:pt x="690062" y="1324778"/>
                    <a:pt x="611144" y="1333692"/>
                    <a:pt x="534801" y="1350646"/>
                  </a:cubicBezTo>
                  <a:cubicBezTo>
                    <a:pt x="448602" y="1369789"/>
                    <a:pt x="362086" y="1401228"/>
                    <a:pt x="295524" y="1461290"/>
                  </a:cubicBezTo>
                  <a:cubicBezTo>
                    <a:pt x="168004" y="1576355"/>
                    <a:pt x="96013" y="1749801"/>
                    <a:pt x="51839" y="1912049"/>
                  </a:cubicBezTo>
                  <a:cubicBezTo>
                    <a:pt x="16758" y="2040897"/>
                    <a:pt x="-4345" y="2178402"/>
                    <a:pt x="794" y="2313471"/>
                  </a:cubicBezTo>
                  <a:lnTo>
                    <a:pt x="3047711" y="2313471"/>
                  </a:lnTo>
                  <a:lnTo>
                    <a:pt x="3047711" y="44890"/>
                  </a:lnTo>
                  <a:cubicBezTo>
                    <a:pt x="2917836" y="-68"/>
                    <a:pt x="2778005" y="-15777"/>
                    <a:pt x="2643224" y="1884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 flipH="1">
              <a:off x="6211111" y="3508510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 flipH="1">
              <a:off x="-469601" y="-137001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 flipH="1">
              <a:off x="7531653" y="-228701"/>
              <a:ext cx="1798241" cy="1536390"/>
            </a:xfrm>
            <a:custGeom>
              <a:avLst/>
              <a:gdLst/>
              <a:ahLst/>
              <a:cxnLst/>
              <a:rect l="l" t="t" r="r" b="b"/>
              <a:pathLst>
                <a:path w="1798241" h="1536390" extrusionOk="0">
                  <a:moveTo>
                    <a:pt x="1608" y="1474223"/>
                  </a:moveTo>
                  <a:cubicBezTo>
                    <a:pt x="54416" y="1511072"/>
                    <a:pt x="116499" y="1532405"/>
                    <a:pt x="180822" y="1535805"/>
                  </a:cubicBezTo>
                  <a:cubicBezTo>
                    <a:pt x="229694" y="1538652"/>
                    <a:pt x="278627" y="1531364"/>
                    <a:pt x="324543" y="1514400"/>
                  </a:cubicBezTo>
                  <a:cubicBezTo>
                    <a:pt x="394477" y="1486854"/>
                    <a:pt x="438033" y="1427945"/>
                    <a:pt x="468525" y="1361746"/>
                  </a:cubicBezTo>
                  <a:cubicBezTo>
                    <a:pt x="499757" y="1293938"/>
                    <a:pt x="520588" y="1221496"/>
                    <a:pt x="558298" y="1156684"/>
                  </a:cubicBezTo>
                  <a:cubicBezTo>
                    <a:pt x="577205" y="1123341"/>
                    <a:pt x="601393" y="1093278"/>
                    <a:pt x="629922" y="1067663"/>
                  </a:cubicBezTo>
                  <a:cubicBezTo>
                    <a:pt x="675520" y="1028895"/>
                    <a:pt x="731454" y="1004269"/>
                    <a:pt x="790861" y="996806"/>
                  </a:cubicBezTo>
                  <a:cubicBezTo>
                    <a:pt x="853772" y="987956"/>
                    <a:pt x="917234" y="994498"/>
                    <a:pt x="980224" y="998780"/>
                  </a:cubicBezTo>
                  <a:cubicBezTo>
                    <a:pt x="1043608" y="1003088"/>
                    <a:pt x="1105471" y="1002525"/>
                    <a:pt x="1167474" y="987172"/>
                  </a:cubicBezTo>
                  <a:cubicBezTo>
                    <a:pt x="1284483" y="958197"/>
                    <a:pt x="1389169" y="891037"/>
                    <a:pt x="1474645" y="807336"/>
                  </a:cubicBezTo>
                  <a:cubicBezTo>
                    <a:pt x="1558829" y="725388"/>
                    <a:pt x="1625789" y="627472"/>
                    <a:pt x="1671598" y="519330"/>
                  </a:cubicBezTo>
                  <a:cubicBezTo>
                    <a:pt x="1711616" y="420433"/>
                    <a:pt x="1742463" y="318075"/>
                    <a:pt x="1763751" y="213544"/>
                  </a:cubicBezTo>
                  <a:cubicBezTo>
                    <a:pt x="1778949" y="143013"/>
                    <a:pt x="1790471" y="71741"/>
                    <a:pt x="1798269" y="16"/>
                  </a:cubicBezTo>
                  <a:lnTo>
                    <a:pt x="27" y="16"/>
                  </a:lnTo>
                  <a:lnTo>
                    <a:pt x="27" y="1473057"/>
                  </a:lnTo>
                  <a:cubicBezTo>
                    <a:pt x="565" y="1473431"/>
                    <a:pt x="1069" y="1473852"/>
                    <a:pt x="1608" y="147422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3"/>
          <p:cNvSpPr/>
          <p:nvPr/>
        </p:nvSpPr>
        <p:spPr>
          <a:xfrm>
            <a:off x="0" y="4410875"/>
            <a:ext cx="9137565" cy="733546"/>
          </a:xfrm>
          <a:custGeom>
            <a:avLst/>
            <a:gdLst/>
            <a:ahLst/>
            <a:cxnLst/>
            <a:rect l="l" t="t" r="r" b="b"/>
            <a:pathLst>
              <a:path w="6621424" h="943467" extrusionOk="0">
                <a:moveTo>
                  <a:pt x="0" y="0"/>
                </a:moveTo>
                <a:lnTo>
                  <a:pt x="6621425" y="0"/>
                </a:lnTo>
                <a:lnTo>
                  <a:pt x="6621425" y="943467"/>
                </a:lnTo>
                <a:lnTo>
                  <a:pt x="0" y="94346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>
            <a:off x="-388155" y="2297071"/>
            <a:ext cx="9605127" cy="540299"/>
            <a:chOff x="-388155" y="2297071"/>
            <a:chExt cx="9605127" cy="540299"/>
          </a:xfrm>
        </p:grpSpPr>
        <p:grpSp>
          <p:nvGrpSpPr>
            <p:cNvPr id="158" name="Google Shape;158;p3"/>
            <p:cNvGrpSpPr/>
            <p:nvPr/>
          </p:nvGrpSpPr>
          <p:grpSpPr>
            <a:xfrm>
              <a:off x="-388155" y="2297071"/>
              <a:ext cx="1145683" cy="443578"/>
              <a:chOff x="-269530" y="2387071"/>
              <a:chExt cx="1145683" cy="443578"/>
            </a:xfrm>
          </p:grpSpPr>
          <p:sp>
            <p:nvSpPr>
              <p:cNvPr id="159" name="Google Shape;159;p3"/>
              <p:cNvSpPr/>
              <p:nvPr/>
            </p:nvSpPr>
            <p:spPr>
              <a:xfrm>
                <a:off x="-260954" y="2393198"/>
                <a:ext cx="1130586" cy="431009"/>
              </a:xfrm>
              <a:custGeom>
                <a:avLst/>
                <a:gdLst/>
                <a:ahLst/>
                <a:cxnLst/>
                <a:rect l="l" t="t" r="r" b="b"/>
                <a:pathLst>
                  <a:path w="1130586" h="431009" extrusionOk="0">
                    <a:moveTo>
                      <a:pt x="1130776" y="423438"/>
                    </a:moveTo>
                    <a:lnTo>
                      <a:pt x="1129363" y="430585"/>
                    </a:lnTo>
                    <a:cubicBezTo>
                      <a:pt x="753002" y="425820"/>
                      <a:pt x="376611" y="425967"/>
                      <a:pt x="190" y="431026"/>
                    </a:cubicBezTo>
                    <a:lnTo>
                      <a:pt x="190" y="427849"/>
                    </a:lnTo>
                    <a:cubicBezTo>
                      <a:pt x="49839" y="363156"/>
                      <a:pt x="135596" y="337882"/>
                      <a:pt x="212429" y="365298"/>
                    </a:cubicBezTo>
                    <a:cubicBezTo>
                      <a:pt x="204659" y="335919"/>
                      <a:pt x="187002" y="309893"/>
                      <a:pt x="179057" y="280514"/>
                    </a:cubicBezTo>
                    <a:cubicBezTo>
                      <a:pt x="171199" y="251135"/>
                      <a:pt x="177026" y="213728"/>
                      <a:pt x="204218" y="200141"/>
                    </a:cubicBezTo>
                    <a:cubicBezTo>
                      <a:pt x="233264" y="185584"/>
                      <a:pt x="268049" y="206317"/>
                      <a:pt x="288619" y="231373"/>
                    </a:cubicBezTo>
                    <a:cubicBezTo>
                      <a:pt x="309101" y="256517"/>
                      <a:pt x="324198" y="287572"/>
                      <a:pt x="351920" y="304423"/>
                    </a:cubicBezTo>
                    <a:cubicBezTo>
                      <a:pt x="331349" y="251312"/>
                      <a:pt x="312015" y="195818"/>
                      <a:pt x="315723" y="139001"/>
                    </a:cubicBezTo>
                    <a:cubicBezTo>
                      <a:pt x="319343" y="82273"/>
                      <a:pt x="351567" y="23603"/>
                      <a:pt x="405598" y="5605"/>
                    </a:cubicBezTo>
                    <a:cubicBezTo>
                      <a:pt x="451241" y="-9481"/>
                      <a:pt x="502977" y="7458"/>
                      <a:pt x="539615" y="38601"/>
                    </a:cubicBezTo>
                    <a:cubicBezTo>
                      <a:pt x="576254" y="69745"/>
                      <a:pt x="600179" y="113063"/>
                      <a:pt x="620043" y="156823"/>
                    </a:cubicBezTo>
                    <a:cubicBezTo>
                      <a:pt x="648153" y="218727"/>
                      <a:pt x="669723" y="283393"/>
                      <a:pt x="684404" y="349771"/>
                    </a:cubicBezTo>
                    <a:cubicBezTo>
                      <a:pt x="698529" y="299747"/>
                      <a:pt x="724839" y="239578"/>
                      <a:pt x="776751" y="237725"/>
                    </a:cubicBezTo>
                    <a:cubicBezTo>
                      <a:pt x="820099" y="236225"/>
                      <a:pt x="854000" y="290660"/>
                      <a:pt x="833518" y="328773"/>
                    </a:cubicBezTo>
                    <a:cubicBezTo>
                      <a:pt x="909090" y="262480"/>
                      <a:pt x="1024131" y="269960"/>
                      <a:pt x="1090469" y="345479"/>
                    </a:cubicBezTo>
                    <a:cubicBezTo>
                      <a:pt x="1110068" y="367790"/>
                      <a:pt x="1123906" y="394555"/>
                      <a:pt x="1130776" y="4234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-269530" y="2387071"/>
                <a:ext cx="1145683" cy="443578"/>
              </a:xfrm>
              <a:custGeom>
                <a:avLst/>
                <a:gdLst/>
                <a:ahLst/>
                <a:cxnLst/>
                <a:rect l="l" t="t" r="r" b="b"/>
                <a:pathLst>
                  <a:path w="1145683" h="443578" extrusionOk="0">
                    <a:moveTo>
                      <a:pt x="1145642" y="427875"/>
                    </a:moveTo>
                    <a:cubicBezTo>
                      <a:pt x="1121548" y="326817"/>
                      <a:pt x="1020036" y="264411"/>
                      <a:pt x="918908" y="288488"/>
                    </a:cubicBezTo>
                    <a:cubicBezTo>
                      <a:pt x="895467" y="294069"/>
                      <a:pt x="873317" y="304095"/>
                      <a:pt x="853659" y="318023"/>
                    </a:cubicBezTo>
                    <a:cubicBezTo>
                      <a:pt x="858804" y="276909"/>
                      <a:pt x="823891" y="232928"/>
                      <a:pt x="779796" y="237809"/>
                    </a:cubicBezTo>
                    <a:cubicBezTo>
                      <a:pt x="732932" y="242998"/>
                      <a:pt x="708345" y="289308"/>
                      <a:pt x="693859" y="331404"/>
                    </a:cubicBezTo>
                    <a:cubicBezTo>
                      <a:pt x="680270" y="276510"/>
                      <a:pt x="662023" y="222874"/>
                      <a:pt x="639316" y="171077"/>
                    </a:cubicBezTo>
                    <a:cubicBezTo>
                      <a:pt x="617256" y="120793"/>
                      <a:pt x="590392" y="69194"/>
                      <a:pt x="546013" y="34960"/>
                    </a:cubicBezTo>
                    <a:cubicBezTo>
                      <a:pt x="506006" y="4099"/>
                      <a:pt x="450409" y="-11342"/>
                      <a:pt x="402391" y="9697"/>
                    </a:cubicBezTo>
                    <a:cubicBezTo>
                      <a:pt x="359747" y="28381"/>
                      <a:pt x="332419" y="71499"/>
                      <a:pt x="322360" y="115673"/>
                    </a:cubicBezTo>
                    <a:cubicBezTo>
                      <a:pt x="308850" y="175002"/>
                      <a:pt x="325950" y="235316"/>
                      <a:pt x="346682" y="291306"/>
                    </a:cubicBezTo>
                    <a:cubicBezTo>
                      <a:pt x="327073" y="271739"/>
                      <a:pt x="314359" y="245857"/>
                      <a:pt x="294927" y="225836"/>
                    </a:cubicBezTo>
                    <a:cubicBezTo>
                      <a:pt x="274510" y="204801"/>
                      <a:pt x="242124" y="186802"/>
                      <a:pt x="212667" y="199635"/>
                    </a:cubicBezTo>
                    <a:cubicBezTo>
                      <a:pt x="185923" y="211286"/>
                      <a:pt x="176512" y="242359"/>
                      <a:pt x="178691" y="269441"/>
                    </a:cubicBezTo>
                    <a:cubicBezTo>
                      <a:pt x="181374" y="302813"/>
                      <a:pt x="200767" y="331465"/>
                      <a:pt x="211883" y="362481"/>
                    </a:cubicBezTo>
                    <a:cubicBezTo>
                      <a:pt x="135193" y="340385"/>
                      <a:pt x="52814" y="367899"/>
                      <a:pt x="4832" y="431636"/>
                    </a:cubicBezTo>
                    <a:cubicBezTo>
                      <a:pt x="4408" y="432203"/>
                      <a:pt x="4130" y="432866"/>
                      <a:pt x="4024" y="433567"/>
                    </a:cubicBezTo>
                    <a:lnTo>
                      <a:pt x="3687" y="433580"/>
                    </a:lnTo>
                    <a:cubicBezTo>
                      <a:pt x="1687" y="433649"/>
                      <a:pt x="122" y="435326"/>
                      <a:pt x="192" y="437325"/>
                    </a:cubicBezTo>
                    <a:cubicBezTo>
                      <a:pt x="259" y="439225"/>
                      <a:pt x="1785" y="440750"/>
                      <a:pt x="3687" y="440817"/>
                    </a:cubicBezTo>
                    <a:cubicBezTo>
                      <a:pt x="77642" y="442524"/>
                      <a:pt x="151732" y="440915"/>
                      <a:pt x="225701" y="440577"/>
                    </a:cubicBezTo>
                    <a:cubicBezTo>
                      <a:pt x="298975" y="440241"/>
                      <a:pt x="372250" y="439991"/>
                      <a:pt x="445526" y="439825"/>
                    </a:cubicBezTo>
                    <a:cubicBezTo>
                      <a:pt x="592812" y="439615"/>
                      <a:pt x="740096" y="439947"/>
                      <a:pt x="887379" y="440821"/>
                    </a:cubicBezTo>
                    <a:cubicBezTo>
                      <a:pt x="929146" y="441102"/>
                      <a:pt x="970912" y="441444"/>
                      <a:pt x="1012678" y="441845"/>
                    </a:cubicBezTo>
                    <a:cubicBezTo>
                      <a:pt x="1054167" y="442243"/>
                      <a:pt x="1096596" y="445312"/>
                      <a:pt x="1137972" y="442248"/>
                    </a:cubicBezTo>
                    <a:cubicBezTo>
                      <a:pt x="1140952" y="442207"/>
                      <a:pt x="1143334" y="439760"/>
                      <a:pt x="1143293" y="436783"/>
                    </a:cubicBezTo>
                    <a:cubicBezTo>
                      <a:pt x="1143284" y="436092"/>
                      <a:pt x="1143142" y="435409"/>
                      <a:pt x="1142874" y="434772"/>
                    </a:cubicBezTo>
                    <a:cubicBezTo>
                      <a:pt x="1145260" y="433370"/>
                      <a:pt x="1146398" y="430536"/>
                      <a:pt x="1145642" y="427875"/>
                    </a:cubicBezTo>
                    <a:close/>
                    <a:moveTo>
                      <a:pt x="1028065" y="428995"/>
                    </a:moveTo>
                    <a:cubicBezTo>
                      <a:pt x="990695" y="428612"/>
                      <a:pt x="953326" y="428278"/>
                      <a:pt x="915956" y="427993"/>
                    </a:cubicBezTo>
                    <a:cubicBezTo>
                      <a:pt x="842682" y="427432"/>
                      <a:pt x="769407" y="427066"/>
                      <a:pt x="696130" y="426893"/>
                    </a:cubicBezTo>
                    <a:cubicBezTo>
                      <a:pt x="548846" y="426631"/>
                      <a:pt x="401562" y="427219"/>
                      <a:pt x="254277" y="428658"/>
                    </a:cubicBezTo>
                    <a:cubicBezTo>
                      <a:pt x="174713" y="429565"/>
                      <a:pt x="94937" y="429547"/>
                      <a:pt x="15426" y="433132"/>
                    </a:cubicBezTo>
                    <a:cubicBezTo>
                      <a:pt x="64847" y="373412"/>
                      <a:pt x="146395" y="351002"/>
                      <a:pt x="219423" y="377074"/>
                    </a:cubicBezTo>
                    <a:cubicBezTo>
                      <a:pt x="223706" y="378687"/>
                      <a:pt x="227660" y="373891"/>
                      <a:pt x="226583" y="369919"/>
                    </a:cubicBezTo>
                    <a:cubicBezTo>
                      <a:pt x="217882" y="337845"/>
                      <a:pt x="197043" y="309513"/>
                      <a:pt x="191580" y="276559"/>
                    </a:cubicBezTo>
                    <a:cubicBezTo>
                      <a:pt x="187349" y="251037"/>
                      <a:pt x="194250" y="216070"/>
                      <a:pt x="223308" y="208794"/>
                    </a:cubicBezTo>
                    <a:cubicBezTo>
                      <a:pt x="254742" y="200921"/>
                      <a:pt x="283192" y="228412"/>
                      <a:pt x="300115" y="251294"/>
                    </a:cubicBezTo>
                    <a:cubicBezTo>
                      <a:pt x="317386" y="274649"/>
                      <a:pt x="332316" y="299906"/>
                      <a:pt x="357416" y="315839"/>
                    </a:cubicBezTo>
                    <a:cubicBezTo>
                      <a:pt x="361682" y="318547"/>
                      <a:pt x="368411" y="313970"/>
                      <a:pt x="366450" y="308898"/>
                    </a:cubicBezTo>
                    <a:cubicBezTo>
                      <a:pt x="345961" y="255891"/>
                      <a:pt x="325966" y="199809"/>
                      <a:pt x="330695" y="142060"/>
                    </a:cubicBezTo>
                    <a:cubicBezTo>
                      <a:pt x="334322" y="97772"/>
                      <a:pt x="356192" y="51095"/>
                      <a:pt x="395151" y="27438"/>
                    </a:cubicBezTo>
                    <a:cubicBezTo>
                      <a:pt x="439118" y="741"/>
                      <a:pt x="494411" y="12794"/>
                      <a:pt x="534146" y="41655"/>
                    </a:cubicBezTo>
                    <a:cubicBezTo>
                      <a:pt x="577371" y="73051"/>
                      <a:pt x="603349" y="122404"/>
                      <a:pt x="624730" y="170026"/>
                    </a:cubicBezTo>
                    <a:cubicBezTo>
                      <a:pt x="651666" y="230310"/>
                      <a:pt x="672432" y="293162"/>
                      <a:pt x="686710" y="357623"/>
                    </a:cubicBezTo>
                    <a:cubicBezTo>
                      <a:pt x="687765" y="361078"/>
                      <a:pt x="691423" y="363024"/>
                      <a:pt x="694880" y="361970"/>
                    </a:cubicBezTo>
                    <a:cubicBezTo>
                      <a:pt x="696964" y="361335"/>
                      <a:pt x="698595" y="359705"/>
                      <a:pt x="699230" y="357623"/>
                    </a:cubicBezTo>
                    <a:cubicBezTo>
                      <a:pt x="710125" y="319503"/>
                      <a:pt x="728231" y="265346"/>
                      <a:pt x="770980" y="252720"/>
                    </a:cubicBezTo>
                    <a:cubicBezTo>
                      <a:pt x="814686" y="239811"/>
                      <a:pt x="857019" y="290851"/>
                      <a:pt x="836461" y="331670"/>
                    </a:cubicBezTo>
                    <a:cubicBezTo>
                      <a:pt x="834742" y="334833"/>
                      <a:pt x="835915" y="338790"/>
                      <a:pt x="839081" y="340508"/>
                    </a:cubicBezTo>
                    <a:cubicBezTo>
                      <a:pt x="841553" y="341850"/>
                      <a:pt x="844607" y="341456"/>
                      <a:pt x="846658" y="339532"/>
                    </a:cubicBezTo>
                    <a:cubicBezTo>
                      <a:pt x="919722" y="275772"/>
                      <a:pt x="1030676" y="283273"/>
                      <a:pt x="1094480" y="356288"/>
                    </a:cubicBezTo>
                    <a:cubicBezTo>
                      <a:pt x="1113174" y="377680"/>
                      <a:pt x="1126394" y="403287"/>
                      <a:pt x="1133005" y="430909"/>
                    </a:cubicBezTo>
                    <a:cubicBezTo>
                      <a:pt x="1098321" y="427924"/>
                      <a:pt x="1062827" y="429350"/>
                      <a:pt x="1028065" y="4289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3"/>
            <p:cNvGrpSpPr/>
            <p:nvPr/>
          </p:nvGrpSpPr>
          <p:grpSpPr>
            <a:xfrm>
              <a:off x="8430785" y="2419207"/>
              <a:ext cx="786187" cy="418163"/>
              <a:chOff x="8037685" y="2312945"/>
              <a:chExt cx="786187" cy="418163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4" name="Google Shape;164;p3"/>
          <p:cNvGrpSpPr/>
          <p:nvPr/>
        </p:nvGrpSpPr>
        <p:grpSpPr>
          <a:xfrm>
            <a:off x="-346898" y="3653256"/>
            <a:ext cx="1489781" cy="1868290"/>
            <a:chOff x="-1887011" y="4409293"/>
            <a:chExt cx="1489781" cy="1868290"/>
          </a:xfrm>
        </p:grpSpPr>
        <p:sp>
          <p:nvSpPr>
            <p:cNvPr id="165" name="Google Shape;165;p3"/>
            <p:cNvSpPr/>
            <p:nvPr/>
          </p:nvSpPr>
          <p:spPr>
            <a:xfrm flipH="1">
              <a:off x="-1828097" y="5482058"/>
              <a:ext cx="156913" cy="352682"/>
            </a:xfrm>
            <a:custGeom>
              <a:avLst/>
              <a:gdLst/>
              <a:ahLst/>
              <a:cxnLst/>
              <a:rect l="l" t="t" r="r" b="b"/>
              <a:pathLst>
                <a:path w="90180" h="202691" extrusionOk="0">
                  <a:moveTo>
                    <a:pt x="73003" y="202692"/>
                  </a:moveTo>
                  <a:cubicBezTo>
                    <a:pt x="76892" y="195757"/>
                    <a:pt x="82917" y="190264"/>
                    <a:pt x="90180" y="187029"/>
                  </a:cubicBezTo>
                  <a:cubicBezTo>
                    <a:pt x="75491" y="122709"/>
                    <a:pt x="54316" y="60046"/>
                    <a:pt x="26980" y="0"/>
                  </a:cubicBezTo>
                  <a:cubicBezTo>
                    <a:pt x="16468" y="8563"/>
                    <a:pt x="7365" y="18722"/>
                    <a:pt x="0" y="30105"/>
                  </a:cubicBezTo>
                  <a:cubicBezTo>
                    <a:pt x="29710" y="85209"/>
                    <a:pt x="54153" y="142994"/>
                    <a:pt x="73003" y="202692"/>
                  </a:cubicBezTo>
                  <a:close/>
                </a:path>
              </a:pathLst>
            </a:custGeom>
            <a:solidFill>
              <a:srgbClr val="71AB7B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 flipH="1">
              <a:off x="-1634570" y="5989813"/>
              <a:ext cx="47965" cy="55245"/>
            </a:xfrm>
            <a:custGeom>
              <a:avLst/>
              <a:gdLst/>
              <a:ahLst/>
              <a:cxnLst/>
              <a:rect l="l" t="t" r="r" b="b"/>
              <a:pathLst>
                <a:path w="27566" h="31750" extrusionOk="0">
                  <a:moveTo>
                    <a:pt x="0" y="0"/>
                  </a:moveTo>
                  <a:cubicBezTo>
                    <a:pt x="2559" y="4929"/>
                    <a:pt x="5076" y="9862"/>
                    <a:pt x="7551" y="14798"/>
                  </a:cubicBezTo>
                  <a:cubicBezTo>
                    <a:pt x="13988" y="20283"/>
                    <a:pt x="20334" y="25884"/>
                    <a:pt x="26468" y="31750"/>
                  </a:cubicBezTo>
                  <a:lnTo>
                    <a:pt x="27566" y="30609"/>
                  </a:lnTo>
                  <a:cubicBezTo>
                    <a:pt x="18375" y="20398"/>
                    <a:pt x="9187" y="10195"/>
                    <a:pt x="0" y="0"/>
                  </a:cubicBezTo>
                  <a:close/>
                </a:path>
              </a:pathLst>
            </a:custGeom>
            <a:solidFill>
              <a:srgbClr val="9DCCC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7" name="Google Shape;167;p3"/>
            <p:cNvGrpSpPr/>
            <p:nvPr/>
          </p:nvGrpSpPr>
          <p:grpSpPr>
            <a:xfrm>
              <a:off x="-1887011" y="4409293"/>
              <a:ext cx="1489781" cy="1868290"/>
              <a:chOff x="-364236" y="3884193"/>
              <a:chExt cx="1489781" cy="1868290"/>
            </a:xfrm>
          </p:grpSpPr>
          <p:grpSp>
            <p:nvGrpSpPr>
              <p:cNvPr id="168" name="Google Shape;168;p3"/>
              <p:cNvGrpSpPr/>
              <p:nvPr/>
            </p:nvGrpSpPr>
            <p:grpSpPr>
              <a:xfrm>
                <a:off x="-234337" y="3884193"/>
                <a:ext cx="416537" cy="1153731"/>
                <a:chOff x="-235187" y="4167331"/>
                <a:chExt cx="416537" cy="1153731"/>
              </a:xfrm>
            </p:grpSpPr>
            <p:grpSp>
              <p:nvGrpSpPr>
                <p:cNvPr id="169" name="Google Shape;169;p3"/>
                <p:cNvGrpSpPr/>
                <p:nvPr/>
              </p:nvGrpSpPr>
              <p:grpSpPr>
                <a:xfrm>
                  <a:off x="-227857" y="4175598"/>
                  <a:ext cx="400551" cy="1138365"/>
                  <a:chOff x="-227857" y="4175598"/>
                  <a:chExt cx="400551" cy="1138365"/>
                </a:xfrm>
              </p:grpSpPr>
              <p:sp>
                <p:nvSpPr>
                  <p:cNvPr id="170" name="Google Shape;170;p3"/>
                  <p:cNvSpPr/>
                  <p:nvPr/>
                </p:nvSpPr>
                <p:spPr>
                  <a:xfrm flipH="1">
                    <a:off x="-48968" y="4178037"/>
                    <a:ext cx="213813" cy="2790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881" h="160390" extrusionOk="0">
                        <a:moveTo>
                          <a:pt x="122882" y="160390"/>
                        </a:moveTo>
                        <a:cubicBezTo>
                          <a:pt x="86436" y="129988"/>
                          <a:pt x="47021" y="98780"/>
                          <a:pt x="0" y="93455"/>
                        </a:cubicBezTo>
                        <a:cubicBezTo>
                          <a:pt x="3747" y="75280"/>
                          <a:pt x="10301" y="57799"/>
                          <a:pt x="19427" y="41641"/>
                        </a:cubicBezTo>
                        <a:cubicBezTo>
                          <a:pt x="30182" y="22748"/>
                          <a:pt x="46287" y="5109"/>
                          <a:pt x="67249" y="0"/>
                        </a:cubicBezTo>
                        <a:lnTo>
                          <a:pt x="67281" y="92"/>
                        </a:lnTo>
                        <a:cubicBezTo>
                          <a:pt x="88515" y="52549"/>
                          <a:pt x="107073" y="106051"/>
                          <a:pt x="122882" y="16039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flipH="1">
                    <a:off x="-118060" y="4340722"/>
                    <a:ext cx="290754" cy="409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100" h="235141" extrusionOk="0">
                        <a:moveTo>
                          <a:pt x="127390" y="66935"/>
                        </a:moveTo>
                        <a:cubicBezTo>
                          <a:pt x="143552" y="122273"/>
                          <a:pt x="156807" y="178418"/>
                          <a:pt x="167101" y="235141"/>
                        </a:cubicBezTo>
                        <a:cubicBezTo>
                          <a:pt x="131163" y="190704"/>
                          <a:pt x="79423" y="161898"/>
                          <a:pt x="22721" y="154760"/>
                        </a:cubicBezTo>
                        <a:lnTo>
                          <a:pt x="22078" y="154987"/>
                        </a:lnTo>
                        <a:cubicBezTo>
                          <a:pt x="17674" y="143756"/>
                          <a:pt x="13839" y="132311"/>
                          <a:pt x="10589" y="120693"/>
                        </a:cubicBezTo>
                        <a:cubicBezTo>
                          <a:pt x="-1042" y="81524"/>
                          <a:pt x="-3126" y="40140"/>
                          <a:pt x="4509" y="0"/>
                        </a:cubicBezTo>
                        <a:cubicBezTo>
                          <a:pt x="51530" y="5325"/>
                          <a:pt x="90945" y="36534"/>
                          <a:pt x="127390" y="6693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flipH="1">
                    <a:off x="-148077" y="4610128"/>
                    <a:ext cx="282338" cy="3455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263" h="198615" extrusionOk="0">
                        <a:moveTo>
                          <a:pt x="162263" y="198615"/>
                        </a:moveTo>
                        <a:cubicBezTo>
                          <a:pt x="144099" y="170556"/>
                          <a:pt x="113832" y="152635"/>
                          <a:pt x="80495" y="150201"/>
                        </a:cubicBezTo>
                        <a:lnTo>
                          <a:pt x="78820" y="151157"/>
                        </a:lnTo>
                        <a:cubicBezTo>
                          <a:pt x="74073" y="142719"/>
                          <a:pt x="69295" y="134343"/>
                          <a:pt x="64488" y="126030"/>
                        </a:cubicBezTo>
                        <a:cubicBezTo>
                          <a:pt x="40960" y="85160"/>
                          <a:pt x="16873" y="44025"/>
                          <a:pt x="0" y="227"/>
                        </a:cubicBezTo>
                        <a:lnTo>
                          <a:pt x="642" y="0"/>
                        </a:lnTo>
                        <a:cubicBezTo>
                          <a:pt x="57345" y="7139"/>
                          <a:pt x="109085" y="35944"/>
                          <a:pt x="145023" y="80381"/>
                        </a:cubicBezTo>
                        <a:lnTo>
                          <a:pt x="145085" y="80411"/>
                        </a:lnTo>
                        <a:cubicBezTo>
                          <a:pt x="152264" y="119590"/>
                          <a:pt x="157990" y="158991"/>
                          <a:pt x="162263" y="19861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flipH="1">
                    <a:off x="-161900" y="4871598"/>
                    <a:ext cx="158951" cy="2356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351" h="135410" extrusionOk="0">
                        <a:moveTo>
                          <a:pt x="91351" y="134067"/>
                        </a:moveTo>
                        <a:cubicBezTo>
                          <a:pt x="90984" y="134494"/>
                          <a:pt x="90643" y="134943"/>
                          <a:pt x="90329" y="135410"/>
                        </a:cubicBezTo>
                        <a:cubicBezTo>
                          <a:pt x="82812" y="122849"/>
                          <a:pt x="70877" y="113546"/>
                          <a:pt x="56861" y="109323"/>
                        </a:cubicBezTo>
                        <a:lnTo>
                          <a:pt x="56160" y="109675"/>
                        </a:lnTo>
                        <a:cubicBezTo>
                          <a:pt x="39599" y="72584"/>
                          <a:pt x="20162" y="36409"/>
                          <a:pt x="0" y="956"/>
                        </a:cubicBezTo>
                        <a:lnTo>
                          <a:pt x="1675" y="0"/>
                        </a:lnTo>
                        <a:cubicBezTo>
                          <a:pt x="35011" y="2434"/>
                          <a:pt x="65279" y="20355"/>
                          <a:pt x="83443" y="48414"/>
                        </a:cubicBezTo>
                        <a:cubicBezTo>
                          <a:pt x="83767" y="50932"/>
                          <a:pt x="84063" y="53513"/>
                          <a:pt x="84296" y="56064"/>
                        </a:cubicBezTo>
                        <a:cubicBezTo>
                          <a:pt x="86693" y="78555"/>
                          <a:pt x="88568" y="101024"/>
                          <a:pt x="90442" y="123494"/>
                        </a:cubicBezTo>
                        <a:cubicBezTo>
                          <a:pt x="90754" y="126998"/>
                          <a:pt x="91038" y="130563"/>
                          <a:pt x="91351" y="134067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flipH="1">
                    <a:off x="-178603" y="5061907"/>
                    <a:ext cx="77891" cy="2407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65" h="138350" extrusionOk="0">
                        <a:moveTo>
                          <a:pt x="35191" y="24744"/>
                        </a:moveTo>
                        <a:cubicBezTo>
                          <a:pt x="38373" y="62552"/>
                          <a:pt x="41564" y="100339"/>
                          <a:pt x="44765" y="138105"/>
                        </a:cubicBezTo>
                        <a:lnTo>
                          <a:pt x="43200" y="138351"/>
                        </a:lnTo>
                        <a:cubicBezTo>
                          <a:pt x="34911" y="90656"/>
                          <a:pt x="20387" y="44259"/>
                          <a:pt x="0" y="352"/>
                        </a:cubicBezTo>
                        <a:lnTo>
                          <a:pt x="701" y="0"/>
                        </a:lnTo>
                        <a:cubicBezTo>
                          <a:pt x="14718" y="4223"/>
                          <a:pt x="26653" y="13526"/>
                          <a:pt x="34170" y="26088"/>
                        </a:cubicBezTo>
                        <a:cubicBezTo>
                          <a:pt x="34483" y="25620"/>
                          <a:pt x="34824" y="25171"/>
                          <a:pt x="35191" y="2474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flipH="1">
                    <a:off x="-221234" y="5069126"/>
                    <a:ext cx="59261" cy="2448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058" h="140711" extrusionOk="0">
                        <a:moveTo>
                          <a:pt x="9574" y="133958"/>
                        </a:moveTo>
                        <a:cubicBezTo>
                          <a:pt x="6393" y="96151"/>
                          <a:pt x="3201" y="58364"/>
                          <a:pt x="0" y="20597"/>
                        </a:cubicBezTo>
                        <a:cubicBezTo>
                          <a:pt x="8316" y="9645"/>
                          <a:pt x="20497" y="2279"/>
                          <a:pt x="34059" y="0"/>
                        </a:cubicBezTo>
                        <a:cubicBezTo>
                          <a:pt x="32601" y="20501"/>
                          <a:pt x="30620" y="40982"/>
                          <a:pt x="28269" y="61438"/>
                        </a:cubicBezTo>
                        <a:cubicBezTo>
                          <a:pt x="26120" y="88415"/>
                          <a:pt x="20360" y="114981"/>
                          <a:pt x="11144" y="140425"/>
                        </a:cubicBezTo>
                        <a:lnTo>
                          <a:pt x="9025" y="140711"/>
                        </a:lnTo>
                        <a:cubicBezTo>
                          <a:pt x="8739" y="138593"/>
                          <a:pt x="8419" y="136382"/>
                          <a:pt x="8009" y="13420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flipH="1">
                    <a:off x="-227796" y="4901573"/>
                    <a:ext cx="79589" cy="2033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41" h="116847" extrusionOk="0">
                        <a:moveTo>
                          <a:pt x="41967" y="96250"/>
                        </a:moveTo>
                        <a:cubicBezTo>
                          <a:pt x="28406" y="98529"/>
                          <a:pt x="16224" y="105895"/>
                          <a:pt x="7908" y="116847"/>
                        </a:cubicBezTo>
                        <a:cubicBezTo>
                          <a:pt x="7595" y="113344"/>
                          <a:pt x="7312" y="109779"/>
                          <a:pt x="6999" y="106274"/>
                        </a:cubicBezTo>
                        <a:cubicBezTo>
                          <a:pt x="5125" y="83804"/>
                          <a:pt x="3250" y="61335"/>
                          <a:pt x="853" y="38844"/>
                        </a:cubicBezTo>
                        <a:cubicBezTo>
                          <a:pt x="620" y="36293"/>
                          <a:pt x="324" y="33713"/>
                          <a:pt x="0" y="31195"/>
                        </a:cubicBezTo>
                        <a:cubicBezTo>
                          <a:pt x="10597" y="15230"/>
                          <a:pt x="27010" y="4036"/>
                          <a:pt x="45741" y="0"/>
                        </a:cubicBezTo>
                        <a:cubicBezTo>
                          <a:pt x="45613" y="32113"/>
                          <a:pt x="44355" y="64197"/>
                          <a:pt x="41967" y="9625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flipH="1">
                    <a:off x="-227857" y="4637735"/>
                    <a:ext cx="109554" cy="31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962" h="182755" extrusionOk="0">
                        <a:moveTo>
                          <a:pt x="56222" y="0"/>
                        </a:moveTo>
                        <a:cubicBezTo>
                          <a:pt x="61068" y="50371"/>
                          <a:pt x="63304" y="100959"/>
                          <a:pt x="62920" y="151561"/>
                        </a:cubicBezTo>
                        <a:cubicBezTo>
                          <a:pt x="44189" y="155597"/>
                          <a:pt x="27775" y="166791"/>
                          <a:pt x="17178" y="182755"/>
                        </a:cubicBezTo>
                        <a:cubicBezTo>
                          <a:pt x="12855" y="143184"/>
                          <a:pt x="7129" y="103782"/>
                          <a:pt x="0" y="64551"/>
                        </a:cubicBezTo>
                        <a:cubicBezTo>
                          <a:pt x="7911" y="36079"/>
                          <a:pt x="27944" y="12527"/>
                          <a:pt x="54778" y="15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flipH="1">
                    <a:off x="-216096" y="4301270"/>
                    <a:ext cx="167030" cy="448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994" h="257833" extrusionOk="0">
                        <a:moveTo>
                          <a:pt x="60110" y="12566"/>
                        </a:moveTo>
                        <a:cubicBezTo>
                          <a:pt x="73047" y="44159"/>
                          <a:pt x="81672" y="77350"/>
                          <a:pt x="85753" y="111244"/>
                        </a:cubicBezTo>
                        <a:cubicBezTo>
                          <a:pt x="89935" y="138473"/>
                          <a:pt x="93348" y="165819"/>
                          <a:pt x="95994" y="193282"/>
                        </a:cubicBezTo>
                        <a:lnTo>
                          <a:pt x="94550" y="193433"/>
                        </a:lnTo>
                        <a:cubicBezTo>
                          <a:pt x="67716" y="205810"/>
                          <a:pt x="47683" y="229361"/>
                          <a:pt x="39772" y="257834"/>
                        </a:cubicBezTo>
                        <a:lnTo>
                          <a:pt x="39710" y="257804"/>
                        </a:lnTo>
                        <a:cubicBezTo>
                          <a:pt x="29417" y="201081"/>
                          <a:pt x="16162" y="144936"/>
                          <a:pt x="0" y="89599"/>
                        </a:cubicBezTo>
                        <a:cubicBezTo>
                          <a:pt x="656" y="90141"/>
                          <a:pt x="1375" y="90712"/>
                          <a:pt x="2033" y="91253"/>
                        </a:cubicBezTo>
                        <a:cubicBezTo>
                          <a:pt x="7502" y="56431"/>
                          <a:pt x="25003" y="24626"/>
                          <a:pt x="51492" y="1369"/>
                        </a:cubicBezTo>
                        <a:lnTo>
                          <a:pt x="53898" y="0"/>
                        </a:lnTo>
                        <a:cubicBezTo>
                          <a:pt x="56132" y="4114"/>
                          <a:pt x="58181" y="8293"/>
                          <a:pt x="60110" y="12566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flipH="1">
                    <a:off x="-142802" y="4175598"/>
                    <a:ext cx="190582" cy="284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530" h="163445" extrusionOk="0">
                        <a:moveTo>
                          <a:pt x="1992" y="900"/>
                        </a:moveTo>
                        <a:cubicBezTo>
                          <a:pt x="18273" y="-1694"/>
                          <a:pt x="34952" y="1357"/>
                          <a:pt x="49261" y="9546"/>
                        </a:cubicBezTo>
                        <a:cubicBezTo>
                          <a:pt x="75168" y="23925"/>
                          <a:pt x="96163" y="45748"/>
                          <a:pt x="109531" y="72192"/>
                        </a:cubicBezTo>
                        <a:lnTo>
                          <a:pt x="107125" y="73561"/>
                        </a:lnTo>
                        <a:cubicBezTo>
                          <a:pt x="80636" y="96818"/>
                          <a:pt x="63135" y="128622"/>
                          <a:pt x="57665" y="163445"/>
                        </a:cubicBezTo>
                        <a:cubicBezTo>
                          <a:pt x="57008" y="162904"/>
                          <a:pt x="56289" y="162333"/>
                          <a:pt x="55633" y="161791"/>
                        </a:cubicBezTo>
                        <a:cubicBezTo>
                          <a:pt x="39824" y="107451"/>
                          <a:pt x="21267" y="53949"/>
                          <a:pt x="33" y="1492"/>
                        </a:cubicBezTo>
                        <a:lnTo>
                          <a:pt x="0" y="1400"/>
                        </a:lnTo>
                        <a:cubicBezTo>
                          <a:pt x="651" y="1187"/>
                          <a:pt x="1317" y="1020"/>
                          <a:pt x="1992" y="90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flipH="1">
                  <a:off x="-235187" y="4167331"/>
                  <a:ext cx="416537" cy="1153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89" h="663064" extrusionOk="0">
                      <a:moveTo>
                        <a:pt x="235413" y="516005"/>
                      </a:moveTo>
                      <a:cubicBezTo>
                        <a:pt x="235603" y="513356"/>
                        <a:pt x="235875" y="510716"/>
                        <a:pt x="236050" y="508065"/>
                      </a:cubicBezTo>
                      <a:cubicBezTo>
                        <a:pt x="239601" y="455325"/>
                        <a:pt x="240321" y="402432"/>
                        <a:pt x="238207" y="349614"/>
                      </a:cubicBezTo>
                      <a:cubicBezTo>
                        <a:pt x="235997" y="296420"/>
                        <a:pt x="230821" y="243390"/>
                        <a:pt x="222702" y="190772"/>
                      </a:cubicBezTo>
                      <a:cubicBezTo>
                        <a:pt x="215692" y="144919"/>
                        <a:pt x="206465" y="97434"/>
                        <a:pt x="179856" y="58423"/>
                      </a:cubicBezTo>
                      <a:cubicBezTo>
                        <a:pt x="158283" y="26797"/>
                        <a:pt x="118918" y="-7214"/>
                        <a:pt x="77544" y="1338"/>
                      </a:cubicBezTo>
                      <a:cubicBezTo>
                        <a:pt x="37644" y="9586"/>
                        <a:pt x="15744" y="55415"/>
                        <a:pt x="6694" y="91045"/>
                      </a:cubicBezTo>
                      <a:cubicBezTo>
                        <a:pt x="-17052" y="184543"/>
                        <a:pt x="26562" y="276179"/>
                        <a:pt x="71888" y="355481"/>
                      </a:cubicBezTo>
                      <a:cubicBezTo>
                        <a:pt x="99541" y="403861"/>
                        <a:pt x="128028" y="451807"/>
                        <a:pt x="151935" y="502204"/>
                      </a:cubicBezTo>
                      <a:cubicBezTo>
                        <a:pt x="176095" y="552837"/>
                        <a:pt x="193691" y="606347"/>
                        <a:pt x="204297" y="661436"/>
                      </a:cubicBezTo>
                      <a:cubicBezTo>
                        <a:pt x="204684" y="663454"/>
                        <a:pt x="207399" y="663486"/>
                        <a:pt x="208436" y="662139"/>
                      </a:cubicBezTo>
                      <a:cubicBezTo>
                        <a:pt x="210114" y="662107"/>
                        <a:pt x="211604" y="661055"/>
                        <a:pt x="212195" y="659484"/>
                      </a:cubicBezTo>
                      <a:cubicBezTo>
                        <a:pt x="220725" y="635942"/>
                        <a:pt x="226249" y="611416"/>
                        <a:pt x="228636" y="586490"/>
                      </a:cubicBezTo>
                      <a:cubicBezTo>
                        <a:pt x="231403" y="564049"/>
                        <a:pt x="233509" y="541537"/>
                        <a:pt x="235175" y="518977"/>
                      </a:cubicBezTo>
                      <a:cubicBezTo>
                        <a:pt x="236050" y="518366"/>
                        <a:pt x="236264" y="517161"/>
                        <a:pt x="235652" y="516286"/>
                      </a:cubicBezTo>
                      <a:cubicBezTo>
                        <a:pt x="235582" y="516185"/>
                        <a:pt x="235502" y="516091"/>
                        <a:pt x="235413" y="516005"/>
                      </a:cubicBezTo>
                      <a:close/>
                      <a:moveTo>
                        <a:pt x="199534" y="607075"/>
                      </a:moveTo>
                      <a:cubicBezTo>
                        <a:pt x="191848" y="576582"/>
                        <a:pt x="181561" y="546805"/>
                        <a:pt x="168786" y="518071"/>
                      </a:cubicBezTo>
                      <a:cubicBezTo>
                        <a:pt x="172974" y="519966"/>
                        <a:pt x="176934" y="522329"/>
                        <a:pt x="180590" y="525115"/>
                      </a:cubicBezTo>
                      <a:cubicBezTo>
                        <a:pt x="185995" y="529045"/>
                        <a:pt x="190445" y="534141"/>
                        <a:pt x="193611" y="540027"/>
                      </a:cubicBezTo>
                      <a:cubicBezTo>
                        <a:pt x="195534" y="562380"/>
                        <a:pt x="197508" y="584730"/>
                        <a:pt x="199534" y="607075"/>
                      </a:cubicBezTo>
                      <a:close/>
                      <a:moveTo>
                        <a:pt x="227165" y="516838"/>
                      </a:moveTo>
                      <a:cubicBezTo>
                        <a:pt x="217234" y="519130"/>
                        <a:pt x="208120" y="524100"/>
                        <a:pt x="200816" y="531208"/>
                      </a:cubicBezTo>
                      <a:cubicBezTo>
                        <a:pt x="198572" y="504783"/>
                        <a:pt x="196064" y="478383"/>
                        <a:pt x="193079" y="452050"/>
                      </a:cubicBezTo>
                      <a:cubicBezTo>
                        <a:pt x="202350" y="439184"/>
                        <a:pt x="215550" y="429678"/>
                        <a:pt x="230690" y="424962"/>
                      </a:cubicBezTo>
                      <a:cubicBezTo>
                        <a:pt x="230525" y="447648"/>
                        <a:pt x="229989" y="470331"/>
                        <a:pt x="228793" y="492994"/>
                      </a:cubicBezTo>
                      <a:cubicBezTo>
                        <a:pt x="228362" y="500950"/>
                        <a:pt x="227724" y="508891"/>
                        <a:pt x="227165" y="516838"/>
                      </a:cubicBezTo>
                      <a:close/>
                      <a:moveTo>
                        <a:pt x="230731" y="420964"/>
                      </a:moveTo>
                      <a:cubicBezTo>
                        <a:pt x="215744" y="424868"/>
                        <a:pt x="202312" y="433266"/>
                        <a:pt x="192241" y="445031"/>
                      </a:cubicBezTo>
                      <a:cubicBezTo>
                        <a:pt x="190134" y="426979"/>
                        <a:pt x="187852" y="408952"/>
                        <a:pt x="185212" y="390981"/>
                      </a:cubicBezTo>
                      <a:cubicBezTo>
                        <a:pt x="182407" y="371670"/>
                        <a:pt x="179234" y="352424"/>
                        <a:pt x="175693" y="333242"/>
                      </a:cubicBezTo>
                      <a:cubicBezTo>
                        <a:pt x="183310" y="307681"/>
                        <a:pt x="200830" y="286225"/>
                        <a:pt x="224352" y="273651"/>
                      </a:cubicBezTo>
                      <a:cubicBezTo>
                        <a:pt x="225868" y="290153"/>
                        <a:pt x="227197" y="306674"/>
                        <a:pt x="228118" y="323226"/>
                      </a:cubicBezTo>
                      <a:cubicBezTo>
                        <a:pt x="230095" y="355773"/>
                        <a:pt x="230882" y="388370"/>
                        <a:pt x="230731" y="420964"/>
                      </a:cubicBezTo>
                      <a:close/>
                      <a:moveTo>
                        <a:pt x="224009" y="270119"/>
                      </a:moveTo>
                      <a:cubicBezTo>
                        <a:pt x="201481" y="280889"/>
                        <a:pt x="183603" y="299438"/>
                        <a:pt x="173671" y="322347"/>
                      </a:cubicBezTo>
                      <a:cubicBezTo>
                        <a:pt x="163946" y="271154"/>
                        <a:pt x="151752" y="220517"/>
                        <a:pt x="137090" y="170436"/>
                      </a:cubicBezTo>
                      <a:cubicBezTo>
                        <a:pt x="137427" y="170077"/>
                        <a:pt x="137658" y="169631"/>
                        <a:pt x="137755" y="169147"/>
                      </a:cubicBezTo>
                      <a:cubicBezTo>
                        <a:pt x="143558" y="135846"/>
                        <a:pt x="159748" y="105234"/>
                        <a:pt x="184007" y="81694"/>
                      </a:cubicBezTo>
                      <a:cubicBezTo>
                        <a:pt x="197595" y="110188"/>
                        <a:pt x="206790" y="140576"/>
                        <a:pt x="211283" y="171823"/>
                      </a:cubicBezTo>
                      <a:cubicBezTo>
                        <a:pt x="216741" y="204425"/>
                        <a:pt x="220903" y="237220"/>
                        <a:pt x="224009" y="270119"/>
                      </a:cubicBezTo>
                      <a:close/>
                      <a:moveTo>
                        <a:pt x="108113" y="11723"/>
                      </a:moveTo>
                      <a:cubicBezTo>
                        <a:pt x="128939" y="18523"/>
                        <a:pt x="147425" y="31057"/>
                        <a:pt x="161450" y="47886"/>
                      </a:cubicBezTo>
                      <a:cubicBezTo>
                        <a:pt x="169220" y="56817"/>
                        <a:pt x="175988" y="66574"/>
                        <a:pt x="181631" y="76980"/>
                      </a:cubicBezTo>
                      <a:cubicBezTo>
                        <a:pt x="157142" y="97709"/>
                        <a:pt x="140087" y="125863"/>
                        <a:pt x="133055" y="157166"/>
                      </a:cubicBezTo>
                      <a:cubicBezTo>
                        <a:pt x="131238" y="151165"/>
                        <a:pt x="129462" y="145152"/>
                        <a:pt x="127573" y="139171"/>
                      </a:cubicBezTo>
                      <a:cubicBezTo>
                        <a:pt x="114804" y="95232"/>
                        <a:pt x="98991" y="52236"/>
                        <a:pt x="80250" y="10494"/>
                      </a:cubicBezTo>
                      <a:cubicBezTo>
                        <a:pt x="89497" y="8601"/>
                        <a:pt x="99069" y="9023"/>
                        <a:pt x="108113" y="11723"/>
                      </a:cubicBezTo>
                      <a:close/>
                      <a:moveTo>
                        <a:pt x="47693" y="29431"/>
                      </a:moveTo>
                      <a:cubicBezTo>
                        <a:pt x="55321" y="20530"/>
                        <a:pt x="65493" y="14179"/>
                        <a:pt x="76840" y="11234"/>
                      </a:cubicBezTo>
                      <a:cubicBezTo>
                        <a:pt x="89656" y="50011"/>
                        <a:pt x="104972" y="87895"/>
                        <a:pt x="117053" y="126968"/>
                      </a:cubicBezTo>
                      <a:cubicBezTo>
                        <a:pt x="120098" y="136817"/>
                        <a:pt x="123067" y="146689"/>
                        <a:pt x="125959" y="156584"/>
                      </a:cubicBezTo>
                      <a:cubicBezTo>
                        <a:pt x="110179" y="143554"/>
                        <a:pt x="93535" y="131610"/>
                        <a:pt x="76139" y="120831"/>
                      </a:cubicBezTo>
                      <a:cubicBezTo>
                        <a:pt x="57466" y="108786"/>
                        <a:pt x="36348" y="101042"/>
                        <a:pt x="14315" y="98159"/>
                      </a:cubicBezTo>
                      <a:cubicBezTo>
                        <a:pt x="19037" y="72659"/>
                        <a:pt x="30571" y="48910"/>
                        <a:pt x="47693" y="29431"/>
                      </a:cubicBezTo>
                      <a:close/>
                      <a:moveTo>
                        <a:pt x="13424" y="102484"/>
                      </a:moveTo>
                      <a:cubicBezTo>
                        <a:pt x="34849" y="107420"/>
                        <a:pt x="55373" y="115669"/>
                        <a:pt x="74255" y="126934"/>
                      </a:cubicBezTo>
                      <a:cubicBezTo>
                        <a:pt x="93492" y="139605"/>
                        <a:pt x="111897" y="153497"/>
                        <a:pt x="129357" y="168524"/>
                      </a:cubicBezTo>
                      <a:cubicBezTo>
                        <a:pt x="137064" y="195489"/>
                        <a:pt x="144242" y="222604"/>
                        <a:pt x="150674" y="249903"/>
                      </a:cubicBezTo>
                      <a:cubicBezTo>
                        <a:pt x="156322" y="274257"/>
                        <a:pt x="161431" y="298719"/>
                        <a:pt x="166003" y="323290"/>
                      </a:cubicBezTo>
                      <a:cubicBezTo>
                        <a:pt x="149297" y="304867"/>
                        <a:pt x="129614" y="289384"/>
                        <a:pt x="107776" y="277486"/>
                      </a:cubicBezTo>
                      <a:cubicBezTo>
                        <a:pt x="84428" y="263825"/>
                        <a:pt x="58322" y="255553"/>
                        <a:pt x="31367" y="253274"/>
                      </a:cubicBezTo>
                      <a:cubicBezTo>
                        <a:pt x="18480" y="221323"/>
                        <a:pt x="11120" y="187413"/>
                        <a:pt x="9603" y="152994"/>
                      </a:cubicBezTo>
                      <a:cubicBezTo>
                        <a:pt x="9041" y="136068"/>
                        <a:pt x="10323" y="119132"/>
                        <a:pt x="13424" y="102484"/>
                      </a:cubicBezTo>
                      <a:close/>
                      <a:moveTo>
                        <a:pt x="32869" y="257044"/>
                      </a:moveTo>
                      <a:cubicBezTo>
                        <a:pt x="58400" y="262372"/>
                        <a:pt x="83103" y="271094"/>
                        <a:pt x="106319" y="282978"/>
                      </a:cubicBezTo>
                      <a:cubicBezTo>
                        <a:pt x="129867" y="296302"/>
                        <a:pt x="150798" y="313794"/>
                        <a:pt x="168093" y="334602"/>
                      </a:cubicBezTo>
                      <a:cubicBezTo>
                        <a:pt x="174542" y="370198"/>
                        <a:pt x="179914" y="405965"/>
                        <a:pt x="184210" y="441903"/>
                      </a:cubicBezTo>
                      <a:cubicBezTo>
                        <a:pt x="166013" y="418997"/>
                        <a:pt x="138959" y="404882"/>
                        <a:pt x="109763" y="403059"/>
                      </a:cubicBezTo>
                      <a:cubicBezTo>
                        <a:pt x="83024" y="355884"/>
                        <a:pt x="53046" y="307986"/>
                        <a:pt x="32869" y="257043"/>
                      </a:cubicBezTo>
                      <a:close/>
                      <a:moveTo>
                        <a:pt x="112716" y="408254"/>
                      </a:moveTo>
                      <a:cubicBezTo>
                        <a:pt x="112477" y="407829"/>
                        <a:pt x="112230" y="407402"/>
                        <a:pt x="111990" y="406977"/>
                      </a:cubicBezTo>
                      <a:cubicBezTo>
                        <a:pt x="126036" y="409257"/>
                        <a:pt x="139598" y="413884"/>
                        <a:pt x="152108" y="420664"/>
                      </a:cubicBezTo>
                      <a:cubicBezTo>
                        <a:pt x="165324" y="428455"/>
                        <a:pt x="176658" y="439067"/>
                        <a:pt x="185300" y="451743"/>
                      </a:cubicBezTo>
                      <a:cubicBezTo>
                        <a:pt x="187255" y="469032"/>
                        <a:pt x="189024" y="486345"/>
                        <a:pt x="190471" y="503691"/>
                      </a:cubicBezTo>
                      <a:cubicBezTo>
                        <a:pt x="191306" y="513273"/>
                        <a:pt x="192134" y="522855"/>
                        <a:pt x="192955" y="532438"/>
                      </a:cubicBezTo>
                      <a:cubicBezTo>
                        <a:pt x="189867" y="528755"/>
                        <a:pt x="186486" y="525328"/>
                        <a:pt x="182846" y="522190"/>
                      </a:cubicBezTo>
                      <a:cubicBezTo>
                        <a:pt x="178016" y="518528"/>
                        <a:pt x="172631" y="515661"/>
                        <a:pt x="166897" y="513697"/>
                      </a:cubicBezTo>
                      <a:cubicBezTo>
                        <a:pt x="150762" y="477321"/>
                        <a:pt x="131751" y="442133"/>
                        <a:pt x="112716" y="408254"/>
                      </a:cubicBezTo>
                      <a:close/>
                      <a:moveTo>
                        <a:pt x="208891" y="660815"/>
                      </a:moveTo>
                      <a:lnTo>
                        <a:pt x="208891" y="660814"/>
                      </a:lnTo>
                      <a:lnTo>
                        <a:pt x="208891" y="660814"/>
                      </a:lnTo>
                      <a:close/>
                      <a:moveTo>
                        <a:pt x="209299" y="642477"/>
                      </a:moveTo>
                      <a:cubicBezTo>
                        <a:pt x="206762" y="607428"/>
                        <a:pt x="204244" y="572321"/>
                        <a:pt x="201319" y="537245"/>
                      </a:cubicBezTo>
                      <a:cubicBezTo>
                        <a:pt x="208139" y="529568"/>
                        <a:pt x="217000" y="523987"/>
                        <a:pt x="226870" y="521151"/>
                      </a:cubicBezTo>
                      <a:cubicBezTo>
                        <a:pt x="225533" y="539368"/>
                        <a:pt x="223984" y="557569"/>
                        <a:pt x="221969" y="575735"/>
                      </a:cubicBezTo>
                      <a:cubicBezTo>
                        <a:pt x="220156" y="598373"/>
                        <a:pt x="215908" y="620750"/>
                        <a:pt x="209299" y="64247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1" name="Google Shape;181;p3"/>
              <p:cNvGrpSpPr/>
              <p:nvPr/>
            </p:nvGrpSpPr>
            <p:grpSpPr>
              <a:xfrm rot="1674623">
                <a:off x="76744" y="4761635"/>
                <a:ext cx="908221" cy="826344"/>
                <a:chOff x="-127192" y="4707757"/>
                <a:chExt cx="908202" cy="826326"/>
              </a:xfrm>
            </p:grpSpPr>
            <p:grpSp>
              <p:nvGrpSpPr>
                <p:cNvPr id="182" name="Google Shape;182;p3"/>
                <p:cNvGrpSpPr/>
                <p:nvPr/>
              </p:nvGrpSpPr>
              <p:grpSpPr>
                <a:xfrm>
                  <a:off x="-120729" y="4715911"/>
                  <a:ext cx="893141" cy="811926"/>
                  <a:chOff x="-120729" y="4715911"/>
                  <a:chExt cx="893141" cy="811926"/>
                </a:xfrm>
              </p:grpSpPr>
              <p:sp>
                <p:nvSpPr>
                  <p:cNvPr id="183" name="Google Shape;183;p3"/>
                  <p:cNvSpPr/>
                  <p:nvPr/>
                </p:nvSpPr>
                <p:spPr>
                  <a:xfrm flipH="1">
                    <a:off x="502221" y="4759031"/>
                    <a:ext cx="270191" cy="20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282" h="115099" extrusionOk="0">
                        <a:moveTo>
                          <a:pt x="155282" y="94175"/>
                        </a:moveTo>
                        <a:cubicBezTo>
                          <a:pt x="107873" y="91975"/>
                          <a:pt x="57609" y="90928"/>
                          <a:pt x="16927" y="115100"/>
                        </a:cubicBezTo>
                        <a:cubicBezTo>
                          <a:pt x="8929" y="98354"/>
                          <a:pt x="3587" y="80465"/>
                          <a:pt x="1094" y="62076"/>
                        </a:cubicBezTo>
                        <a:cubicBezTo>
                          <a:pt x="-1753" y="40524"/>
                          <a:pt x="419" y="16738"/>
                          <a:pt x="14034" y="0"/>
                        </a:cubicBezTo>
                        <a:lnTo>
                          <a:pt x="14115" y="54"/>
                        </a:lnTo>
                        <a:cubicBezTo>
                          <a:pt x="62734" y="29018"/>
                          <a:pt x="109850" y="60432"/>
                          <a:pt x="155282" y="9417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4" name="Google Shape;184;p3"/>
                  <p:cNvSpPr/>
                  <p:nvPr/>
                </p:nvSpPr>
                <p:spPr>
                  <a:xfrm flipH="1">
                    <a:off x="270294" y="4921127"/>
                    <a:ext cx="472654" cy="2346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40" h="134854" extrusionOk="0">
                        <a:moveTo>
                          <a:pt x="138356" y="1059"/>
                        </a:moveTo>
                        <a:cubicBezTo>
                          <a:pt x="184673" y="35383"/>
                          <a:pt x="229162" y="72107"/>
                          <a:pt x="271641" y="111082"/>
                        </a:cubicBezTo>
                        <a:cubicBezTo>
                          <a:pt x="216154" y="97393"/>
                          <a:pt x="157523" y="105708"/>
                          <a:pt x="108031" y="134285"/>
                        </a:cubicBezTo>
                        <a:lnTo>
                          <a:pt x="107656" y="134855"/>
                        </a:lnTo>
                        <a:cubicBezTo>
                          <a:pt x="97360" y="128568"/>
                          <a:pt x="87388" y="121766"/>
                          <a:pt x="77779" y="114473"/>
                        </a:cubicBezTo>
                        <a:cubicBezTo>
                          <a:pt x="44842" y="90293"/>
                          <a:pt x="18173" y="58579"/>
                          <a:pt x="0" y="21984"/>
                        </a:cubicBezTo>
                        <a:cubicBezTo>
                          <a:pt x="40683" y="-2187"/>
                          <a:pt x="90946" y="-1141"/>
                          <a:pt x="138356" y="105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5" name="Google Shape;185;p3"/>
                  <p:cNvSpPr/>
                  <p:nvPr/>
                </p:nvSpPr>
                <p:spPr>
                  <a:xfrm flipH="1">
                    <a:off x="121987" y="5103286"/>
                    <a:ext cx="433552" cy="178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168" h="102837" extrusionOk="0">
                        <a:moveTo>
                          <a:pt x="249169" y="90227"/>
                        </a:moveTo>
                        <a:cubicBezTo>
                          <a:pt x="217741" y="78846"/>
                          <a:pt x="182796" y="82858"/>
                          <a:pt x="154764" y="101064"/>
                        </a:cubicBezTo>
                        <a:lnTo>
                          <a:pt x="154007" y="102838"/>
                        </a:lnTo>
                        <a:cubicBezTo>
                          <a:pt x="145125" y="98983"/>
                          <a:pt x="136257" y="95197"/>
                          <a:pt x="127404" y="91478"/>
                        </a:cubicBezTo>
                        <a:cubicBezTo>
                          <a:pt x="83960" y="73133"/>
                          <a:pt x="39910" y="54914"/>
                          <a:pt x="0" y="30213"/>
                        </a:cubicBezTo>
                        <a:lnTo>
                          <a:pt x="375" y="29644"/>
                        </a:lnTo>
                        <a:cubicBezTo>
                          <a:pt x="49867" y="1067"/>
                          <a:pt x="108498" y="-7249"/>
                          <a:pt x="163985" y="6441"/>
                        </a:cubicBezTo>
                        <a:lnTo>
                          <a:pt x="164052" y="6427"/>
                        </a:lnTo>
                        <a:cubicBezTo>
                          <a:pt x="193448" y="33305"/>
                          <a:pt x="221820" y="61238"/>
                          <a:pt x="249169" y="90227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" name="Google Shape;186;p3"/>
                  <p:cNvSpPr/>
                  <p:nvPr/>
                </p:nvSpPr>
                <p:spPr>
                  <a:xfrm flipH="1">
                    <a:off x="20838" y="5249259"/>
                    <a:ext cx="266606" cy="1247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222" h="71670" extrusionOk="0">
                        <a:moveTo>
                          <a:pt x="153223" y="69839"/>
                        </a:moveTo>
                        <a:cubicBezTo>
                          <a:pt x="153189" y="70401"/>
                          <a:pt x="153188" y="70964"/>
                          <a:pt x="153221" y="71527"/>
                        </a:cubicBezTo>
                        <a:cubicBezTo>
                          <a:pt x="139641" y="66061"/>
                          <a:pt x="124510" y="65862"/>
                          <a:pt x="110790" y="70966"/>
                        </a:cubicBezTo>
                        <a:lnTo>
                          <a:pt x="110444" y="71671"/>
                        </a:lnTo>
                        <a:cubicBezTo>
                          <a:pt x="74835" y="52125"/>
                          <a:pt x="37488" y="35047"/>
                          <a:pt x="0" y="18983"/>
                        </a:cubicBezTo>
                        <a:lnTo>
                          <a:pt x="757" y="17210"/>
                        </a:lnTo>
                        <a:cubicBezTo>
                          <a:pt x="28789" y="-996"/>
                          <a:pt x="63734" y="-5008"/>
                          <a:pt x="95162" y="6373"/>
                        </a:cubicBezTo>
                        <a:cubicBezTo>
                          <a:pt x="96943" y="8183"/>
                          <a:pt x="98737" y="10060"/>
                          <a:pt x="100465" y="11951"/>
                        </a:cubicBezTo>
                        <a:cubicBezTo>
                          <a:pt x="115966" y="28422"/>
                          <a:pt x="131038" y="45193"/>
                          <a:pt x="146109" y="61964"/>
                        </a:cubicBezTo>
                        <a:cubicBezTo>
                          <a:pt x="148476" y="64567"/>
                          <a:pt x="150857" y="67237"/>
                          <a:pt x="153223" y="6983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7" name="Google Shape;187;p3"/>
                  <p:cNvSpPr/>
                  <p:nvPr/>
                </p:nvSpPr>
                <p:spPr>
                  <a:xfrm flipH="1">
                    <a:off x="-111720" y="5366377"/>
                    <a:ext cx="206903" cy="153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910" h="88239" extrusionOk="0">
                        <a:moveTo>
                          <a:pt x="42779" y="2562"/>
                        </a:moveTo>
                        <a:cubicBezTo>
                          <a:pt x="68160" y="30763"/>
                          <a:pt x="93537" y="58942"/>
                          <a:pt x="118910" y="87098"/>
                        </a:cubicBezTo>
                        <a:lnTo>
                          <a:pt x="117811" y="88239"/>
                        </a:lnTo>
                        <a:cubicBezTo>
                          <a:pt x="82386" y="55247"/>
                          <a:pt x="42776" y="27057"/>
                          <a:pt x="0" y="4393"/>
                        </a:cubicBezTo>
                        <a:lnTo>
                          <a:pt x="346" y="3689"/>
                        </a:lnTo>
                        <a:cubicBezTo>
                          <a:pt x="14066" y="-1416"/>
                          <a:pt x="29197" y="-1216"/>
                          <a:pt x="42777" y="4249"/>
                        </a:cubicBezTo>
                        <a:cubicBezTo>
                          <a:pt x="42744" y="3687"/>
                          <a:pt x="42744" y="3123"/>
                          <a:pt x="42779" y="2562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8" name="Google Shape;188;p3"/>
                  <p:cNvSpPr/>
                  <p:nvPr/>
                </p:nvSpPr>
                <p:spPr>
                  <a:xfrm flipH="1">
                    <a:off x="-120729" y="5306437"/>
                    <a:ext cx="141443" cy="221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9" h="127241" extrusionOk="0">
                        <a:moveTo>
                          <a:pt x="76132" y="121529"/>
                        </a:moveTo>
                        <a:cubicBezTo>
                          <a:pt x="50750" y="93328"/>
                          <a:pt x="25373" y="65149"/>
                          <a:pt x="0" y="36993"/>
                        </a:cubicBezTo>
                        <a:cubicBezTo>
                          <a:pt x="7" y="23241"/>
                          <a:pt x="5262" y="10010"/>
                          <a:pt x="14690" y="0"/>
                        </a:cubicBezTo>
                        <a:cubicBezTo>
                          <a:pt x="25918" y="17215"/>
                          <a:pt x="36755" y="34699"/>
                          <a:pt x="47204" y="52450"/>
                        </a:cubicBezTo>
                        <a:cubicBezTo>
                          <a:pt x="61793" y="75243"/>
                          <a:pt x="73257" y="99890"/>
                          <a:pt x="81290" y="125733"/>
                        </a:cubicBezTo>
                        <a:lnTo>
                          <a:pt x="79775" y="127241"/>
                        </a:lnTo>
                        <a:cubicBezTo>
                          <a:pt x="78267" y="125726"/>
                          <a:pt x="76676" y="124158"/>
                          <a:pt x="75032" y="12267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" name="Google Shape;189;p3"/>
                  <p:cNvSpPr/>
                  <p:nvPr/>
                </p:nvSpPr>
                <p:spPr>
                  <a:xfrm flipH="1">
                    <a:off x="-4800" y="5168968"/>
                    <a:ext cx="126839" cy="201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896" h="115962" extrusionOk="0">
                        <a:moveTo>
                          <a:pt x="72897" y="78969"/>
                        </a:moveTo>
                        <a:cubicBezTo>
                          <a:pt x="63468" y="88980"/>
                          <a:pt x="58214" y="102210"/>
                          <a:pt x="58206" y="115962"/>
                        </a:cubicBezTo>
                        <a:cubicBezTo>
                          <a:pt x="55840" y="113360"/>
                          <a:pt x="53459" y="110690"/>
                          <a:pt x="51092" y="108087"/>
                        </a:cubicBezTo>
                        <a:cubicBezTo>
                          <a:pt x="36021" y="91317"/>
                          <a:pt x="20950" y="74546"/>
                          <a:pt x="5449" y="58075"/>
                        </a:cubicBezTo>
                        <a:cubicBezTo>
                          <a:pt x="3721" y="56183"/>
                          <a:pt x="1927" y="54306"/>
                          <a:pt x="145" y="52496"/>
                        </a:cubicBezTo>
                        <a:cubicBezTo>
                          <a:pt x="-1059" y="33373"/>
                          <a:pt x="5255" y="14535"/>
                          <a:pt x="17740" y="0"/>
                        </a:cubicBezTo>
                        <a:cubicBezTo>
                          <a:pt x="37044" y="25664"/>
                          <a:pt x="55429" y="51987"/>
                          <a:pt x="72897" y="7896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" name="Google Shape;190;p3"/>
                  <p:cNvSpPr/>
                  <p:nvPr/>
                </p:nvSpPr>
                <p:spPr>
                  <a:xfrm flipH="1">
                    <a:off x="91245" y="4965798"/>
                    <a:ext cx="191062" cy="2944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06" h="169207" extrusionOk="0">
                        <a:moveTo>
                          <a:pt x="12882" y="0"/>
                        </a:moveTo>
                        <a:cubicBezTo>
                          <a:pt x="47182" y="37205"/>
                          <a:pt x="79534" y="76161"/>
                          <a:pt x="109806" y="116711"/>
                        </a:cubicBezTo>
                        <a:cubicBezTo>
                          <a:pt x="97321" y="131246"/>
                          <a:pt x="91007" y="150084"/>
                          <a:pt x="92211" y="169207"/>
                        </a:cubicBezTo>
                        <a:cubicBezTo>
                          <a:pt x="64854" y="140290"/>
                          <a:pt x="36482" y="112357"/>
                          <a:pt x="7095" y="85407"/>
                        </a:cubicBezTo>
                        <a:cubicBezTo>
                          <a:pt x="-3807" y="57941"/>
                          <a:pt x="-2078" y="27070"/>
                          <a:pt x="11822" y="993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" name="Google Shape;191;p3"/>
                  <p:cNvSpPr/>
                  <p:nvPr/>
                </p:nvSpPr>
                <p:spPr>
                  <a:xfrm flipH="1">
                    <a:off x="260008" y="4741997"/>
                    <a:ext cx="268788" cy="372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476" h="213982" extrusionOk="0">
                        <a:moveTo>
                          <a:pt x="16680" y="6259"/>
                        </a:moveTo>
                        <a:cubicBezTo>
                          <a:pt x="46079" y="23614"/>
                          <a:pt x="73008" y="44847"/>
                          <a:pt x="96742" y="69386"/>
                        </a:cubicBezTo>
                        <a:cubicBezTo>
                          <a:pt x="116527" y="88554"/>
                          <a:pt x="135772" y="108280"/>
                          <a:pt x="154476" y="128562"/>
                        </a:cubicBezTo>
                        <a:lnTo>
                          <a:pt x="153416" y="129555"/>
                        </a:lnTo>
                        <a:cubicBezTo>
                          <a:pt x="139516" y="155632"/>
                          <a:pt x="137787" y="186503"/>
                          <a:pt x="148689" y="213969"/>
                        </a:cubicBezTo>
                        <a:lnTo>
                          <a:pt x="148621" y="213983"/>
                        </a:lnTo>
                        <a:cubicBezTo>
                          <a:pt x="106143" y="175008"/>
                          <a:pt x="61654" y="138284"/>
                          <a:pt x="15336" y="103960"/>
                        </a:cubicBezTo>
                        <a:cubicBezTo>
                          <a:pt x="16187" y="103995"/>
                          <a:pt x="17105" y="104016"/>
                          <a:pt x="17956" y="104050"/>
                        </a:cubicBezTo>
                        <a:cubicBezTo>
                          <a:pt x="1271" y="72999"/>
                          <a:pt x="-4005" y="37082"/>
                          <a:pt x="3048" y="2545"/>
                        </a:cubicBezTo>
                        <a:lnTo>
                          <a:pt x="4137" y="0"/>
                        </a:lnTo>
                        <a:cubicBezTo>
                          <a:pt x="8402" y="1929"/>
                          <a:pt x="12561" y="4019"/>
                          <a:pt x="16680" y="625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2" name="Google Shape;192;p3"/>
                  <p:cNvSpPr/>
                  <p:nvPr/>
                </p:nvSpPr>
                <p:spPr>
                  <a:xfrm flipH="1">
                    <a:off x="497653" y="4715911"/>
                    <a:ext cx="250330" cy="2071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68" h="119035" extrusionOk="0">
                        <a:moveTo>
                          <a:pt x="1285" y="23169"/>
                        </a:moveTo>
                        <a:cubicBezTo>
                          <a:pt x="12690" y="11264"/>
                          <a:pt x="27822" y="3616"/>
                          <a:pt x="44171" y="1494"/>
                        </a:cubicBezTo>
                        <a:cubicBezTo>
                          <a:pt x="73502" y="-2705"/>
                          <a:pt x="103418" y="1995"/>
                          <a:pt x="130049" y="14986"/>
                        </a:cubicBezTo>
                        <a:lnTo>
                          <a:pt x="128960" y="17531"/>
                        </a:lnTo>
                        <a:cubicBezTo>
                          <a:pt x="121907" y="52068"/>
                          <a:pt x="127183" y="87985"/>
                          <a:pt x="143868" y="119036"/>
                        </a:cubicBezTo>
                        <a:cubicBezTo>
                          <a:pt x="143017" y="119002"/>
                          <a:pt x="142099" y="118980"/>
                          <a:pt x="141248" y="118946"/>
                        </a:cubicBezTo>
                        <a:cubicBezTo>
                          <a:pt x="95816" y="85203"/>
                          <a:pt x="48700" y="53789"/>
                          <a:pt x="82" y="24824"/>
                        </a:cubicBezTo>
                        <a:lnTo>
                          <a:pt x="0" y="24771"/>
                        </a:lnTo>
                        <a:cubicBezTo>
                          <a:pt x="390" y="24207"/>
                          <a:pt x="819" y="23672"/>
                          <a:pt x="1285" y="2316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3" name="Google Shape;193;p3"/>
                <p:cNvSpPr/>
                <p:nvPr/>
              </p:nvSpPr>
              <p:spPr>
                <a:xfrm flipH="1">
                  <a:off x="-127192" y="4707757"/>
                  <a:ext cx="908202" cy="826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955" h="474900" extrusionOk="0">
                      <a:moveTo>
                        <a:pt x="521852" y="468564"/>
                      </a:moveTo>
                      <a:cubicBezTo>
                        <a:pt x="509046" y="423150"/>
                        <a:pt x="481310" y="381588"/>
                        <a:pt x="455259" y="342219"/>
                      </a:cubicBezTo>
                      <a:cubicBezTo>
                        <a:pt x="455503" y="341203"/>
                        <a:pt x="454878" y="340180"/>
                        <a:pt x="453861" y="339935"/>
                      </a:cubicBezTo>
                      <a:cubicBezTo>
                        <a:pt x="453819" y="339925"/>
                        <a:pt x="453776" y="339917"/>
                        <a:pt x="453733" y="339909"/>
                      </a:cubicBezTo>
                      <a:cubicBezTo>
                        <a:pt x="452210" y="337606"/>
                        <a:pt x="450668" y="335282"/>
                        <a:pt x="449162" y="332993"/>
                      </a:cubicBezTo>
                      <a:cubicBezTo>
                        <a:pt x="421818" y="291457"/>
                        <a:pt x="392408" y="251317"/>
                        <a:pt x="361043" y="212727"/>
                      </a:cubicBezTo>
                      <a:cubicBezTo>
                        <a:pt x="329150" y="173550"/>
                        <a:pt x="295191" y="136101"/>
                        <a:pt x="259311" y="100539"/>
                      </a:cubicBezTo>
                      <a:cubicBezTo>
                        <a:pt x="225226" y="66693"/>
                        <a:pt x="189224" y="31695"/>
                        <a:pt x="144138" y="13084"/>
                      </a:cubicBezTo>
                      <a:cubicBezTo>
                        <a:pt x="105410" y="-2902"/>
                        <a:pt x="45025" y="-10233"/>
                        <a:pt x="15241" y="26928"/>
                      </a:cubicBezTo>
                      <a:cubicBezTo>
                        <a:pt x="-10390" y="58909"/>
                        <a:pt x="860" y="108488"/>
                        <a:pt x="15850" y="142526"/>
                      </a:cubicBezTo>
                      <a:cubicBezTo>
                        <a:pt x="54679" y="230697"/>
                        <a:pt x="145343" y="276378"/>
                        <a:pt x="229360" y="312011"/>
                      </a:cubicBezTo>
                      <a:cubicBezTo>
                        <a:pt x="280228" y="333585"/>
                        <a:pt x="331417" y="354551"/>
                        <a:pt x="380428" y="380183"/>
                      </a:cubicBezTo>
                      <a:cubicBezTo>
                        <a:pt x="429521" y="405697"/>
                        <a:pt x="475196" y="437310"/>
                        <a:pt x="516366" y="474271"/>
                      </a:cubicBezTo>
                      <a:cubicBezTo>
                        <a:pt x="517311" y="475153"/>
                        <a:pt x="518792" y="475102"/>
                        <a:pt x="519674" y="474156"/>
                      </a:cubicBezTo>
                      <a:cubicBezTo>
                        <a:pt x="519674" y="474156"/>
                        <a:pt x="519674" y="474156"/>
                        <a:pt x="519674" y="474156"/>
                      </a:cubicBezTo>
                      <a:cubicBezTo>
                        <a:pt x="520028" y="473754"/>
                        <a:pt x="520230" y="473241"/>
                        <a:pt x="520246" y="472705"/>
                      </a:cubicBezTo>
                      <a:cubicBezTo>
                        <a:pt x="521583" y="471787"/>
                        <a:pt x="522221" y="470143"/>
                        <a:pt x="521852" y="468563"/>
                      </a:cubicBezTo>
                      <a:close/>
                      <a:moveTo>
                        <a:pt x="479788" y="433848"/>
                      </a:moveTo>
                      <a:cubicBezTo>
                        <a:pt x="455304" y="414263"/>
                        <a:pt x="429184" y="396816"/>
                        <a:pt x="401717" y="381698"/>
                      </a:cubicBezTo>
                      <a:cubicBezTo>
                        <a:pt x="406099" y="380712"/>
                        <a:pt x="410576" y="380206"/>
                        <a:pt x="415068" y="380189"/>
                      </a:cubicBezTo>
                      <a:cubicBezTo>
                        <a:pt x="421869" y="380029"/>
                        <a:pt x="428616" y="381430"/>
                        <a:pt x="434791" y="384284"/>
                      </a:cubicBezTo>
                      <a:cubicBezTo>
                        <a:pt x="449753" y="400839"/>
                        <a:pt x="464752" y="417360"/>
                        <a:pt x="479788" y="433848"/>
                      </a:cubicBezTo>
                      <a:close/>
                      <a:moveTo>
                        <a:pt x="509020" y="456220"/>
                      </a:moveTo>
                      <a:cubicBezTo>
                        <a:pt x="485856" y="429866"/>
                        <a:pt x="462676" y="403446"/>
                        <a:pt x="439191" y="377294"/>
                      </a:cubicBezTo>
                      <a:cubicBezTo>
                        <a:pt x="440012" y="367074"/>
                        <a:pt x="443702" y="357294"/>
                        <a:pt x="449838" y="349079"/>
                      </a:cubicBezTo>
                      <a:cubicBezTo>
                        <a:pt x="459119" y="363392"/>
                        <a:pt x="468245" y="377807"/>
                        <a:pt x="477027" y="392446"/>
                      </a:cubicBezTo>
                      <a:cubicBezTo>
                        <a:pt x="489996" y="412467"/>
                        <a:pt x="500725" y="433854"/>
                        <a:pt x="509020" y="456220"/>
                      </a:cubicBezTo>
                      <a:close/>
                      <a:moveTo>
                        <a:pt x="447426" y="345405"/>
                      </a:moveTo>
                      <a:cubicBezTo>
                        <a:pt x="440881" y="353214"/>
                        <a:pt x="436617" y="362678"/>
                        <a:pt x="435105" y="372754"/>
                      </a:cubicBezTo>
                      <a:cubicBezTo>
                        <a:pt x="417356" y="353050"/>
                        <a:pt x="399365" y="333580"/>
                        <a:pt x="381130" y="314342"/>
                      </a:cubicBezTo>
                      <a:cubicBezTo>
                        <a:pt x="380758" y="298488"/>
                        <a:pt x="385550" y="282943"/>
                        <a:pt x="394782" y="270049"/>
                      </a:cubicBezTo>
                      <a:cubicBezTo>
                        <a:pt x="408406" y="288295"/>
                        <a:pt x="421702" y="306787"/>
                        <a:pt x="434463" y="325658"/>
                      </a:cubicBezTo>
                      <a:cubicBezTo>
                        <a:pt x="438873" y="332182"/>
                        <a:pt x="443122" y="338812"/>
                        <a:pt x="447426" y="345405"/>
                      </a:cubicBezTo>
                      <a:close/>
                      <a:moveTo>
                        <a:pt x="392398" y="266822"/>
                      </a:moveTo>
                      <a:cubicBezTo>
                        <a:pt x="382797" y="278970"/>
                        <a:pt x="377150" y="293767"/>
                        <a:pt x="376215" y="309222"/>
                      </a:cubicBezTo>
                      <a:cubicBezTo>
                        <a:pt x="361526" y="293926"/>
                        <a:pt x="346591" y="278882"/>
                        <a:pt x="331409" y="264092"/>
                      </a:cubicBezTo>
                      <a:cubicBezTo>
                        <a:pt x="319624" y="252641"/>
                        <a:pt x="307654" y="241392"/>
                        <a:pt x="295499" y="230345"/>
                      </a:cubicBezTo>
                      <a:cubicBezTo>
                        <a:pt x="286119" y="205403"/>
                        <a:pt x="287084" y="177749"/>
                        <a:pt x="298179" y="153521"/>
                      </a:cubicBezTo>
                      <a:cubicBezTo>
                        <a:pt x="311065" y="167604"/>
                        <a:pt x="323723" y="181896"/>
                        <a:pt x="336151" y="196397"/>
                      </a:cubicBezTo>
                      <a:cubicBezTo>
                        <a:pt x="355649" y="219272"/>
                        <a:pt x="374398" y="242747"/>
                        <a:pt x="392398" y="266822"/>
                      </a:cubicBezTo>
                      <a:close/>
                      <a:moveTo>
                        <a:pt x="295779" y="150885"/>
                      </a:moveTo>
                      <a:cubicBezTo>
                        <a:pt x="284366" y="173047"/>
                        <a:pt x="281346" y="198586"/>
                        <a:pt x="287273" y="222798"/>
                      </a:cubicBezTo>
                      <a:cubicBezTo>
                        <a:pt x="248560" y="187896"/>
                        <a:pt x="208229" y="154915"/>
                        <a:pt x="166280" y="123858"/>
                      </a:cubicBezTo>
                      <a:cubicBezTo>
                        <a:pt x="166283" y="123786"/>
                        <a:pt x="166319" y="123725"/>
                        <a:pt x="166318" y="123652"/>
                      </a:cubicBezTo>
                      <a:cubicBezTo>
                        <a:pt x="166309" y="123066"/>
                        <a:pt x="166153" y="122492"/>
                        <a:pt x="165866" y="121981"/>
                      </a:cubicBezTo>
                      <a:cubicBezTo>
                        <a:pt x="150480" y="92036"/>
                        <a:pt x="144957" y="57992"/>
                        <a:pt x="150086" y="24718"/>
                      </a:cubicBezTo>
                      <a:cubicBezTo>
                        <a:pt x="183540" y="40713"/>
                        <a:pt x="212129" y="66235"/>
                        <a:pt x="238649" y="91983"/>
                      </a:cubicBezTo>
                      <a:cubicBezTo>
                        <a:pt x="258286" y="111050"/>
                        <a:pt x="277268" y="130748"/>
                        <a:pt x="295779" y="150885"/>
                      </a:cubicBezTo>
                      <a:close/>
                      <a:moveTo>
                        <a:pt x="46499" y="15218"/>
                      </a:moveTo>
                      <a:cubicBezTo>
                        <a:pt x="69404" y="7155"/>
                        <a:pt x="94234" y="6337"/>
                        <a:pt x="117620" y="12873"/>
                      </a:cubicBezTo>
                      <a:cubicBezTo>
                        <a:pt x="127128" y="15285"/>
                        <a:pt x="136408" y="18517"/>
                        <a:pt x="145357" y="22533"/>
                      </a:cubicBezTo>
                      <a:cubicBezTo>
                        <a:pt x="138404" y="53834"/>
                        <a:pt x="141818" y="86546"/>
                        <a:pt x="155084" y="115737"/>
                      </a:cubicBezTo>
                      <a:cubicBezTo>
                        <a:pt x="150446" y="112366"/>
                        <a:pt x="145835" y="108961"/>
                        <a:pt x="141161" y="105640"/>
                      </a:cubicBezTo>
                      <a:cubicBezTo>
                        <a:pt x="104059" y="77968"/>
                        <a:pt x="65047" y="52954"/>
                        <a:pt x="24417" y="30785"/>
                      </a:cubicBezTo>
                      <a:cubicBezTo>
                        <a:pt x="30468" y="23950"/>
                        <a:pt x="38029" y="18620"/>
                        <a:pt x="46499" y="15218"/>
                      </a:cubicBezTo>
                      <a:close/>
                      <a:moveTo>
                        <a:pt x="9534" y="70848"/>
                      </a:moveTo>
                      <a:cubicBezTo>
                        <a:pt x="9351" y="57312"/>
                        <a:pt x="13854" y="44130"/>
                        <a:pt x="22279" y="33535"/>
                      </a:cubicBezTo>
                      <a:cubicBezTo>
                        <a:pt x="55354" y="56282"/>
                        <a:pt x="89860" y="76851"/>
                        <a:pt x="122561" y="100228"/>
                      </a:cubicBezTo>
                      <a:cubicBezTo>
                        <a:pt x="131362" y="106519"/>
                        <a:pt x="139948" y="113097"/>
                        <a:pt x="148640" y="119535"/>
                      </a:cubicBezTo>
                      <a:cubicBezTo>
                        <a:pt x="128161" y="118695"/>
                        <a:pt x="107649" y="119274"/>
                        <a:pt x="87250" y="121271"/>
                      </a:cubicBezTo>
                      <a:cubicBezTo>
                        <a:pt x="65279" y="122936"/>
                        <a:pt x="43957" y="129486"/>
                        <a:pt x="24840" y="140442"/>
                      </a:cubicBezTo>
                      <a:cubicBezTo>
                        <a:pt x="14269" y="118794"/>
                        <a:pt x="9022" y="94933"/>
                        <a:pt x="9534" y="70848"/>
                      </a:cubicBezTo>
                      <a:close/>
                      <a:moveTo>
                        <a:pt x="56751" y="190112"/>
                      </a:moveTo>
                      <a:cubicBezTo>
                        <a:pt x="44961" y="176128"/>
                        <a:pt x="34886" y="160785"/>
                        <a:pt x="26741" y="144407"/>
                      </a:cubicBezTo>
                      <a:cubicBezTo>
                        <a:pt x="36467" y="139907"/>
                        <a:pt x="46481" y="136057"/>
                        <a:pt x="56717" y="132882"/>
                      </a:cubicBezTo>
                      <a:cubicBezTo>
                        <a:pt x="68277" y="129876"/>
                        <a:pt x="80083" y="127909"/>
                        <a:pt x="91993" y="127005"/>
                      </a:cubicBezTo>
                      <a:cubicBezTo>
                        <a:pt x="114227" y="125703"/>
                        <a:pt x="136519" y="125709"/>
                        <a:pt x="158752" y="127023"/>
                      </a:cubicBezTo>
                      <a:cubicBezTo>
                        <a:pt x="180790" y="143574"/>
                        <a:pt x="202604" y="160423"/>
                        <a:pt x="223927" y="177925"/>
                      </a:cubicBezTo>
                      <a:cubicBezTo>
                        <a:pt x="243555" y="194213"/>
                        <a:pt x="262694" y="211057"/>
                        <a:pt x="281586" y="228171"/>
                      </a:cubicBezTo>
                      <a:cubicBezTo>
                        <a:pt x="258023" y="223790"/>
                        <a:pt x="233906" y="223240"/>
                        <a:pt x="210167" y="226541"/>
                      </a:cubicBezTo>
                      <a:cubicBezTo>
                        <a:pt x="182458" y="229540"/>
                        <a:pt x="155802" y="238839"/>
                        <a:pt x="132239" y="253725"/>
                      </a:cubicBezTo>
                      <a:cubicBezTo>
                        <a:pt x="103836" y="236694"/>
                        <a:pt x="78349" y="215217"/>
                        <a:pt x="56751" y="190112"/>
                      </a:cubicBezTo>
                      <a:close/>
                      <a:moveTo>
                        <a:pt x="135601" y="255858"/>
                      </a:moveTo>
                      <a:cubicBezTo>
                        <a:pt x="158454" y="245034"/>
                        <a:pt x="182595" y="237172"/>
                        <a:pt x="207439" y="232465"/>
                      </a:cubicBezTo>
                      <a:cubicBezTo>
                        <a:pt x="234863" y="228408"/>
                        <a:pt x="262804" y="229534"/>
                        <a:pt x="289812" y="235783"/>
                      </a:cubicBezTo>
                      <a:cubicBezTo>
                        <a:pt x="316537" y="260304"/>
                        <a:pt x="342612" y="285520"/>
                        <a:pt x="367778" y="311646"/>
                      </a:cubicBezTo>
                      <a:cubicBezTo>
                        <a:pt x="339496" y="304509"/>
                        <a:pt x="309515" y="309655"/>
                        <a:pt x="285232" y="325815"/>
                      </a:cubicBezTo>
                      <a:cubicBezTo>
                        <a:pt x="235271" y="304361"/>
                        <a:pt x="182468" y="284309"/>
                        <a:pt x="135601" y="255858"/>
                      </a:cubicBezTo>
                      <a:close/>
                      <a:moveTo>
                        <a:pt x="292492" y="328932"/>
                      </a:moveTo>
                      <a:cubicBezTo>
                        <a:pt x="291419" y="328464"/>
                        <a:pt x="290328" y="328006"/>
                        <a:pt x="289251" y="327541"/>
                      </a:cubicBezTo>
                      <a:cubicBezTo>
                        <a:pt x="302291" y="320577"/>
                        <a:pt x="316465" y="315989"/>
                        <a:pt x="331112" y="313988"/>
                      </a:cubicBezTo>
                      <a:cubicBezTo>
                        <a:pt x="345741" y="312540"/>
                        <a:pt x="360512" y="314178"/>
                        <a:pt x="374469" y="318796"/>
                      </a:cubicBezTo>
                      <a:cubicBezTo>
                        <a:pt x="385351" y="330219"/>
                        <a:pt x="396236" y="341639"/>
                        <a:pt x="406811" y="353354"/>
                      </a:cubicBezTo>
                      <a:cubicBezTo>
                        <a:pt x="414325" y="361630"/>
                        <a:pt x="421823" y="369918"/>
                        <a:pt x="429306" y="378220"/>
                      </a:cubicBezTo>
                      <a:cubicBezTo>
                        <a:pt x="428334" y="377962"/>
                        <a:pt x="427378" y="377661"/>
                        <a:pt x="426381" y="377477"/>
                      </a:cubicBezTo>
                      <a:cubicBezTo>
                        <a:pt x="422821" y="376810"/>
                        <a:pt x="419207" y="376476"/>
                        <a:pt x="415585" y="376477"/>
                      </a:cubicBezTo>
                      <a:cubicBezTo>
                        <a:pt x="409455" y="376460"/>
                        <a:pt x="403363" y="377434"/>
                        <a:pt x="397545" y="379362"/>
                      </a:cubicBezTo>
                      <a:cubicBezTo>
                        <a:pt x="363282" y="360470"/>
                        <a:pt x="327509" y="344173"/>
                        <a:pt x="292492" y="3289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4" name="Google Shape;194;p3"/>
              <p:cNvGrpSpPr/>
              <p:nvPr/>
            </p:nvGrpSpPr>
            <p:grpSpPr>
              <a:xfrm>
                <a:off x="-364236" y="4133311"/>
                <a:ext cx="932412" cy="1453680"/>
                <a:chOff x="-364236" y="4133311"/>
                <a:chExt cx="932412" cy="1453680"/>
              </a:xfrm>
            </p:grpSpPr>
            <p:grpSp>
              <p:nvGrpSpPr>
                <p:cNvPr id="195" name="Google Shape;195;p3"/>
                <p:cNvGrpSpPr/>
                <p:nvPr/>
              </p:nvGrpSpPr>
              <p:grpSpPr>
                <a:xfrm>
                  <a:off x="-355598" y="4142062"/>
                  <a:ext cx="915098" cy="1430192"/>
                  <a:chOff x="-355598" y="4142062"/>
                  <a:chExt cx="915098" cy="1430192"/>
                </a:xfrm>
              </p:grpSpPr>
              <p:sp>
                <p:nvSpPr>
                  <p:cNvPr id="196" name="Google Shape;196;p3"/>
                  <p:cNvSpPr/>
                  <p:nvPr/>
                </p:nvSpPr>
                <p:spPr>
                  <a:xfrm flipH="1">
                    <a:off x="-355598" y="5282538"/>
                    <a:ext cx="118529" cy="289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120" h="166503" extrusionOk="0">
                        <a:moveTo>
                          <a:pt x="39249" y="0"/>
                        </a:moveTo>
                        <a:cubicBezTo>
                          <a:pt x="51977" y="54697"/>
                          <a:pt x="61617" y="110066"/>
                          <a:pt x="68121" y="165846"/>
                        </a:cubicBezTo>
                        <a:lnTo>
                          <a:pt x="62774" y="166503"/>
                        </a:lnTo>
                        <a:cubicBezTo>
                          <a:pt x="61241" y="165885"/>
                          <a:pt x="59642" y="165244"/>
                          <a:pt x="58109" y="164626"/>
                        </a:cubicBezTo>
                        <a:lnTo>
                          <a:pt x="58543" y="163611"/>
                        </a:lnTo>
                        <a:cubicBezTo>
                          <a:pt x="38785" y="139863"/>
                          <a:pt x="19271" y="115910"/>
                          <a:pt x="0" y="91751"/>
                        </a:cubicBezTo>
                        <a:cubicBezTo>
                          <a:pt x="1030" y="67831"/>
                          <a:pt x="7138" y="44404"/>
                          <a:pt x="17918" y="23027"/>
                        </a:cubicBezTo>
                        <a:cubicBezTo>
                          <a:pt x="21984" y="13008"/>
                          <a:pt x="29570" y="4819"/>
                          <a:pt x="3924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" name="Google Shape;197;p3"/>
                  <p:cNvSpPr/>
                  <p:nvPr/>
                </p:nvSpPr>
                <p:spPr>
                  <a:xfrm flipH="1">
                    <a:off x="-305289" y="4956960"/>
                    <a:ext cx="227825" cy="485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934" h="278779" extrusionOk="0">
                        <a:moveTo>
                          <a:pt x="67733" y="0"/>
                        </a:moveTo>
                        <a:cubicBezTo>
                          <a:pt x="95069" y="60046"/>
                          <a:pt x="116244" y="122709"/>
                          <a:pt x="130934" y="187028"/>
                        </a:cubicBezTo>
                        <a:cubicBezTo>
                          <a:pt x="121255" y="191847"/>
                          <a:pt x="113670" y="200036"/>
                          <a:pt x="109604" y="210055"/>
                        </a:cubicBezTo>
                        <a:cubicBezTo>
                          <a:pt x="98823" y="231433"/>
                          <a:pt x="92715" y="254860"/>
                          <a:pt x="91685" y="278779"/>
                        </a:cubicBezTo>
                        <a:cubicBezTo>
                          <a:pt x="60454" y="239633"/>
                          <a:pt x="29892" y="199970"/>
                          <a:pt x="0" y="159789"/>
                        </a:cubicBezTo>
                        <a:cubicBezTo>
                          <a:pt x="1232" y="160227"/>
                          <a:pt x="2418" y="160795"/>
                          <a:pt x="3628" y="161297"/>
                        </a:cubicBezTo>
                        <a:cubicBezTo>
                          <a:pt x="6272" y="130438"/>
                          <a:pt x="12162" y="99942"/>
                          <a:pt x="21199" y="70317"/>
                        </a:cubicBezTo>
                        <a:cubicBezTo>
                          <a:pt x="29812" y="42980"/>
                          <a:pt x="45937" y="18614"/>
                          <a:pt x="67733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8" name="Google Shape;198;p3"/>
                  <p:cNvSpPr/>
                  <p:nvPr/>
                </p:nvSpPr>
                <p:spPr>
                  <a:xfrm flipH="1">
                    <a:off x="-195223" y="4643617"/>
                    <a:ext cx="322584" cy="593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393" h="341296" extrusionOk="0">
                        <a:moveTo>
                          <a:pt x="70024" y="0"/>
                        </a:moveTo>
                        <a:cubicBezTo>
                          <a:pt x="108833" y="45322"/>
                          <a:pt x="142299" y="94958"/>
                          <a:pt x="169762" y="147929"/>
                        </a:cubicBezTo>
                        <a:cubicBezTo>
                          <a:pt x="175214" y="158486"/>
                          <a:pt x="180468" y="169191"/>
                          <a:pt x="185393" y="179999"/>
                        </a:cubicBezTo>
                        <a:cubicBezTo>
                          <a:pt x="163597" y="198612"/>
                          <a:pt x="147473" y="222978"/>
                          <a:pt x="138860" y="250316"/>
                        </a:cubicBezTo>
                        <a:cubicBezTo>
                          <a:pt x="129823" y="279941"/>
                          <a:pt x="123933" y="310436"/>
                          <a:pt x="121288" y="341296"/>
                        </a:cubicBezTo>
                        <a:cubicBezTo>
                          <a:pt x="120079" y="340793"/>
                          <a:pt x="118892" y="340226"/>
                          <a:pt x="117660" y="339788"/>
                        </a:cubicBezTo>
                        <a:cubicBezTo>
                          <a:pt x="77255" y="285548"/>
                          <a:pt x="38035" y="230439"/>
                          <a:pt x="0" y="174461"/>
                        </a:cubicBezTo>
                        <a:cubicBezTo>
                          <a:pt x="582" y="174679"/>
                          <a:pt x="1151" y="174930"/>
                          <a:pt x="1704" y="175212"/>
                        </a:cubicBezTo>
                        <a:cubicBezTo>
                          <a:pt x="3542" y="110771"/>
                          <a:pt x="27600" y="48947"/>
                          <a:pt x="69802" y="21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" name="Google Shape;199;p3"/>
                  <p:cNvSpPr/>
                  <p:nvPr/>
                </p:nvSpPr>
                <p:spPr>
                  <a:xfrm flipH="1">
                    <a:off x="5604" y="4432942"/>
                    <a:ext cx="303341" cy="515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334" h="296234" extrusionOk="0">
                        <a:moveTo>
                          <a:pt x="174335" y="121022"/>
                        </a:moveTo>
                        <a:lnTo>
                          <a:pt x="174113" y="121235"/>
                        </a:lnTo>
                        <a:cubicBezTo>
                          <a:pt x="131910" y="169969"/>
                          <a:pt x="107853" y="231794"/>
                          <a:pt x="106015" y="296234"/>
                        </a:cubicBezTo>
                        <a:cubicBezTo>
                          <a:pt x="105461" y="295952"/>
                          <a:pt x="104892" y="295702"/>
                          <a:pt x="104311" y="295483"/>
                        </a:cubicBezTo>
                        <a:cubicBezTo>
                          <a:pt x="68430" y="242485"/>
                          <a:pt x="33660" y="188762"/>
                          <a:pt x="0" y="134314"/>
                        </a:cubicBezTo>
                        <a:cubicBezTo>
                          <a:pt x="6919" y="86882"/>
                          <a:pt x="15572" y="37657"/>
                          <a:pt x="44657" y="0"/>
                        </a:cubicBezTo>
                        <a:cubicBezTo>
                          <a:pt x="51823" y="5323"/>
                          <a:pt x="58944" y="10774"/>
                          <a:pt x="65888" y="16309"/>
                        </a:cubicBezTo>
                        <a:cubicBezTo>
                          <a:pt x="105354" y="47607"/>
                          <a:pt x="141674" y="82676"/>
                          <a:pt x="174334" y="12102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" name="Google Shape;200;p3"/>
                  <p:cNvSpPr/>
                  <p:nvPr/>
                </p:nvSpPr>
                <p:spPr>
                  <a:xfrm flipH="1">
                    <a:off x="231300" y="4316063"/>
                    <a:ext cx="204264" cy="350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393" h="201455" extrusionOk="0">
                        <a:moveTo>
                          <a:pt x="117394" y="67141"/>
                        </a:moveTo>
                        <a:cubicBezTo>
                          <a:pt x="88308" y="104798"/>
                          <a:pt x="79656" y="154023"/>
                          <a:pt x="72737" y="201455"/>
                        </a:cubicBezTo>
                        <a:cubicBezTo>
                          <a:pt x="59548" y="180188"/>
                          <a:pt x="46529" y="158786"/>
                          <a:pt x="33680" y="137249"/>
                        </a:cubicBezTo>
                        <a:cubicBezTo>
                          <a:pt x="22195" y="117974"/>
                          <a:pt x="10778" y="98505"/>
                          <a:pt x="0" y="78679"/>
                        </a:cubicBezTo>
                        <a:cubicBezTo>
                          <a:pt x="1117" y="79441"/>
                          <a:pt x="2299" y="80226"/>
                          <a:pt x="3416" y="80988"/>
                        </a:cubicBezTo>
                        <a:cubicBezTo>
                          <a:pt x="6506" y="52935"/>
                          <a:pt x="14269" y="25597"/>
                          <a:pt x="26384" y="107"/>
                        </a:cubicBezTo>
                        <a:lnTo>
                          <a:pt x="26495" y="0"/>
                        </a:lnTo>
                        <a:cubicBezTo>
                          <a:pt x="55975" y="23112"/>
                          <a:pt x="87336" y="44627"/>
                          <a:pt x="117394" y="6714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" name="Google Shape;201;p3"/>
                  <p:cNvSpPr/>
                  <p:nvPr/>
                </p:nvSpPr>
                <p:spPr>
                  <a:xfrm flipH="1">
                    <a:off x="389516" y="4154155"/>
                    <a:ext cx="161406" cy="3027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762" h="173996" extrusionOk="0">
                        <a:moveTo>
                          <a:pt x="1633" y="0"/>
                        </a:moveTo>
                        <a:cubicBezTo>
                          <a:pt x="26942" y="35592"/>
                          <a:pt x="57695" y="66978"/>
                          <a:pt x="92762" y="93008"/>
                        </a:cubicBezTo>
                        <a:lnTo>
                          <a:pt x="92651" y="93115"/>
                        </a:lnTo>
                        <a:cubicBezTo>
                          <a:pt x="80537" y="118606"/>
                          <a:pt x="72773" y="145944"/>
                          <a:pt x="69683" y="173997"/>
                        </a:cubicBezTo>
                        <a:cubicBezTo>
                          <a:pt x="68566" y="173234"/>
                          <a:pt x="67384" y="172449"/>
                          <a:pt x="66267" y="171687"/>
                        </a:cubicBezTo>
                        <a:cubicBezTo>
                          <a:pt x="36677" y="117638"/>
                          <a:pt x="11376" y="61387"/>
                          <a:pt x="0" y="110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2" name="Google Shape;202;p3"/>
                  <p:cNvSpPr/>
                  <p:nvPr/>
                </p:nvSpPr>
                <p:spPr>
                  <a:xfrm flipH="1">
                    <a:off x="435623" y="4142062"/>
                    <a:ext cx="123878" cy="3108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94" h="178634" extrusionOk="0">
                        <a:moveTo>
                          <a:pt x="4927" y="8047"/>
                        </a:moveTo>
                        <a:cubicBezTo>
                          <a:pt x="16304" y="68334"/>
                          <a:pt x="41605" y="124585"/>
                          <a:pt x="71195" y="178634"/>
                        </a:cubicBezTo>
                        <a:cubicBezTo>
                          <a:pt x="51571" y="166040"/>
                          <a:pt x="29406" y="157939"/>
                          <a:pt x="6285" y="154913"/>
                        </a:cubicBezTo>
                        <a:lnTo>
                          <a:pt x="5915" y="154927"/>
                        </a:lnTo>
                        <a:cubicBezTo>
                          <a:pt x="-327" y="103528"/>
                          <a:pt x="-1632" y="51649"/>
                          <a:pt x="2016" y="0"/>
                        </a:cubicBezTo>
                        <a:cubicBezTo>
                          <a:pt x="3516" y="2358"/>
                          <a:pt x="5038" y="4652"/>
                          <a:pt x="6561" y="6946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3" name="Google Shape;203;p3"/>
                  <p:cNvSpPr/>
                  <p:nvPr/>
                </p:nvSpPr>
                <p:spPr>
                  <a:xfrm flipH="1">
                    <a:off x="309055" y="4411734"/>
                    <a:ext cx="240148" cy="2651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016" h="152378" extrusionOk="0">
                        <a:moveTo>
                          <a:pt x="138016" y="146497"/>
                        </a:moveTo>
                        <a:cubicBezTo>
                          <a:pt x="137672" y="148494"/>
                          <a:pt x="137352" y="150425"/>
                          <a:pt x="137095" y="152379"/>
                        </a:cubicBezTo>
                        <a:cubicBezTo>
                          <a:pt x="105330" y="130643"/>
                          <a:pt x="67403" y="119728"/>
                          <a:pt x="28944" y="121255"/>
                        </a:cubicBezTo>
                        <a:lnTo>
                          <a:pt x="24237" y="122577"/>
                        </a:lnTo>
                        <a:cubicBezTo>
                          <a:pt x="13049" y="82400"/>
                          <a:pt x="4947" y="41427"/>
                          <a:pt x="0" y="15"/>
                        </a:cubicBezTo>
                        <a:lnTo>
                          <a:pt x="370" y="0"/>
                        </a:lnTo>
                        <a:cubicBezTo>
                          <a:pt x="23491" y="3026"/>
                          <a:pt x="45656" y="11127"/>
                          <a:pt x="65280" y="23721"/>
                        </a:cubicBezTo>
                        <a:cubicBezTo>
                          <a:pt x="76058" y="43548"/>
                          <a:pt x="87474" y="63017"/>
                          <a:pt x="98960" y="82292"/>
                        </a:cubicBezTo>
                        <a:cubicBezTo>
                          <a:pt x="111773" y="103791"/>
                          <a:pt x="124792" y="125193"/>
                          <a:pt x="138016" y="14649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" name="Google Shape;204;p3"/>
                  <p:cNvSpPr/>
                  <p:nvPr/>
                </p:nvSpPr>
                <p:spPr>
                  <a:xfrm flipH="1">
                    <a:off x="127537" y="4622571"/>
                    <a:ext cx="379475" cy="324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089" h="186551" extrusionOk="0">
                        <a:moveTo>
                          <a:pt x="218090" y="186551"/>
                        </a:moveTo>
                        <a:cubicBezTo>
                          <a:pt x="168876" y="163562"/>
                          <a:pt x="115741" y="150135"/>
                          <a:pt x="61513" y="146986"/>
                        </a:cubicBezTo>
                        <a:lnTo>
                          <a:pt x="56697" y="149439"/>
                        </a:lnTo>
                        <a:cubicBezTo>
                          <a:pt x="33105" y="102042"/>
                          <a:pt x="14119" y="52490"/>
                          <a:pt x="0" y="1463"/>
                        </a:cubicBezTo>
                        <a:lnTo>
                          <a:pt x="4707" y="141"/>
                        </a:lnTo>
                        <a:cubicBezTo>
                          <a:pt x="43166" y="-1386"/>
                          <a:pt x="81093" y="9528"/>
                          <a:pt x="112858" y="31264"/>
                        </a:cubicBezTo>
                        <a:cubicBezTo>
                          <a:pt x="113114" y="29310"/>
                          <a:pt x="113435" y="27379"/>
                          <a:pt x="113779" y="25383"/>
                        </a:cubicBezTo>
                        <a:cubicBezTo>
                          <a:pt x="147388" y="79837"/>
                          <a:pt x="182158" y="133560"/>
                          <a:pt x="218090" y="18655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5" name="Google Shape;205;p3"/>
                  <p:cNvSpPr/>
                  <p:nvPr/>
                </p:nvSpPr>
                <p:spPr>
                  <a:xfrm flipH="1">
                    <a:off x="-77241" y="4878444"/>
                    <a:ext cx="485552" cy="3565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9053" h="204892" extrusionOk="0">
                        <a:moveTo>
                          <a:pt x="279053" y="204893"/>
                        </a:moveTo>
                        <a:cubicBezTo>
                          <a:pt x="228394" y="183135"/>
                          <a:pt x="173277" y="173767"/>
                          <a:pt x="118274" y="177567"/>
                        </a:cubicBezTo>
                        <a:cubicBezTo>
                          <a:pt x="89250" y="144822"/>
                          <a:pt x="62935" y="109773"/>
                          <a:pt x="39589" y="72765"/>
                        </a:cubicBezTo>
                        <a:cubicBezTo>
                          <a:pt x="25255" y="49994"/>
                          <a:pt x="12059" y="26557"/>
                          <a:pt x="0" y="2453"/>
                        </a:cubicBezTo>
                        <a:lnTo>
                          <a:pt x="4816" y="0"/>
                        </a:lnTo>
                        <a:cubicBezTo>
                          <a:pt x="59044" y="3149"/>
                          <a:pt x="112178" y="16576"/>
                          <a:pt x="161392" y="39565"/>
                        </a:cubicBezTo>
                        <a:cubicBezTo>
                          <a:pt x="199370" y="95499"/>
                          <a:pt x="238590" y="150609"/>
                          <a:pt x="279053" y="20489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6" name="Google Shape;206;p3"/>
                  <p:cNvSpPr/>
                  <p:nvPr/>
                </p:nvSpPr>
                <p:spPr>
                  <a:xfrm flipH="1">
                    <a:off x="-236867" y="5186117"/>
                    <a:ext cx="439287" cy="258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464" h="148729" extrusionOk="0">
                        <a:moveTo>
                          <a:pt x="252412" y="148730"/>
                        </a:moveTo>
                        <a:cubicBezTo>
                          <a:pt x="218445" y="136621"/>
                          <a:pt x="182783" y="129939"/>
                          <a:pt x="146737" y="128931"/>
                        </a:cubicBezTo>
                        <a:lnTo>
                          <a:pt x="145550" y="130627"/>
                        </a:lnTo>
                        <a:cubicBezTo>
                          <a:pt x="92134" y="93189"/>
                          <a:pt x="43285" y="49625"/>
                          <a:pt x="0" y="825"/>
                        </a:cubicBezTo>
                        <a:cubicBezTo>
                          <a:pt x="55003" y="-2975"/>
                          <a:pt x="110120" y="6392"/>
                          <a:pt x="160779" y="28151"/>
                        </a:cubicBezTo>
                        <a:cubicBezTo>
                          <a:pt x="190620" y="68337"/>
                          <a:pt x="221182" y="108000"/>
                          <a:pt x="252464" y="147141"/>
                        </a:cubicBezTo>
                        <a:cubicBezTo>
                          <a:pt x="252433" y="147641"/>
                          <a:pt x="252443" y="148229"/>
                          <a:pt x="252412" y="14873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7" name="Google Shape;207;p3"/>
                  <p:cNvSpPr/>
                  <p:nvPr/>
                </p:nvSpPr>
                <p:spPr>
                  <a:xfrm flipH="1">
                    <a:off x="-338847" y="5410558"/>
                    <a:ext cx="287893" cy="158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456" h="91084" extrusionOk="0">
                        <a:moveTo>
                          <a:pt x="106861" y="19799"/>
                        </a:moveTo>
                        <a:cubicBezTo>
                          <a:pt x="106893" y="19298"/>
                          <a:pt x="106883" y="18711"/>
                          <a:pt x="106914" y="18210"/>
                        </a:cubicBezTo>
                        <a:cubicBezTo>
                          <a:pt x="126163" y="42362"/>
                          <a:pt x="145677" y="66315"/>
                          <a:pt x="165457" y="90070"/>
                        </a:cubicBezTo>
                        <a:lnTo>
                          <a:pt x="165023" y="91085"/>
                        </a:lnTo>
                        <a:cubicBezTo>
                          <a:pt x="106779" y="67695"/>
                          <a:pt x="51410" y="37703"/>
                          <a:pt x="0" y="1697"/>
                        </a:cubicBezTo>
                        <a:lnTo>
                          <a:pt x="1187" y="0"/>
                        </a:lnTo>
                        <a:cubicBezTo>
                          <a:pt x="37233" y="1009"/>
                          <a:pt x="72895" y="7690"/>
                          <a:pt x="106861" y="1979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8" name="Google Shape;208;p3"/>
                <p:cNvSpPr/>
                <p:nvPr/>
              </p:nvSpPr>
              <p:spPr>
                <a:xfrm flipH="1">
                  <a:off x="-364236" y="4133311"/>
                  <a:ext cx="932412" cy="1453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869" h="835448" extrusionOk="0">
                      <a:moveTo>
                        <a:pt x="506918" y="660818"/>
                      </a:moveTo>
                      <a:cubicBezTo>
                        <a:pt x="507022" y="660796"/>
                        <a:pt x="507107" y="660741"/>
                        <a:pt x="507211" y="660721"/>
                      </a:cubicBezTo>
                      <a:cubicBezTo>
                        <a:pt x="509659" y="660239"/>
                        <a:pt x="508617" y="656527"/>
                        <a:pt x="506182" y="656987"/>
                      </a:cubicBezTo>
                      <a:lnTo>
                        <a:pt x="506043" y="657030"/>
                      </a:lnTo>
                      <a:cubicBezTo>
                        <a:pt x="491429" y="593469"/>
                        <a:pt x="470525" y="531520"/>
                        <a:pt x="443640" y="472100"/>
                      </a:cubicBezTo>
                      <a:cubicBezTo>
                        <a:pt x="444307" y="471598"/>
                        <a:pt x="444901" y="471045"/>
                        <a:pt x="445583" y="470554"/>
                      </a:cubicBezTo>
                      <a:cubicBezTo>
                        <a:pt x="447751" y="468991"/>
                        <a:pt x="445672" y="465356"/>
                        <a:pt x="443467" y="466932"/>
                      </a:cubicBezTo>
                      <a:cubicBezTo>
                        <a:pt x="442888" y="467346"/>
                        <a:pt x="442384" y="467811"/>
                        <a:pt x="441815" y="468232"/>
                      </a:cubicBezTo>
                      <a:cubicBezTo>
                        <a:pt x="435786" y="455306"/>
                        <a:pt x="429503" y="442487"/>
                        <a:pt x="422768" y="429872"/>
                      </a:cubicBezTo>
                      <a:cubicBezTo>
                        <a:pt x="392227" y="372796"/>
                        <a:pt x="354772" y="319699"/>
                        <a:pt x="311248" y="271781"/>
                      </a:cubicBezTo>
                      <a:cubicBezTo>
                        <a:pt x="267788" y="225206"/>
                        <a:pt x="219601" y="183276"/>
                        <a:pt x="167466" y="146668"/>
                      </a:cubicBezTo>
                      <a:cubicBezTo>
                        <a:pt x="110021" y="105039"/>
                        <a:pt x="50192" y="63219"/>
                        <a:pt x="11393" y="2417"/>
                      </a:cubicBezTo>
                      <a:cubicBezTo>
                        <a:pt x="9885" y="7"/>
                        <a:pt x="6710" y="-723"/>
                        <a:pt x="4301" y="785"/>
                      </a:cubicBezTo>
                      <a:cubicBezTo>
                        <a:pt x="2844" y="1696"/>
                        <a:pt x="1939" y="3274"/>
                        <a:pt x="1887" y="4992"/>
                      </a:cubicBezTo>
                      <a:cubicBezTo>
                        <a:pt x="-7725" y="147733"/>
                        <a:pt x="19502" y="290549"/>
                        <a:pt x="80956" y="419742"/>
                      </a:cubicBezTo>
                      <a:cubicBezTo>
                        <a:pt x="138585" y="539942"/>
                        <a:pt x="224582" y="644323"/>
                        <a:pt x="331534" y="723888"/>
                      </a:cubicBezTo>
                      <a:cubicBezTo>
                        <a:pt x="390353" y="768296"/>
                        <a:pt x="455481" y="803661"/>
                        <a:pt x="524758" y="828809"/>
                      </a:cubicBezTo>
                      <a:cubicBezTo>
                        <a:pt x="525354" y="829024"/>
                        <a:pt x="526019" y="828914"/>
                        <a:pt x="526513" y="828517"/>
                      </a:cubicBezTo>
                      <a:cubicBezTo>
                        <a:pt x="526615" y="829402"/>
                        <a:pt x="526741" y="830282"/>
                        <a:pt x="526840" y="831167"/>
                      </a:cubicBezTo>
                      <a:cubicBezTo>
                        <a:pt x="527539" y="836820"/>
                        <a:pt x="536501" y="836932"/>
                        <a:pt x="535834" y="831167"/>
                      </a:cubicBezTo>
                      <a:cubicBezTo>
                        <a:pt x="529435" y="773881"/>
                        <a:pt x="519780" y="717006"/>
                        <a:pt x="506918" y="660818"/>
                      </a:cubicBezTo>
                      <a:close/>
                      <a:moveTo>
                        <a:pt x="479871" y="596298"/>
                      </a:moveTo>
                      <a:cubicBezTo>
                        <a:pt x="486060" y="617616"/>
                        <a:pt x="491722" y="639068"/>
                        <a:pt x="496857" y="660653"/>
                      </a:cubicBezTo>
                      <a:cubicBezTo>
                        <a:pt x="485668" y="667240"/>
                        <a:pt x="479042" y="680534"/>
                        <a:pt x="474072" y="692225"/>
                      </a:cubicBezTo>
                      <a:cubicBezTo>
                        <a:pt x="467060" y="709024"/>
                        <a:pt x="462741" y="726823"/>
                        <a:pt x="461271" y="744967"/>
                      </a:cubicBezTo>
                      <a:cubicBezTo>
                        <a:pt x="432521" y="708588"/>
                        <a:pt x="404314" y="671792"/>
                        <a:pt x="376652" y="634580"/>
                      </a:cubicBezTo>
                      <a:cubicBezTo>
                        <a:pt x="376658" y="634526"/>
                        <a:pt x="376692" y="634479"/>
                        <a:pt x="376694" y="634425"/>
                      </a:cubicBezTo>
                      <a:cubicBezTo>
                        <a:pt x="383451" y="579533"/>
                        <a:pt x="392338" y="517434"/>
                        <a:pt x="435331" y="478877"/>
                      </a:cubicBezTo>
                      <a:cubicBezTo>
                        <a:pt x="452913" y="516924"/>
                        <a:pt x="467796" y="556161"/>
                        <a:pt x="479871" y="596298"/>
                      </a:cubicBezTo>
                      <a:close/>
                      <a:moveTo>
                        <a:pt x="513781" y="819180"/>
                      </a:moveTo>
                      <a:cubicBezTo>
                        <a:pt x="461697" y="796173"/>
                        <a:pt x="411952" y="768200"/>
                        <a:pt x="365234" y="735649"/>
                      </a:cubicBezTo>
                      <a:cubicBezTo>
                        <a:pt x="380672" y="737210"/>
                        <a:pt x="396065" y="738548"/>
                        <a:pt x="411365" y="741512"/>
                      </a:cubicBezTo>
                      <a:cubicBezTo>
                        <a:pt x="428344" y="744846"/>
                        <a:pt x="445057" y="749415"/>
                        <a:pt x="461370" y="755184"/>
                      </a:cubicBezTo>
                      <a:cubicBezTo>
                        <a:pt x="478633" y="776680"/>
                        <a:pt x="496103" y="798012"/>
                        <a:pt x="513781" y="819180"/>
                      </a:cubicBezTo>
                      <a:close/>
                      <a:moveTo>
                        <a:pt x="214377" y="602848"/>
                      </a:moveTo>
                      <a:cubicBezTo>
                        <a:pt x="167957" y="550096"/>
                        <a:pt x="128523" y="491586"/>
                        <a:pt x="97046" y="428762"/>
                      </a:cubicBezTo>
                      <a:cubicBezTo>
                        <a:pt x="109396" y="431817"/>
                        <a:pt x="122620" y="432146"/>
                        <a:pt x="135183" y="434112"/>
                      </a:cubicBezTo>
                      <a:cubicBezTo>
                        <a:pt x="148704" y="436228"/>
                        <a:pt x="162114" y="438944"/>
                        <a:pt x="175414" y="442261"/>
                      </a:cubicBezTo>
                      <a:cubicBezTo>
                        <a:pt x="201125" y="448789"/>
                        <a:pt x="226182" y="457665"/>
                        <a:pt x="250270" y="468776"/>
                      </a:cubicBezTo>
                      <a:cubicBezTo>
                        <a:pt x="286627" y="522381"/>
                        <a:pt x="324141" y="575206"/>
                        <a:pt x="362815" y="627252"/>
                      </a:cubicBezTo>
                      <a:cubicBezTo>
                        <a:pt x="316301" y="607900"/>
                        <a:pt x="265824" y="599990"/>
                        <a:pt x="215621" y="604186"/>
                      </a:cubicBezTo>
                      <a:cubicBezTo>
                        <a:pt x="215211" y="603735"/>
                        <a:pt x="214786" y="603300"/>
                        <a:pt x="214377" y="602848"/>
                      </a:cubicBezTo>
                      <a:close/>
                      <a:moveTo>
                        <a:pt x="433436" y="474906"/>
                      </a:moveTo>
                      <a:cubicBezTo>
                        <a:pt x="389734" y="513161"/>
                        <a:pt x="379736" y="573906"/>
                        <a:pt x="372884" y="629535"/>
                      </a:cubicBezTo>
                      <a:cubicBezTo>
                        <a:pt x="345964" y="593394"/>
                        <a:pt x="319373" y="557005"/>
                        <a:pt x="293550" y="520051"/>
                      </a:cubicBezTo>
                      <a:cubicBezTo>
                        <a:pt x="281331" y="502565"/>
                        <a:pt x="269227" y="484989"/>
                        <a:pt x="257238" y="467321"/>
                      </a:cubicBezTo>
                      <a:cubicBezTo>
                        <a:pt x="258344" y="435904"/>
                        <a:pt x="264684" y="404890"/>
                        <a:pt x="275997" y="375559"/>
                      </a:cubicBezTo>
                      <a:cubicBezTo>
                        <a:pt x="287437" y="347978"/>
                        <a:pt x="302615" y="322101"/>
                        <a:pt x="321104" y="298655"/>
                      </a:cubicBezTo>
                      <a:cubicBezTo>
                        <a:pt x="366089" y="352245"/>
                        <a:pt x="403855" y="411500"/>
                        <a:pt x="433436" y="474906"/>
                      </a:cubicBezTo>
                      <a:close/>
                      <a:moveTo>
                        <a:pt x="318669" y="295769"/>
                      </a:moveTo>
                      <a:cubicBezTo>
                        <a:pt x="278246" y="339630"/>
                        <a:pt x="256293" y="402054"/>
                        <a:pt x="252992" y="461066"/>
                      </a:cubicBezTo>
                      <a:cubicBezTo>
                        <a:pt x="218018" y="409518"/>
                        <a:pt x="184102" y="357254"/>
                        <a:pt x="151243" y="304273"/>
                      </a:cubicBezTo>
                      <a:cubicBezTo>
                        <a:pt x="157737" y="260257"/>
                        <a:pt x="165771" y="214539"/>
                        <a:pt x="191386" y="177466"/>
                      </a:cubicBezTo>
                      <a:cubicBezTo>
                        <a:pt x="221961" y="200245"/>
                        <a:pt x="250963" y="225063"/>
                        <a:pt x="278193" y="251750"/>
                      </a:cubicBezTo>
                      <a:cubicBezTo>
                        <a:pt x="292346" y="265915"/>
                        <a:pt x="305784" y="280639"/>
                        <a:pt x="318669" y="295769"/>
                      </a:cubicBezTo>
                      <a:close/>
                      <a:moveTo>
                        <a:pt x="39718" y="279681"/>
                      </a:moveTo>
                      <a:cubicBezTo>
                        <a:pt x="29097" y="241230"/>
                        <a:pt x="21299" y="202055"/>
                        <a:pt x="16389" y="162469"/>
                      </a:cubicBezTo>
                      <a:cubicBezTo>
                        <a:pt x="26271" y="164758"/>
                        <a:pt x="36065" y="167413"/>
                        <a:pt x="45684" y="170639"/>
                      </a:cubicBezTo>
                      <a:cubicBezTo>
                        <a:pt x="55152" y="174296"/>
                        <a:pt x="64247" y="178854"/>
                        <a:pt x="72843" y="184251"/>
                      </a:cubicBezTo>
                      <a:cubicBezTo>
                        <a:pt x="95767" y="226593"/>
                        <a:pt x="120732" y="267900"/>
                        <a:pt x="146235" y="308794"/>
                      </a:cubicBezTo>
                      <a:cubicBezTo>
                        <a:pt x="115666" y="288924"/>
                        <a:pt x="76472" y="275884"/>
                        <a:pt x="39847" y="279621"/>
                      </a:cubicBezTo>
                      <a:cubicBezTo>
                        <a:pt x="39796" y="279623"/>
                        <a:pt x="39768" y="279674"/>
                        <a:pt x="39718" y="279681"/>
                      </a:cubicBezTo>
                      <a:close/>
                      <a:moveTo>
                        <a:pt x="10895" y="26449"/>
                      </a:moveTo>
                      <a:cubicBezTo>
                        <a:pt x="20615" y="79230"/>
                        <a:pt x="43821" y="129894"/>
                        <a:pt x="68954" y="176968"/>
                      </a:cubicBezTo>
                      <a:cubicBezTo>
                        <a:pt x="62054" y="173128"/>
                        <a:pt x="54884" y="169794"/>
                        <a:pt x="47501" y="166993"/>
                      </a:cubicBezTo>
                      <a:cubicBezTo>
                        <a:pt x="37437" y="162864"/>
                        <a:pt x="26825" y="160225"/>
                        <a:pt x="15999" y="159160"/>
                      </a:cubicBezTo>
                      <a:cubicBezTo>
                        <a:pt x="10706" y="115134"/>
                        <a:pt x="8999" y="70751"/>
                        <a:pt x="10895" y="26449"/>
                      </a:cubicBezTo>
                      <a:close/>
                      <a:moveTo>
                        <a:pt x="189288" y="175849"/>
                      </a:moveTo>
                      <a:cubicBezTo>
                        <a:pt x="163522" y="211835"/>
                        <a:pt x="154490" y="255653"/>
                        <a:pt x="147935" y="298922"/>
                      </a:cubicBezTo>
                      <a:cubicBezTo>
                        <a:pt x="128661" y="267635"/>
                        <a:pt x="109833" y="236093"/>
                        <a:pt x="91452" y="204298"/>
                      </a:cubicBezTo>
                      <a:cubicBezTo>
                        <a:pt x="88066" y="198528"/>
                        <a:pt x="84796" y="192693"/>
                        <a:pt x="81535" y="186853"/>
                      </a:cubicBezTo>
                      <a:cubicBezTo>
                        <a:pt x="81686" y="186583"/>
                        <a:pt x="81788" y="186288"/>
                        <a:pt x="81839" y="185983"/>
                      </a:cubicBezTo>
                      <a:cubicBezTo>
                        <a:pt x="84924" y="160141"/>
                        <a:pt x="91932" y="134922"/>
                        <a:pt x="102621" y="111193"/>
                      </a:cubicBezTo>
                      <a:cubicBezTo>
                        <a:pt x="111878" y="118420"/>
                        <a:pt x="121231" y="125508"/>
                        <a:pt x="130680" y="132457"/>
                      </a:cubicBezTo>
                      <a:cubicBezTo>
                        <a:pt x="150334" y="146893"/>
                        <a:pt x="169980" y="161182"/>
                        <a:pt x="189288" y="175849"/>
                      </a:cubicBezTo>
                      <a:close/>
                      <a:moveTo>
                        <a:pt x="98596" y="108059"/>
                      </a:moveTo>
                      <a:cubicBezTo>
                        <a:pt x="88207" y="131129"/>
                        <a:pt x="81294" y="155613"/>
                        <a:pt x="78084" y="180710"/>
                      </a:cubicBezTo>
                      <a:cubicBezTo>
                        <a:pt x="65880" y="158468"/>
                        <a:pt x="54582" y="135760"/>
                        <a:pt x="44189" y="112586"/>
                      </a:cubicBezTo>
                      <a:cubicBezTo>
                        <a:pt x="32033" y="84027"/>
                        <a:pt x="22054" y="54589"/>
                        <a:pt x="14340" y="24524"/>
                      </a:cubicBezTo>
                      <a:cubicBezTo>
                        <a:pt x="38605" y="55975"/>
                        <a:pt x="66937" y="84066"/>
                        <a:pt x="98596" y="108059"/>
                      </a:cubicBezTo>
                      <a:close/>
                      <a:moveTo>
                        <a:pt x="40550" y="282750"/>
                      </a:moveTo>
                      <a:cubicBezTo>
                        <a:pt x="59231" y="282839"/>
                        <a:pt x="77827" y="285254"/>
                        <a:pt x="95911" y="289941"/>
                      </a:cubicBezTo>
                      <a:cubicBezTo>
                        <a:pt x="114091" y="295267"/>
                        <a:pt x="131322" y="303414"/>
                        <a:pt x="146976" y="314084"/>
                      </a:cubicBezTo>
                      <a:cubicBezTo>
                        <a:pt x="147753" y="314491"/>
                        <a:pt x="148707" y="314333"/>
                        <a:pt x="149311" y="313696"/>
                      </a:cubicBezTo>
                      <a:cubicBezTo>
                        <a:pt x="155670" y="323868"/>
                        <a:pt x="162043" y="334026"/>
                        <a:pt x="168431" y="344170"/>
                      </a:cubicBezTo>
                      <a:cubicBezTo>
                        <a:pt x="193443" y="383809"/>
                        <a:pt x="219272" y="422898"/>
                        <a:pt x="245497" y="461722"/>
                      </a:cubicBezTo>
                      <a:cubicBezTo>
                        <a:pt x="223765" y="452172"/>
                        <a:pt x="201297" y="444395"/>
                        <a:pt x="178312" y="438468"/>
                      </a:cubicBezTo>
                      <a:cubicBezTo>
                        <a:pt x="164464" y="434935"/>
                        <a:pt x="150440" y="432131"/>
                        <a:pt x="136298" y="430066"/>
                      </a:cubicBezTo>
                      <a:cubicBezTo>
                        <a:pt x="123267" y="427440"/>
                        <a:pt x="109946" y="426539"/>
                        <a:pt x="96680" y="427386"/>
                      </a:cubicBezTo>
                      <a:cubicBezTo>
                        <a:pt x="96564" y="427401"/>
                        <a:pt x="96553" y="427531"/>
                        <a:pt x="96464" y="427591"/>
                      </a:cubicBezTo>
                      <a:cubicBezTo>
                        <a:pt x="73283" y="381190"/>
                        <a:pt x="54560" y="332692"/>
                        <a:pt x="40550" y="282750"/>
                      </a:cubicBezTo>
                      <a:close/>
                      <a:moveTo>
                        <a:pt x="217664" y="606386"/>
                      </a:moveTo>
                      <a:cubicBezTo>
                        <a:pt x="242840" y="606368"/>
                        <a:pt x="267981" y="608234"/>
                        <a:pt x="292878" y="611967"/>
                      </a:cubicBezTo>
                      <a:cubicBezTo>
                        <a:pt x="318632" y="616538"/>
                        <a:pt x="343795" y="623969"/>
                        <a:pt x="367901" y="634122"/>
                      </a:cubicBezTo>
                      <a:cubicBezTo>
                        <a:pt x="374211" y="642579"/>
                        <a:pt x="380363" y="651141"/>
                        <a:pt x="386734" y="659557"/>
                      </a:cubicBezTo>
                      <a:cubicBezTo>
                        <a:pt x="409628" y="689816"/>
                        <a:pt x="432936" y="719746"/>
                        <a:pt x="456657" y="749348"/>
                      </a:cubicBezTo>
                      <a:cubicBezTo>
                        <a:pt x="425909" y="738426"/>
                        <a:pt x="393535" y="732783"/>
                        <a:pt x="360905" y="732658"/>
                      </a:cubicBezTo>
                      <a:cubicBezTo>
                        <a:pt x="308750" y="695849"/>
                        <a:pt x="260724" y="653512"/>
                        <a:pt x="217664" y="606386"/>
                      </a:cubicBezTo>
                      <a:close/>
                      <a:moveTo>
                        <a:pt x="523696" y="823537"/>
                      </a:moveTo>
                      <a:cubicBezTo>
                        <a:pt x="523688" y="822921"/>
                        <a:pt x="523472" y="822326"/>
                        <a:pt x="523084" y="821848"/>
                      </a:cubicBezTo>
                      <a:cubicBezTo>
                        <a:pt x="503466" y="797878"/>
                        <a:pt x="484043" y="773754"/>
                        <a:pt x="464816" y="749474"/>
                      </a:cubicBezTo>
                      <a:cubicBezTo>
                        <a:pt x="465805" y="732489"/>
                        <a:pt x="469339" y="715748"/>
                        <a:pt x="475301" y="699813"/>
                      </a:cubicBezTo>
                      <a:cubicBezTo>
                        <a:pt x="479897" y="687706"/>
                        <a:pt x="486330" y="672258"/>
                        <a:pt x="497816" y="664761"/>
                      </a:cubicBezTo>
                      <a:cubicBezTo>
                        <a:pt x="510283" y="717441"/>
                        <a:pt x="519701" y="770796"/>
                        <a:pt x="526025" y="824560"/>
                      </a:cubicBezTo>
                      <a:cubicBezTo>
                        <a:pt x="525244" y="824230"/>
                        <a:pt x="524476" y="823870"/>
                        <a:pt x="523696" y="82353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09" name="Google Shape;209;p3"/>
          <p:cNvSpPr txBox="1">
            <a:spLocks noGrp="1"/>
          </p:cNvSpPr>
          <p:nvPr>
            <p:ph type="title"/>
          </p:nvPr>
        </p:nvSpPr>
        <p:spPr>
          <a:xfrm>
            <a:off x="4867950" y="1746355"/>
            <a:ext cx="3180000" cy="14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0" name="Google Shape;210;p3"/>
          <p:cNvSpPr txBox="1">
            <a:spLocks noGrp="1"/>
          </p:cNvSpPr>
          <p:nvPr>
            <p:ph type="title" idx="2" hasCustomPrompt="1"/>
          </p:nvPr>
        </p:nvSpPr>
        <p:spPr>
          <a:xfrm>
            <a:off x="6816550" y="831905"/>
            <a:ext cx="1231500" cy="95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7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1" name="Google Shape;211;p3"/>
          <p:cNvSpPr txBox="1">
            <a:spLocks noGrp="1"/>
          </p:cNvSpPr>
          <p:nvPr>
            <p:ph type="subTitle" idx="1"/>
          </p:nvPr>
        </p:nvSpPr>
        <p:spPr>
          <a:xfrm>
            <a:off x="5822050" y="3172305"/>
            <a:ext cx="22260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7"/>
          <p:cNvGrpSpPr/>
          <p:nvPr/>
        </p:nvGrpSpPr>
        <p:grpSpPr>
          <a:xfrm>
            <a:off x="-1023863" y="-438451"/>
            <a:ext cx="10638957" cy="6112874"/>
            <a:chOff x="-1023863" y="-438451"/>
            <a:chExt cx="10638957" cy="6112874"/>
          </a:xfrm>
        </p:grpSpPr>
        <p:sp>
          <p:nvSpPr>
            <p:cNvPr id="424" name="Google Shape;424;p7"/>
            <p:cNvSpPr/>
            <p:nvPr/>
          </p:nvSpPr>
          <p:spPr>
            <a:xfrm>
              <a:off x="-1023863" y="3674410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7308413" y="-438451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426" name="Google Shape;426;p7"/>
          <p:cNvGrpSpPr/>
          <p:nvPr/>
        </p:nvGrpSpPr>
        <p:grpSpPr>
          <a:xfrm>
            <a:off x="-511942" y="903935"/>
            <a:ext cx="9781639" cy="2483548"/>
            <a:chOff x="-511942" y="903935"/>
            <a:chExt cx="9781639" cy="2483548"/>
          </a:xfrm>
        </p:grpSpPr>
        <p:grpSp>
          <p:nvGrpSpPr>
            <p:cNvPr id="427" name="Google Shape;427;p7"/>
            <p:cNvGrpSpPr/>
            <p:nvPr/>
          </p:nvGrpSpPr>
          <p:grpSpPr>
            <a:xfrm>
              <a:off x="-511942" y="903935"/>
              <a:ext cx="1166447" cy="549813"/>
              <a:chOff x="4496533" y="-114840"/>
              <a:chExt cx="1166447" cy="549813"/>
            </a:xfrm>
          </p:grpSpPr>
          <p:sp>
            <p:nvSpPr>
              <p:cNvPr id="428" name="Google Shape;428;p7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7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7"/>
            <p:cNvGrpSpPr/>
            <p:nvPr/>
          </p:nvGrpSpPr>
          <p:grpSpPr>
            <a:xfrm>
              <a:off x="8483510" y="2969320"/>
              <a:ext cx="786187" cy="418163"/>
              <a:chOff x="8037685" y="2312945"/>
              <a:chExt cx="786187" cy="418163"/>
            </a:xfrm>
          </p:grpSpPr>
          <p:sp>
            <p:nvSpPr>
              <p:cNvPr id="431" name="Google Shape;431;p7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7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3" name="Google Shape;433;p7"/>
          <p:cNvGrpSpPr/>
          <p:nvPr/>
        </p:nvGrpSpPr>
        <p:grpSpPr>
          <a:xfrm>
            <a:off x="2716833" y="1732772"/>
            <a:ext cx="6311947" cy="3268145"/>
            <a:chOff x="2716833" y="1732772"/>
            <a:chExt cx="6311947" cy="3268145"/>
          </a:xfrm>
        </p:grpSpPr>
        <p:grpSp>
          <p:nvGrpSpPr>
            <p:cNvPr id="434" name="Google Shape;434;p7"/>
            <p:cNvGrpSpPr/>
            <p:nvPr/>
          </p:nvGrpSpPr>
          <p:grpSpPr>
            <a:xfrm>
              <a:off x="8390657" y="1732772"/>
              <a:ext cx="638124" cy="347759"/>
              <a:chOff x="482844" y="1192072"/>
              <a:chExt cx="638124" cy="347759"/>
            </a:xfrm>
          </p:grpSpPr>
          <p:sp>
            <p:nvSpPr>
              <p:cNvPr id="435" name="Google Shape;435;p7"/>
              <p:cNvSpPr/>
              <p:nvPr/>
            </p:nvSpPr>
            <p:spPr>
              <a:xfrm>
                <a:off x="9077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7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7"/>
            <p:cNvGrpSpPr/>
            <p:nvPr/>
          </p:nvGrpSpPr>
          <p:grpSpPr>
            <a:xfrm>
              <a:off x="2716833" y="4552488"/>
              <a:ext cx="940207" cy="448429"/>
              <a:chOff x="1155133" y="2916238"/>
              <a:chExt cx="940207" cy="448429"/>
            </a:xfrm>
          </p:grpSpPr>
          <p:sp>
            <p:nvSpPr>
              <p:cNvPr id="438" name="Google Shape;438;p7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19691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0" name="Google Shape;440;p7"/>
          <p:cNvGrpSpPr/>
          <p:nvPr/>
        </p:nvGrpSpPr>
        <p:grpSpPr>
          <a:xfrm>
            <a:off x="7562443" y="3852375"/>
            <a:ext cx="2414231" cy="1765600"/>
            <a:chOff x="7562443" y="3852375"/>
            <a:chExt cx="2414231" cy="1765600"/>
          </a:xfrm>
        </p:grpSpPr>
        <p:grpSp>
          <p:nvGrpSpPr>
            <p:cNvPr id="441" name="Google Shape;441;p7"/>
            <p:cNvGrpSpPr/>
            <p:nvPr/>
          </p:nvGrpSpPr>
          <p:grpSpPr>
            <a:xfrm rot="-3063123">
              <a:off x="8398581" y="4408297"/>
              <a:ext cx="1683792" cy="532248"/>
              <a:chOff x="-214172" y="5156855"/>
              <a:chExt cx="1683830" cy="532260"/>
            </a:xfrm>
          </p:grpSpPr>
          <p:sp>
            <p:nvSpPr>
              <p:cNvPr id="442" name="Google Shape;442;p7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7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7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7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7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7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7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7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7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7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7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7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7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7"/>
            <p:cNvGrpSpPr/>
            <p:nvPr/>
          </p:nvGrpSpPr>
          <p:grpSpPr>
            <a:xfrm rot="-6665632">
              <a:off x="7758786" y="4450571"/>
              <a:ext cx="944511" cy="1068895"/>
              <a:chOff x="-294374" y="3862138"/>
              <a:chExt cx="944503" cy="1068886"/>
            </a:xfrm>
          </p:grpSpPr>
          <p:grpSp>
            <p:nvGrpSpPr>
              <p:cNvPr id="456" name="Google Shape;456;p7"/>
              <p:cNvGrpSpPr/>
              <p:nvPr/>
            </p:nvGrpSpPr>
            <p:grpSpPr>
              <a:xfrm>
                <a:off x="-286470" y="3869088"/>
                <a:ext cx="928273" cy="1055381"/>
                <a:chOff x="-286470" y="3869088"/>
                <a:chExt cx="928273" cy="1055381"/>
              </a:xfrm>
            </p:grpSpPr>
            <p:sp>
              <p:nvSpPr>
                <p:cNvPr id="457" name="Google Shape;457;p7"/>
                <p:cNvSpPr/>
                <p:nvPr/>
              </p:nvSpPr>
              <p:spPr>
                <a:xfrm>
                  <a:off x="-139129" y="4787956"/>
                  <a:ext cx="346519" cy="136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8" h="79484" extrusionOk="0">
                      <a:moveTo>
                        <a:pt x="1045" y="74404"/>
                      </a:moveTo>
                      <a:cubicBezTo>
                        <a:pt x="6595" y="53342"/>
                        <a:pt x="12871" y="32500"/>
                        <a:pt x="19875" y="11878"/>
                      </a:cubicBezTo>
                      <a:cubicBezTo>
                        <a:pt x="79078" y="-4635"/>
                        <a:pt x="141762" y="-3917"/>
                        <a:pt x="200571" y="13949"/>
                      </a:cubicBezTo>
                      <a:lnTo>
                        <a:pt x="201759" y="13983"/>
                      </a:lnTo>
                      <a:cubicBezTo>
                        <a:pt x="201679" y="16589"/>
                        <a:pt x="201217" y="19170"/>
                        <a:pt x="200386" y="21641"/>
                      </a:cubicBezTo>
                      <a:cubicBezTo>
                        <a:pt x="196092" y="34599"/>
                        <a:pt x="182452" y="41761"/>
                        <a:pt x="169783" y="46944"/>
                      </a:cubicBezTo>
                      <a:cubicBezTo>
                        <a:pt x="115927" y="69010"/>
                        <a:pt x="58198" y="80067"/>
                        <a:pt x="0" y="79461"/>
                      </a:cubicBezTo>
                      <a:lnTo>
                        <a:pt x="783" y="75335"/>
                      </a:lnTo>
                      <a:cubicBezTo>
                        <a:pt x="853" y="74997"/>
                        <a:pt x="975" y="74742"/>
                        <a:pt x="1045" y="744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7"/>
                <p:cNvSpPr/>
                <p:nvPr/>
              </p:nvSpPr>
              <p:spPr>
                <a:xfrm>
                  <a:off x="-286470" y="4456966"/>
                  <a:ext cx="181485" cy="458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68" h="267131" extrusionOk="0">
                      <a:moveTo>
                        <a:pt x="37011" y="1908"/>
                      </a:moveTo>
                      <a:cubicBezTo>
                        <a:pt x="69605" y="65793"/>
                        <a:pt x="92256" y="134279"/>
                        <a:pt x="104180" y="205001"/>
                      </a:cubicBezTo>
                      <a:cubicBezTo>
                        <a:pt x="104694" y="204896"/>
                        <a:pt x="105155" y="204710"/>
                        <a:pt x="105668" y="204605"/>
                      </a:cubicBezTo>
                      <a:cubicBezTo>
                        <a:pt x="98663" y="225226"/>
                        <a:pt x="92387" y="246068"/>
                        <a:pt x="86838" y="267131"/>
                      </a:cubicBezTo>
                      <a:cubicBezTo>
                        <a:pt x="75140" y="247564"/>
                        <a:pt x="63495" y="228077"/>
                        <a:pt x="51796" y="208509"/>
                      </a:cubicBezTo>
                      <a:cubicBezTo>
                        <a:pt x="26009" y="165295"/>
                        <a:pt x="-638" y="119092"/>
                        <a:pt x="12" y="68691"/>
                      </a:cubicBezTo>
                      <a:cubicBezTo>
                        <a:pt x="368" y="44868"/>
                        <a:pt x="8117" y="19621"/>
                        <a:pt x="27108" y="5273"/>
                      </a:cubicBezTo>
                      <a:cubicBezTo>
                        <a:pt x="29934" y="3140"/>
                        <a:pt x="33016" y="1369"/>
                        <a:pt x="362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7"/>
                <p:cNvSpPr/>
                <p:nvPr/>
              </p:nvSpPr>
              <p:spPr>
                <a:xfrm>
                  <a:off x="-224163" y="4118728"/>
                  <a:ext cx="230877" cy="69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26" h="401947" extrusionOk="0">
                      <a:moveTo>
                        <a:pt x="133048" y="251018"/>
                      </a:moveTo>
                      <a:cubicBezTo>
                        <a:pt x="133480" y="250967"/>
                        <a:pt x="133993" y="250862"/>
                        <a:pt x="134426" y="250811"/>
                      </a:cubicBezTo>
                      <a:cubicBezTo>
                        <a:pt x="108656" y="299193"/>
                        <a:pt x="86903" y="349609"/>
                        <a:pt x="69388" y="401552"/>
                      </a:cubicBezTo>
                      <a:cubicBezTo>
                        <a:pt x="68874" y="401657"/>
                        <a:pt x="68413" y="401843"/>
                        <a:pt x="67900" y="401948"/>
                      </a:cubicBezTo>
                      <a:cubicBezTo>
                        <a:pt x="55975" y="331227"/>
                        <a:pt x="33325" y="262740"/>
                        <a:pt x="731" y="198855"/>
                      </a:cubicBezTo>
                      <a:lnTo>
                        <a:pt x="0" y="196947"/>
                      </a:lnTo>
                      <a:cubicBezTo>
                        <a:pt x="18748" y="188874"/>
                        <a:pt x="43237" y="192812"/>
                        <a:pt x="53545" y="210265"/>
                      </a:cubicBezTo>
                      <a:cubicBezTo>
                        <a:pt x="44823" y="138905"/>
                        <a:pt x="54587" y="66501"/>
                        <a:pt x="81900" y="0"/>
                      </a:cubicBezTo>
                      <a:cubicBezTo>
                        <a:pt x="120498" y="76788"/>
                        <a:pt x="127163" y="165249"/>
                        <a:pt x="133048" y="2510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7"/>
                <p:cNvSpPr/>
                <p:nvPr/>
              </p:nvSpPr>
              <p:spPr>
                <a:xfrm>
                  <a:off x="-83506" y="3969226"/>
                  <a:ext cx="243710" cy="580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98" h="338069" extrusionOk="0">
                      <a:moveTo>
                        <a:pt x="137415" y="202611"/>
                      </a:moveTo>
                      <a:cubicBezTo>
                        <a:pt x="137780" y="202546"/>
                        <a:pt x="138227" y="202428"/>
                        <a:pt x="138591" y="202363"/>
                      </a:cubicBezTo>
                      <a:cubicBezTo>
                        <a:pt x="106381" y="245194"/>
                        <a:pt x="77603" y="290501"/>
                        <a:pt x="52526" y="337863"/>
                      </a:cubicBezTo>
                      <a:cubicBezTo>
                        <a:pt x="52093" y="337914"/>
                        <a:pt x="51579" y="338019"/>
                        <a:pt x="51147" y="338070"/>
                      </a:cubicBezTo>
                      <a:cubicBezTo>
                        <a:pt x="45262" y="252300"/>
                        <a:pt x="38597" y="163839"/>
                        <a:pt x="0" y="87052"/>
                      </a:cubicBezTo>
                      <a:cubicBezTo>
                        <a:pt x="1701" y="82905"/>
                        <a:pt x="3455" y="78840"/>
                        <a:pt x="5276" y="74788"/>
                      </a:cubicBezTo>
                      <a:cubicBezTo>
                        <a:pt x="12000" y="59942"/>
                        <a:pt x="23704" y="43104"/>
                        <a:pt x="39930" y="45193"/>
                      </a:cubicBezTo>
                      <a:cubicBezTo>
                        <a:pt x="46910" y="46633"/>
                        <a:pt x="53289" y="50157"/>
                        <a:pt x="58223" y="55300"/>
                      </a:cubicBezTo>
                      <a:cubicBezTo>
                        <a:pt x="72549" y="68235"/>
                        <a:pt x="84103" y="83942"/>
                        <a:pt x="92185" y="101470"/>
                      </a:cubicBezTo>
                      <a:cubicBezTo>
                        <a:pt x="94985" y="65396"/>
                        <a:pt x="106579" y="30558"/>
                        <a:pt x="125953" y="0"/>
                      </a:cubicBezTo>
                      <a:lnTo>
                        <a:pt x="127445" y="941"/>
                      </a:lnTo>
                      <a:cubicBezTo>
                        <a:pt x="142415" y="67081"/>
                        <a:pt x="145788" y="135317"/>
                        <a:pt x="137415" y="2026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7"/>
                <p:cNvSpPr/>
                <p:nvPr/>
              </p:nvSpPr>
              <p:spPr>
                <a:xfrm>
                  <a:off x="132806" y="3869088"/>
                  <a:ext cx="199453" cy="44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30" h="260918" extrusionOk="0">
                      <a:moveTo>
                        <a:pt x="103348" y="58165"/>
                      </a:moveTo>
                      <a:cubicBezTo>
                        <a:pt x="107092" y="55354"/>
                        <a:pt x="110957" y="52639"/>
                        <a:pt x="114914" y="50153"/>
                      </a:cubicBezTo>
                      <a:lnTo>
                        <a:pt x="116130" y="52092"/>
                      </a:lnTo>
                      <a:cubicBezTo>
                        <a:pt x="114036" y="90106"/>
                        <a:pt x="106217" y="127587"/>
                        <a:pt x="92937" y="163267"/>
                      </a:cubicBezTo>
                      <a:cubicBezTo>
                        <a:pt x="94114" y="163018"/>
                        <a:pt x="95222" y="162755"/>
                        <a:pt x="96412" y="162439"/>
                      </a:cubicBezTo>
                      <a:cubicBezTo>
                        <a:pt x="66452" y="193391"/>
                        <a:pt x="38472" y="226200"/>
                        <a:pt x="12638" y="260670"/>
                      </a:cubicBezTo>
                      <a:cubicBezTo>
                        <a:pt x="12274" y="260735"/>
                        <a:pt x="11828" y="260853"/>
                        <a:pt x="11462" y="260918"/>
                      </a:cubicBezTo>
                      <a:cubicBezTo>
                        <a:pt x="19835" y="193625"/>
                        <a:pt x="16462" y="125388"/>
                        <a:pt x="1492" y="59248"/>
                      </a:cubicBezTo>
                      <a:lnTo>
                        <a:pt x="0" y="58307"/>
                      </a:lnTo>
                      <a:cubicBezTo>
                        <a:pt x="9497" y="43189"/>
                        <a:pt x="20842" y="29314"/>
                        <a:pt x="33771" y="17003"/>
                      </a:cubicBezTo>
                      <a:cubicBezTo>
                        <a:pt x="43496" y="7697"/>
                        <a:pt x="55661" y="-1174"/>
                        <a:pt x="69098" y="128"/>
                      </a:cubicBezTo>
                      <a:cubicBezTo>
                        <a:pt x="81425" y="2256"/>
                        <a:pt x="91754" y="10649"/>
                        <a:pt x="96358" y="22280"/>
                      </a:cubicBezTo>
                      <a:cubicBezTo>
                        <a:pt x="100767" y="33741"/>
                        <a:pt x="103134" y="45886"/>
                        <a:pt x="103348" y="581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7"/>
                <p:cNvSpPr/>
                <p:nvPr/>
              </p:nvSpPr>
              <p:spPr>
                <a:xfrm>
                  <a:off x="292414" y="3893575"/>
                  <a:ext cx="188849" cy="25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56" h="149010" extrusionOk="0">
                      <a:moveTo>
                        <a:pt x="109520" y="14"/>
                      </a:moveTo>
                      <a:cubicBezTo>
                        <a:pt x="111717" y="23350"/>
                        <a:pt x="105569" y="46709"/>
                        <a:pt x="92167" y="65938"/>
                      </a:cubicBezTo>
                      <a:cubicBezTo>
                        <a:pt x="92680" y="65834"/>
                        <a:pt x="93261" y="65743"/>
                        <a:pt x="93775" y="65638"/>
                      </a:cubicBezTo>
                      <a:cubicBezTo>
                        <a:pt x="62022" y="91288"/>
                        <a:pt x="31866" y="118854"/>
                        <a:pt x="3475" y="148182"/>
                      </a:cubicBezTo>
                      <a:cubicBezTo>
                        <a:pt x="2285" y="148498"/>
                        <a:pt x="1176" y="148761"/>
                        <a:pt x="0" y="149010"/>
                      </a:cubicBezTo>
                      <a:cubicBezTo>
                        <a:pt x="13279" y="113329"/>
                        <a:pt x="21098" y="75849"/>
                        <a:pt x="23193" y="37835"/>
                      </a:cubicBezTo>
                      <a:lnTo>
                        <a:pt x="21978" y="35896"/>
                      </a:lnTo>
                      <a:cubicBezTo>
                        <a:pt x="45356" y="20407"/>
                        <a:pt x="71216" y="9041"/>
                        <a:pt x="98436" y="2291"/>
                      </a:cubicBezTo>
                      <a:cubicBezTo>
                        <a:pt x="101992" y="1410"/>
                        <a:pt x="105736" y="638"/>
                        <a:pt x="1094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7"/>
                <p:cNvSpPr/>
                <p:nvPr/>
              </p:nvSpPr>
              <p:spPr>
                <a:xfrm>
                  <a:off x="450701" y="3890690"/>
                  <a:ext cx="125742" cy="116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2" h="67617" extrusionOk="0">
                      <a:moveTo>
                        <a:pt x="73213" y="11976"/>
                      </a:moveTo>
                      <a:lnTo>
                        <a:pt x="71312" y="15730"/>
                      </a:lnTo>
                      <a:cubicBezTo>
                        <a:pt x="47315" y="31855"/>
                        <a:pt x="23999" y="49104"/>
                        <a:pt x="1608" y="67318"/>
                      </a:cubicBezTo>
                      <a:cubicBezTo>
                        <a:pt x="1095" y="67422"/>
                        <a:pt x="514" y="67513"/>
                        <a:pt x="0" y="67618"/>
                      </a:cubicBezTo>
                      <a:cubicBezTo>
                        <a:pt x="13402" y="48388"/>
                        <a:pt x="19551" y="25029"/>
                        <a:pt x="17353" y="1693"/>
                      </a:cubicBezTo>
                      <a:cubicBezTo>
                        <a:pt x="37178" y="-1728"/>
                        <a:pt x="58270" y="-742"/>
                        <a:pt x="73213" y="119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7"/>
                <p:cNvSpPr/>
                <p:nvPr/>
              </p:nvSpPr>
              <p:spPr>
                <a:xfrm>
                  <a:off x="453463" y="3911257"/>
                  <a:ext cx="151252" cy="101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65" h="59064" extrusionOk="0">
                      <a:moveTo>
                        <a:pt x="69704" y="3754"/>
                      </a:moveTo>
                      <a:lnTo>
                        <a:pt x="71605" y="0"/>
                      </a:lnTo>
                      <a:cubicBezTo>
                        <a:pt x="87902" y="13982"/>
                        <a:pt x="91270" y="38153"/>
                        <a:pt x="85330" y="59065"/>
                      </a:cubicBezTo>
                      <a:lnTo>
                        <a:pt x="78701" y="57132"/>
                      </a:lnTo>
                      <a:cubicBezTo>
                        <a:pt x="52916" y="50773"/>
                        <a:pt x="26048" y="50162"/>
                        <a:pt x="0" y="55342"/>
                      </a:cubicBezTo>
                      <a:cubicBezTo>
                        <a:pt x="22391" y="37128"/>
                        <a:pt x="45707" y="19879"/>
                        <a:pt x="69704" y="37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7"/>
                <p:cNvSpPr/>
                <p:nvPr/>
              </p:nvSpPr>
              <p:spPr>
                <a:xfrm>
                  <a:off x="154510" y="4122614"/>
                  <a:ext cx="487293" cy="246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22" h="143612" extrusionOk="0">
                      <a:moveTo>
                        <a:pt x="83774" y="14817"/>
                      </a:moveTo>
                      <a:cubicBezTo>
                        <a:pt x="123100" y="5798"/>
                        <a:pt x="163288" y="-2974"/>
                        <a:pt x="203450" y="971"/>
                      </a:cubicBezTo>
                      <a:lnTo>
                        <a:pt x="206685" y="1640"/>
                      </a:lnTo>
                      <a:cubicBezTo>
                        <a:pt x="206250" y="2041"/>
                        <a:pt x="205830" y="2377"/>
                        <a:pt x="205395" y="2778"/>
                      </a:cubicBezTo>
                      <a:cubicBezTo>
                        <a:pt x="207178" y="2655"/>
                        <a:pt x="208961" y="2532"/>
                        <a:pt x="210783" y="2556"/>
                      </a:cubicBezTo>
                      <a:cubicBezTo>
                        <a:pt x="233077" y="2515"/>
                        <a:pt x="254347" y="11917"/>
                        <a:pt x="269322" y="28434"/>
                      </a:cubicBezTo>
                      <a:cubicBezTo>
                        <a:pt x="279656" y="39110"/>
                        <a:pt x="284838" y="53750"/>
                        <a:pt x="283521" y="68550"/>
                      </a:cubicBezTo>
                      <a:cubicBezTo>
                        <a:pt x="281248" y="83964"/>
                        <a:pt x="269709" y="96268"/>
                        <a:pt x="257899" y="106478"/>
                      </a:cubicBezTo>
                      <a:cubicBezTo>
                        <a:pt x="241187" y="120928"/>
                        <a:pt x="222855" y="133389"/>
                        <a:pt x="203271" y="143612"/>
                      </a:cubicBezTo>
                      <a:lnTo>
                        <a:pt x="201818" y="140782"/>
                      </a:lnTo>
                      <a:cubicBezTo>
                        <a:pt x="140209" y="107142"/>
                        <a:pt x="68399" y="97274"/>
                        <a:pt x="0" y="113049"/>
                      </a:cubicBezTo>
                      <a:cubicBezTo>
                        <a:pt x="25834" y="78578"/>
                        <a:pt x="53814" y="45769"/>
                        <a:pt x="83774" y="1481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7"/>
                <p:cNvSpPr/>
                <p:nvPr/>
              </p:nvSpPr>
              <p:spPr>
                <a:xfrm>
                  <a:off x="298382" y="4000327"/>
                  <a:ext cx="301643" cy="147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29" h="86022" extrusionOk="0">
                      <a:moveTo>
                        <a:pt x="169001" y="5269"/>
                      </a:moveTo>
                      <a:lnTo>
                        <a:pt x="175630" y="7202"/>
                      </a:lnTo>
                      <a:cubicBezTo>
                        <a:pt x="174600" y="10873"/>
                        <a:pt x="173272" y="14454"/>
                        <a:pt x="171659" y="17908"/>
                      </a:cubicBezTo>
                      <a:cubicBezTo>
                        <a:pt x="161202" y="40276"/>
                        <a:pt x="141940" y="56958"/>
                        <a:pt x="122911" y="72845"/>
                      </a:cubicBezTo>
                      <a:lnTo>
                        <a:pt x="119676" y="72176"/>
                      </a:lnTo>
                      <a:cubicBezTo>
                        <a:pt x="79515" y="68231"/>
                        <a:pt x="39327" y="77003"/>
                        <a:pt x="0" y="86022"/>
                      </a:cubicBezTo>
                      <a:cubicBezTo>
                        <a:pt x="28391" y="56694"/>
                        <a:pt x="58547" y="29128"/>
                        <a:pt x="90300" y="3479"/>
                      </a:cubicBezTo>
                      <a:cubicBezTo>
                        <a:pt x="116348" y="-1701"/>
                        <a:pt x="143216" y="-1090"/>
                        <a:pt x="169001" y="5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7"/>
                <p:cNvSpPr/>
                <p:nvPr/>
              </p:nvSpPr>
              <p:spPr>
                <a:xfrm>
                  <a:off x="6700" y="4304169"/>
                  <a:ext cx="496935" cy="312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36" h="181996" extrusionOk="0">
                      <a:moveTo>
                        <a:pt x="86066" y="7333"/>
                      </a:moveTo>
                      <a:cubicBezTo>
                        <a:pt x="154465" y="-8441"/>
                        <a:pt x="226275" y="1427"/>
                        <a:pt x="287884" y="35066"/>
                      </a:cubicBezTo>
                      <a:lnTo>
                        <a:pt x="289337" y="37897"/>
                      </a:lnTo>
                      <a:cubicBezTo>
                        <a:pt x="256979" y="54910"/>
                        <a:pt x="221683" y="65621"/>
                        <a:pt x="185327" y="69461"/>
                      </a:cubicBezTo>
                      <a:cubicBezTo>
                        <a:pt x="208714" y="77760"/>
                        <a:pt x="231251" y="88280"/>
                        <a:pt x="252633" y="100875"/>
                      </a:cubicBezTo>
                      <a:cubicBezTo>
                        <a:pt x="265663" y="108559"/>
                        <a:pt x="279355" y="118488"/>
                        <a:pt x="282620" y="133291"/>
                      </a:cubicBezTo>
                      <a:cubicBezTo>
                        <a:pt x="286923" y="152595"/>
                        <a:pt x="272073" y="169696"/>
                        <a:pt x="255754" y="181997"/>
                      </a:cubicBezTo>
                      <a:lnTo>
                        <a:pt x="254536" y="180409"/>
                      </a:lnTo>
                      <a:cubicBezTo>
                        <a:pt x="175302" y="142893"/>
                        <a:pt x="86694" y="129812"/>
                        <a:pt x="0" y="142833"/>
                      </a:cubicBezTo>
                      <a:cubicBezTo>
                        <a:pt x="25077" y="95471"/>
                        <a:pt x="53855" y="50164"/>
                        <a:pt x="86066" y="73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7"/>
                <p:cNvSpPr/>
                <p:nvPr/>
              </p:nvSpPr>
              <p:spPr>
                <a:xfrm>
                  <a:off x="-104998" y="4541060"/>
                  <a:ext cx="550960" cy="27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792" h="157743" extrusionOk="0">
                      <a:moveTo>
                        <a:pt x="314446" y="48583"/>
                      </a:moveTo>
                      <a:cubicBezTo>
                        <a:pt x="263821" y="82376"/>
                        <a:pt x="206337" y="104530"/>
                        <a:pt x="146128" y="113453"/>
                      </a:cubicBezTo>
                      <a:cubicBezTo>
                        <a:pt x="162975" y="123753"/>
                        <a:pt x="182272" y="139549"/>
                        <a:pt x="181884" y="157743"/>
                      </a:cubicBezTo>
                      <a:lnTo>
                        <a:pt x="180696" y="157709"/>
                      </a:lnTo>
                      <a:cubicBezTo>
                        <a:pt x="121887" y="139844"/>
                        <a:pt x="59203" y="139125"/>
                        <a:pt x="0" y="155639"/>
                      </a:cubicBezTo>
                      <a:cubicBezTo>
                        <a:pt x="17515" y="103696"/>
                        <a:pt x="39268" y="53279"/>
                        <a:pt x="65039" y="4898"/>
                      </a:cubicBezTo>
                      <a:cubicBezTo>
                        <a:pt x="151733" y="-8123"/>
                        <a:pt x="240341" y="4958"/>
                        <a:pt x="319574" y="42474"/>
                      </a:cubicBezTo>
                      <a:lnTo>
                        <a:pt x="320793" y="44061"/>
                      </a:lnTo>
                      <a:cubicBezTo>
                        <a:pt x="318703" y="45668"/>
                        <a:pt x="316561" y="47193"/>
                        <a:pt x="314446" y="485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7"/>
              <p:cNvSpPr/>
              <p:nvPr/>
            </p:nvSpPr>
            <p:spPr>
              <a:xfrm>
                <a:off x="-294374" y="3862138"/>
                <a:ext cx="944503" cy="1068886"/>
              </a:xfrm>
              <a:custGeom>
                <a:avLst/>
                <a:gdLst/>
                <a:ahLst/>
                <a:cxnLst/>
                <a:rect l="l" t="t" r="r" b="b"/>
                <a:pathLst>
                  <a:path w="549929" h="622350" extrusionOk="0">
                    <a:moveTo>
                      <a:pt x="538841" y="182607"/>
                    </a:moveTo>
                    <a:cubicBezTo>
                      <a:pt x="524670" y="163792"/>
                      <a:pt x="503181" y="151875"/>
                      <a:pt x="479717" y="149819"/>
                    </a:cubicBezTo>
                    <a:cubicBezTo>
                      <a:pt x="498340" y="133741"/>
                      <a:pt x="516540" y="115771"/>
                      <a:pt x="524408" y="92080"/>
                    </a:cubicBezTo>
                    <a:cubicBezTo>
                      <a:pt x="531856" y="69654"/>
                      <a:pt x="529066" y="41554"/>
                      <a:pt x="510187" y="25476"/>
                    </a:cubicBezTo>
                    <a:cubicBezTo>
                      <a:pt x="489717" y="8045"/>
                      <a:pt x="459931" y="11029"/>
                      <a:pt x="435752" y="17375"/>
                    </a:cubicBezTo>
                    <a:cubicBezTo>
                      <a:pt x="407023" y="25034"/>
                      <a:pt x="379869" y="37699"/>
                      <a:pt x="355539" y="54790"/>
                    </a:cubicBezTo>
                    <a:cubicBezTo>
                      <a:pt x="353468" y="34386"/>
                      <a:pt x="348404" y="11853"/>
                      <a:pt x="327966" y="2766"/>
                    </a:cubicBezTo>
                    <a:cubicBezTo>
                      <a:pt x="305085" y="-7407"/>
                      <a:pt x="284122" y="12617"/>
                      <a:pt x="269835" y="28153"/>
                    </a:cubicBezTo>
                    <a:cubicBezTo>
                      <a:pt x="238775" y="62262"/>
                      <a:pt x="218800" y="104994"/>
                      <a:pt x="212549" y="150700"/>
                    </a:cubicBezTo>
                    <a:cubicBezTo>
                      <a:pt x="207031" y="141053"/>
                      <a:pt x="200454" y="132051"/>
                      <a:pt x="192941" y="123863"/>
                    </a:cubicBezTo>
                    <a:cubicBezTo>
                      <a:pt x="184502" y="114757"/>
                      <a:pt x="173603" y="103496"/>
                      <a:pt x="160192" y="103400"/>
                    </a:cubicBezTo>
                    <a:cubicBezTo>
                      <a:pt x="134256" y="103213"/>
                      <a:pt x="122917" y="137915"/>
                      <a:pt x="115512" y="157139"/>
                    </a:cubicBezTo>
                    <a:cubicBezTo>
                      <a:pt x="92297" y="218250"/>
                      <a:pt x="83468" y="283887"/>
                      <a:pt x="89709" y="348962"/>
                    </a:cubicBezTo>
                    <a:cubicBezTo>
                      <a:pt x="79176" y="339964"/>
                      <a:pt x="65072" y="336346"/>
                      <a:pt x="51508" y="339163"/>
                    </a:cubicBezTo>
                    <a:cubicBezTo>
                      <a:pt x="31431" y="343329"/>
                      <a:pt x="14949" y="357604"/>
                      <a:pt x="7958" y="376880"/>
                    </a:cubicBezTo>
                    <a:cubicBezTo>
                      <a:pt x="-12502" y="425840"/>
                      <a:pt x="10226" y="481530"/>
                      <a:pt x="34005" y="524792"/>
                    </a:cubicBezTo>
                    <a:cubicBezTo>
                      <a:pt x="50959" y="555636"/>
                      <a:pt x="69894" y="585456"/>
                      <a:pt x="88464" y="615343"/>
                    </a:cubicBezTo>
                    <a:lnTo>
                      <a:pt x="88553" y="615436"/>
                    </a:lnTo>
                    <a:cubicBezTo>
                      <a:pt x="87415" y="616117"/>
                      <a:pt x="86731" y="617358"/>
                      <a:pt x="86763" y="618684"/>
                    </a:cubicBezTo>
                    <a:cubicBezTo>
                      <a:pt x="86831" y="620644"/>
                      <a:pt x="88404" y="622217"/>
                      <a:pt x="90364" y="622285"/>
                    </a:cubicBezTo>
                    <a:cubicBezTo>
                      <a:pt x="147757" y="623288"/>
                      <a:pt x="204779" y="612893"/>
                      <a:pt x="258126" y="591701"/>
                    </a:cubicBezTo>
                    <a:cubicBezTo>
                      <a:pt x="275361" y="584789"/>
                      <a:pt x="296522" y="574437"/>
                      <a:pt x="296652" y="552854"/>
                    </a:cubicBezTo>
                    <a:cubicBezTo>
                      <a:pt x="296758" y="535010"/>
                      <a:pt x="282637" y="521266"/>
                      <a:pt x="268359" y="511190"/>
                    </a:cubicBezTo>
                    <a:cubicBezTo>
                      <a:pt x="299063" y="505810"/>
                      <a:pt x="329070" y="497021"/>
                      <a:pt x="357824" y="484986"/>
                    </a:cubicBezTo>
                    <a:cubicBezTo>
                      <a:pt x="386974" y="472690"/>
                      <a:pt x="418416" y="457480"/>
                      <a:pt x="442110" y="436093"/>
                    </a:cubicBezTo>
                    <a:cubicBezTo>
                      <a:pt x="462661" y="417544"/>
                      <a:pt x="471841" y="390170"/>
                      <a:pt x="449831" y="368583"/>
                    </a:cubicBezTo>
                    <a:cubicBezTo>
                      <a:pt x="438375" y="358561"/>
                      <a:pt x="425518" y="350263"/>
                      <a:pt x="411668" y="343950"/>
                    </a:cubicBezTo>
                    <a:cubicBezTo>
                      <a:pt x="401076" y="338457"/>
                      <a:pt x="390173" y="333624"/>
                      <a:pt x="379141" y="329095"/>
                    </a:cubicBezTo>
                    <a:cubicBezTo>
                      <a:pt x="435301" y="319841"/>
                      <a:pt x="487493" y="294258"/>
                      <a:pt x="529207" y="255535"/>
                    </a:cubicBezTo>
                    <a:cubicBezTo>
                      <a:pt x="539447" y="246652"/>
                      <a:pt x="546572" y="234722"/>
                      <a:pt x="549537" y="221494"/>
                    </a:cubicBezTo>
                    <a:cubicBezTo>
                      <a:pt x="551233" y="207628"/>
                      <a:pt x="547389" y="193654"/>
                      <a:pt x="538841" y="182607"/>
                    </a:cubicBezTo>
                    <a:close/>
                    <a:moveTo>
                      <a:pt x="465249" y="149385"/>
                    </a:moveTo>
                    <a:cubicBezTo>
                      <a:pt x="465117" y="149336"/>
                      <a:pt x="464983" y="149295"/>
                      <a:pt x="464846" y="149264"/>
                    </a:cubicBezTo>
                    <a:cubicBezTo>
                      <a:pt x="428856" y="145844"/>
                      <a:pt x="393064" y="152122"/>
                      <a:pt x="357942" y="159843"/>
                    </a:cubicBezTo>
                    <a:cubicBezTo>
                      <a:pt x="366010" y="151748"/>
                      <a:pt x="374165" y="143734"/>
                      <a:pt x="382510" y="135898"/>
                    </a:cubicBezTo>
                    <a:cubicBezTo>
                      <a:pt x="400915" y="118672"/>
                      <a:pt x="419959" y="102184"/>
                      <a:pt x="439641" y="86436"/>
                    </a:cubicBezTo>
                    <a:cubicBezTo>
                      <a:pt x="464106" y="82169"/>
                      <a:pt x="489185" y="82943"/>
                      <a:pt x="513340" y="88711"/>
                    </a:cubicBezTo>
                    <a:cubicBezTo>
                      <a:pt x="514053" y="88891"/>
                      <a:pt x="514808" y="88792"/>
                      <a:pt x="515450" y="88434"/>
                    </a:cubicBezTo>
                    <a:cubicBezTo>
                      <a:pt x="515060" y="89661"/>
                      <a:pt x="514758" y="90939"/>
                      <a:pt x="514304" y="92123"/>
                    </a:cubicBezTo>
                    <a:cubicBezTo>
                      <a:pt x="505145" y="115980"/>
                      <a:pt x="484380" y="133374"/>
                      <a:pt x="465249" y="149385"/>
                    </a:cubicBezTo>
                    <a:close/>
                    <a:moveTo>
                      <a:pt x="516785" y="84140"/>
                    </a:moveTo>
                    <a:cubicBezTo>
                      <a:pt x="516402" y="83452"/>
                      <a:pt x="515740" y="82964"/>
                      <a:pt x="514969" y="82800"/>
                    </a:cubicBezTo>
                    <a:cubicBezTo>
                      <a:pt x="493576" y="77564"/>
                      <a:pt x="471426" y="76159"/>
                      <a:pt x="449543" y="78648"/>
                    </a:cubicBezTo>
                    <a:cubicBezTo>
                      <a:pt x="468372" y="63904"/>
                      <a:pt x="487652" y="49729"/>
                      <a:pt x="507504" y="36360"/>
                    </a:cubicBezTo>
                    <a:cubicBezTo>
                      <a:pt x="507671" y="36248"/>
                      <a:pt x="507743" y="36094"/>
                      <a:pt x="507887" y="35972"/>
                    </a:cubicBezTo>
                    <a:cubicBezTo>
                      <a:pt x="518308" y="49716"/>
                      <a:pt x="521607" y="67581"/>
                      <a:pt x="516785" y="84141"/>
                    </a:cubicBezTo>
                    <a:close/>
                    <a:moveTo>
                      <a:pt x="500184" y="29001"/>
                    </a:moveTo>
                    <a:cubicBezTo>
                      <a:pt x="500465" y="29188"/>
                      <a:pt x="500659" y="29442"/>
                      <a:pt x="500933" y="29634"/>
                    </a:cubicBezTo>
                    <a:cubicBezTo>
                      <a:pt x="481916" y="42612"/>
                      <a:pt x="463385" y="56184"/>
                      <a:pt x="445341" y="70351"/>
                    </a:cubicBezTo>
                    <a:cubicBezTo>
                      <a:pt x="447935" y="64652"/>
                      <a:pt x="449981" y="58721"/>
                      <a:pt x="451451" y="52635"/>
                    </a:cubicBezTo>
                    <a:cubicBezTo>
                      <a:pt x="454219" y="42683"/>
                      <a:pt x="454843" y="32258"/>
                      <a:pt x="453284" y="22047"/>
                    </a:cubicBezTo>
                    <a:cubicBezTo>
                      <a:pt x="469233" y="18311"/>
                      <a:pt x="486006" y="20798"/>
                      <a:pt x="500184" y="29001"/>
                    </a:cubicBezTo>
                    <a:close/>
                    <a:moveTo>
                      <a:pt x="449376" y="22735"/>
                    </a:moveTo>
                    <a:cubicBezTo>
                      <a:pt x="449231" y="26665"/>
                      <a:pt x="449164" y="30599"/>
                      <a:pt x="448796" y="34527"/>
                    </a:cubicBezTo>
                    <a:cubicBezTo>
                      <a:pt x="448231" y="40340"/>
                      <a:pt x="447146" y="46090"/>
                      <a:pt x="445555" y="51710"/>
                    </a:cubicBezTo>
                    <a:cubicBezTo>
                      <a:pt x="442666" y="62188"/>
                      <a:pt x="438106" y="72133"/>
                      <a:pt x="432051" y="81160"/>
                    </a:cubicBezTo>
                    <a:cubicBezTo>
                      <a:pt x="403135" y="104680"/>
                      <a:pt x="375526" y="129764"/>
                      <a:pt x="349347" y="156298"/>
                    </a:cubicBezTo>
                    <a:cubicBezTo>
                      <a:pt x="354161" y="141508"/>
                      <a:pt x="358045" y="126431"/>
                      <a:pt x="360976" y="111155"/>
                    </a:cubicBezTo>
                    <a:cubicBezTo>
                      <a:pt x="362702" y="102133"/>
                      <a:pt x="364100" y="93057"/>
                      <a:pt x="365170" y="83926"/>
                    </a:cubicBezTo>
                    <a:cubicBezTo>
                      <a:pt x="366770" y="75170"/>
                      <a:pt x="367224" y="66244"/>
                      <a:pt x="366521" y="57371"/>
                    </a:cubicBezTo>
                    <a:cubicBezTo>
                      <a:pt x="385158" y="45139"/>
                      <a:pt x="405369" y="35495"/>
                      <a:pt x="426601" y="28702"/>
                    </a:cubicBezTo>
                    <a:cubicBezTo>
                      <a:pt x="434077" y="26294"/>
                      <a:pt x="441680" y="24301"/>
                      <a:pt x="449376" y="22735"/>
                    </a:cubicBezTo>
                    <a:close/>
                    <a:moveTo>
                      <a:pt x="312307" y="8421"/>
                    </a:moveTo>
                    <a:cubicBezTo>
                      <a:pt x="341079" y="5509"/>
                      <a:pt x="346397" y="41496"/>
                      <a:pt x="347987" y="62231"/>
                    </a:cubicBezTo>
                    <a:cubicBezTo>
                      <a:pt x="348199" y="65000"/>
                      <a:pt x="351438" y="67787"/>
                      <a:pt x="354167" y="65777"/>
                    </a:cubicBezTo>
                    <a:cubicBezTo>
                      <a:pt x="356900" y="63747"/>
                      <a:pt x="359787" y="61953"/>
                      <a:pt x="362598" y="60040"/>
                    </a:cubicBezTo>
                    <a:cubicBezTo>
                      <a:pt x="361134" y="67684"/>
                      <a:pt x="360125" y="75407"/>
                      <a:pt x="359576" y="83170"/>
                    </a:cubicBezTo>
                    <a:cubicBezTo>
                      <a:pt x="358217" y="92758"/>
                      <a:pt x="356496" y="102286"/>
                      <a:pt x="354415" y="111755"/>
                    </a:cubicBezTo>
                    <a:cubicBezTo>
                      <a:pt x="350275" y="130310"/>
                      <a:pt x="344813" y="148546"/>
                      <a:pt x="338072" y="166323"/>
                    </a:cubicBezTo>
                    <a:cubicBezTo>
                      <a:pt x="337927" y="166794"/>
                      <a:pt x="337906" y="167293"/>
                      <a:pt x="338009" y="167775"/>
                    </a:cubicBezTo>
                    <a:cubicBezTo>
                      <a:pt x="312166" y="194843"/>
                      <a:pt x="287828" y="223308"/>
                      <a:pt x="265104" y="253041"/>
                    </a:cubicBezTo>
                    <a:cubicBezTo>
                      <a:pt x="268212" y="222757"/>
                      <a:pt x="268955" y="192276"/>
                      <a:pt x="267325" y="161876"/>
                    </a:cubicBezTo>
                    <a:cubicBezTo>
                      <a:pt x="266421" y="145614"/>
                      <a:pt x="264823" y="129414"/>
                      <a:pt x="262532" y="113277"/>
                    </a:cubicBezTo>
                    <a:cubicBezTo>
                      <a:pt x="260938" y="96830"/>
                      <a:pt x="257391" y="80631"/>
                      <a:pt x="251965" y="65023"/>
                    </a:cubicBezTo>
                    <a:cubicBezTo>
                      <a:pt x="255408" y="59540"/>
                      <a:pt x="259012" y="54147"/>
                      <a:pt x="262948" y="48962"/>
                    </a:cubicBezTo>
                    <a:cubicBezTo>
                      <a:pt x="274410" y="33913"/>
                      <a:pt x="292068" y="10469"/>
                      <a:pt x="312307" y="8421"/>
                    </a:cubicBezTo>
                    <a:close/>
                    <a:moveTo>
                      <a:pt x="150716" y="113960"/>
                    </a:moveTo>
                    <a:cubicBezTo>
                      <a:pt x="165005" y="105738"/>
                      <a:pt x="178259" y="119659"/>
                      <a:pt x="187339" y="129466"/>
                    </a:cubicBezTo>
                    <a:cubicBezTo>
                      <a:pt x="197218" y="140274"/>
                      <a:pt x="205368" y="152545"/>
                      <a:pt x="211498" y="165843"/>
                    </a:cubicBezTo>
                    <a:cubicBezTo>
                      <a:pt x="213329" y="169739"/>
                      <a:pt x="218615" y="167371"/>
                      <a:pt x="218908" y="163836"/>
                    </a:cubicBezTo>
                    <a:cubicBezTo>
                      <a:pt x="221742" y="130269"/>
                      <a:pt x="232244" y="97801"/>
                      <a:pt x="249606" y="68933"/>
                    </a:cubicBezTo>
                    <a:cubicBezTo>
                      <a:pt x="250922" y="84068"/>
                      <a:pt x="254237" y="99093"/>
                      <a:pt x="256199" y="114134"/>
                    </a:cubicBezTo>
                    <a:cubicBezTo>
                      <a:pt x="258344" y="130588"/>
                      <a:pt x="259798" y="147116"/>
                      <a:pt x="260562" y="163719"/>
                    </a:cubicBezTo>
                    <a:cubicBezTo>
                      <a:pt x="262046" y="197375"/>
                      <a:pt x="260696" y="231096"/>
                      <a:pt x="256526" y="264526"/>
                    </a:cubicBezTo>
                    <a:cubicBezTo>
                      <a:pt x="226954" y="304296"/>
                      <a:pt x="200311" y="346162"/>
                      <a:pt x="176806" y="389794"/>
                    </a:cubicBezTo>
                    <a:cubicBezTo>
                      <a:pt x="174470" y="349754"/>
                      <a:pt x="170076" y="309861"/>
                      <a:pt x="163640" y="270272"/>
                    </a:cubicBezTo>
                    <a:cubicBezTo>
                      <a:pt x="156609" y="230323"/>
                      <a:pt x="146572" y="187947"/>
                      <a:pt x="125945" y="152472"/>
                    </a:cubicBezTo>
                    <a:cubicBezTo>
                      <a:pt x="127321" y="149100"/>
                      <a:pt x="128587" y="145685"/>
                      <a:pt x="130056" y="142352"/>
                    </a:cubicBezTo>
                    <a:cubicBezTo>
                      <a:pt x="133855" y="130986"/>
                      <a:pt x="141070" y="121071"/>
                      <a:pt x="150716" y="113961"/>
                    </a:cubicBezTo>
                    <a:close/>
                    <a:moveTo>
                      <a:pt x="91189" y="361591"/>
                    </a:moveTo>
                    <a:cubicBezTo>
                      <a:pt x="93026" y="364444"/>
                      <a:pt x="98745" y="363686"/>
                      <a:pt x="98251" y="359678"/>
                    </a:cubicBezTo>
                    <a:cubicBezTo>
                      <a:pt x="91146" y="301235"/>
                      <a:pt x="96478" y="241950"/>
                      <a:pt x="113899" y="185714"/>
                    </a:cubicBezTo>
                    <a:cubicBezTo>
                      <a:pt x="116904" y="175939"/>
                      <a:pt x="120425" y="166339"/>
                      <a:pt x="124175" y="156829"/>
                    </a:cubicBezTo>
                    <a:cubicBezTo>
                      <a:pt x="138878" y="193466"/>
                      <a:pt x="149936" y="231463"/>
                      <a:pt x="157188" y="270269"/>
                    </a:cubicBezTo>
                    <a:cubicBezTo>
                      <a:pt x="164455" y="313309"/>
                      <a:pt x="167107" y="356972"/>
                      <a:pt x="170397" y="400447"/>
                    </a:cubicBezTo>
                    <a:cubicBezTo>
                      <a:pt x="170426" y="400748"/>
                      <a:pt x="170493" y="401043"/>
                      <a:pt x="170598" y="401326"/>
                    </a:cubicBezTo>
                    <a:cubicBezTo>
                      <a:pt x="159940" y="421742"/>
                      <a:pt x="149946" y="442536"/>
                      <a:pt x="140617" y="463710"/>
                    </a:cubicBezTo>
                    <a:cubicBezTo>
                      <a:pt x="129618" y="488875"/>
                      <a:pt x="118973" y="514902"/>
                      <a:pt x="109903" y="541401"/>
                    </a:cubicBezTo>
                    <a:cubicBezTo>
                      <a:pt x="103908" y="508673"/>
                      <a:pt x="95632" y="476403"/>
                      <a:pt x="85137" y="444829"/>
                    </a:cubicBezTo>
                    <a:cubicBezTo>
                      <a:pt x="74934" y="411760"/>
                      <a:pt x="61171" y="379896"/>
                      <a:pt x="44089" y="349798"/>
                    </a:cubicBezTo>
                    <a:cubicBezTo>
                      <a:pt x="60637" y="343128"/>
                      <a:pt x="80670" y="345261"/>
                      <a:pt x="91189" y="361591"/>
                    </a:cubicBezTo>
                    <a:close/>
                    <a:moveTo>
                      <a:pt x="44791" y="526369"/>
                    </a:moveTo>
                    <a:cubicBezTo>
                      <a:pt x="29268" y="500779"/>
                      <a:pt x="18001" y="472840"/>
                      <a:pt x="11429" y="443640"/>
                    </a:cubicBezTo>
                    <a:cubicBezTo>
                      <a:pt x="6343" y="416689"/>
                      <a:pt x="7264" y="383892"/>
                      <a:pt x="26300" y="362148"/>
                    </a:cubicBezTo>
                    <a:cubicBezTo>
                      <a:pt x="30469" y="357466"/>
                      <a:pt x="35542" y="353678"/>
                      <a:pt x="41215" y="351010"/>
                    </a:cubicBezTo>
                    <a:cubicBezTo>
                      <a:pt x="54627" y="383274"/>
                      <a:pt x="69260" y="414732"/>
                      <a:pt x="80212" y="448010"/>
                    </a:cubicBezTo>
                    <a:cubicBezTo>
                      <a:pt x="91369" y="482035"/>
                      <a:pt x="99954" y="516851"/>
                      <a:pt x="105893" y="552163"/>
                    </a:cubicBezTo>
                    <a:cubicBezTo>
                      <a:pt x="105963" y="552342"/>
                      <a:pt x="106052" y="552514"/>
                      <a:pt x="106157" y="552676"/>
                    </a:cubicBezTo>
                    <a:cubicBezTo>
                      <a:pt x="100357" y="570513"/>
                      <a:pt x="95538" y="588654"/>
                      <a:pt x="91721" y="607017"/>
                    </a:cubicBezTo>
                    <a:cubicBezTo>
                      <a:pt x="76164" y="580088"/>
                      <a:pt x="60007" y="553487"/>
                      <a:pt x="44791" y="526369"/>
                    </a:cubicBezTo>
                    <a:close/>
                    <a:moveTo>
                      <a:pt x="285514" y="561441"/>
                    </a:moveTo>
                    <a:cubicBezTo>
                      <a:pt x="280436" y="570067"/>
                      <a:pt x="272460" y="576609"/>
                      <a:pt x="263007" y="579901"/>
                    </a:cubicBezTo>
                    <a:cubicBezTo>
                      <a:pt x="251925" y="584799"/>
                      <a:pt x="240576" y="589071"/>
                      <a:pt x="229014" y="592696"/>
                    </a:cubicBezTo>
                    <a:cubicBezTo>
                      <a:pt x="185612" y="606852"/>
                      <a:pt x="140300" y="614284"/>
                      <a:pt x="94650" y="614735"/>
                    </a:cubicBezTo>
                    <a:cubicBezTo>
                      <a:pt x="95047" y="613787"/>
                      <a:pt x="95000" y="612711"/>
                      <a:pt x="94523" y="611800"/>
                    </a:cubicBezTo>
                    <a:lnTo>
                      <a:pt x="94522" y="611802"/>
                    </a:lnTo>
                    <a:cubicBezTo>
                      <a:pt x="94247" y="611321"/>
                      <a:pt x="93958" y="610847"/>
                      <a:pt x="93682" y="610366"/>
                    </a:cubicBezTo>
                    <a:cubicBezTo>
                      <a:pt x="100229" y="591356"/>
                      <a:pt x="106526" y="572339"/>
                      <a:pt x="113030" y="553409"/>
                    </a:cubicBezTo>
                    <a:cubicBezTo>
                      <a:pt x="170208" y="538086"/>
                      <a:pt x="230467" y="538514"/>
                      <a:pt x="287422" y="554650"/>
                    </a:cubicBezTo>
                    <a:cubicBezTo>
                      <a:pt x="287150" y="557001"/>
                      <a:pt x="286506" y="559293"/>
                      <a:pt x="285514" y="561442"/>
                    </a:cubicBezTo>
                    <a:close/>
                    <a:moveTo>
                      <a:pt x="255172" y="504371"/>
                    </a:moveTo>
                    <a:cubicBezTo>
                      <a:pt x="251067" y="504990"/>
                      <a:pt x="251061" y="510823"/>
                      <a:pt x="254084" y="512696"/>
                    </a:cubicBezTo>
                    <a:cubicBezTo>
                      <a:pt x="266233" y="520222"/>
                      <a:pt x="285586" y="533651"/>
                      <a:pt x="287471" y="549616"/>
                    </a:cubicBezTo>
                    <a:cubicBezTo>
                      <a:pt x="231388" y="533230"/>
                      <a:pt x="171932" y="532226"/>
                      <a:pt x="115328" y="546709"/>
                    </a:cubicBezTo>
                    <a:cubicBezTo>
                      <a:pt x="123165" y="524147"/>
                      <a:pt x="131422" y="501735"/>
                      <a:pt x="140972" y="479649"/>
                    </a:cubicBezTo>
                    <a:cubicBezTo>
                      <a:pt x="152181" y="453725"/>
                      <a:pt x="164430" y="428343"/>
                      <a:pt x="177718" y="403503"/>
                    </a:cubicBezTo>
                    <a:cubicBezTo>
                      <a:pt x="241339" y="393931"/>
                      <a:pt x="306290" y="398569"/>
                      <a:pt x="367905" y="417084"/>
                    </a:cubicBezTo>
                    <a:cubicBezTo>
                      <a:pt x="387356" y="422955"/>
                      <a:pt x="405771" y="430874"/>
                      <a:pt x="424507" y="438510"/>
                    </a:cubicBezTo>
                    <a:cubicBezTo>
                      <a:pt x="422875" y="439696"/>
                      <a:pt x="421241" y="440839"/>
                      <a:pt x="419620" y="441904"/>
                    </a:cubicBezTo>
                    <a:cubicBezTo>
                      <a:pt x="369960" y="474360"/>
                      <a:pt x="313857" y="495671"/>
                      <a:pt x="255172" y="504371"/>
                    </a:cubicBezTo>
                    <a:close/>
                    <a:moveTo>
                      <a:pt x="441265" y="373101"/>
                    </a:moveTo>
                    <a:cubicBezTo>
                      <a:pt x="465657" y="394529"/>
                      <a:pt x="449391" y="418568"/>
                      <a:pt x="429485" y="434676"/>
                    </a:cubicBezTo>
                    <a:cubicBezTo>
                      <a:pt x="390069" y="414943"/>
                      <a:pt x="347566" y="402105"/>
                      <a:pt x="303817" y="396718"/>
                    </a:cubicBezTo>
                    <a:cubicBezTo>
                      <a:pt x="263384" y="390983"/>
                      <a:pt x="222364" y="390703"/>
                      <a:pt x="181857" y="395885"/>
                    </a:cubicBezTo>
                    <a:cubicBezTo>
                      <a:pt x="206110" y="351291"/>
                      <a:pt x="233611" y="308542"/>
                      <a:pt x="264138" y="267983"/>
                    </a:cubicBezTo>
                    <a:cubicBezTo>
                      <a:pt x="313638" y="256949"/>
                      <a:pt x="365187" y="259331"/>
                      <a:pt x="413458" y="274884"/>
                    </a:cubicBezTo>
                    <a:cubicBezTo>
                      <a:pt x="428639" y="280247"/>
                      <a:pt x="443538" y="286377"/>
                      <a:pt x="458098" y="293249"/>
                    </a:cubicBezTo>
                    <a:cubicBezTo>
                      <a:pt x="427584" y="308607"/>
                      <a:pt x="394564" y="318373"/>
                      <a:pt x="360605" y="322086"/>
                    </a:cubicBezTo>
                    <a:cubicBezTo>
                      <a:pt x="357965" y="322174"/>
                      <a:pt x="355896" y="324386"/>
                      <a:pt x="355984" y="327027"/>
                    </a:cubicBezTo>
                    <a:cubicBezTo>
                      <a:pt x="356052" y="329060"/>
                      <a:pt x="357398" y="330828"/>
                      <a:pt x="359340" y="331434"/>
                    </a:cubicBezTo>
                    <a:cubicBezTo>
                      <a:pt x="374534" y="336844"/>
                      <a:pt x="389386" y="343169"/>
                      <a:pt x="403816" y="350374"/>
                    </a:cubicBezTo>
                    <a:cubicBezTo>
                      <a:pt x="417200" y="356353"/>
                      <a:pt x="429781" y="363989"/>
                      <a:pt x="441264" y="373101"/>
                    </a:cubicBezTo>
                    <a:close/>
                    <a:moveTo>
                      <a:pt x="508414" y="260993"/>
                    </a:moveTo>
                    <a:cubicBezTo>
                      <a:pt x="494652" y="271943"/>
                      <a:pt x="479908" y="281599"/>
                      <a:pt x="464371" y="289839"/>
                    </a:cubicBezTo>
                    <a:cubicBezTo>
                      <a:pt x="435353" y="270494"/>
                      <a:pt x="397730" y="260749"/>
                      <a:pt x="363562" y="256192"/>
                    </a:cubicBezTo>
                    <a:cubicBezTo>
                      <a:pt x="332782" y="252136"/>
                      <a:pt x="301551" y="253048"/>
                      <a:pt x="271060" y="258893"/>
                    </a:cubicBezTo>
                    <a:cubicBezTo>
                      <a:pt x="295092" y="227683"/>
                      <a:pt x="320887" y="197871"/>
                      <a:pt x="348317" y="169602"/>
                    </a:cubicBezTo>
                    <a:cubicBezTo>
                      <a:pt x="385786" y="160920"/>
                      <a:pt x="423611" y="152904"/>
                      <a:pt x="462268" y="155864"/>
                    </a:cubicBezTo>
                    <a:cubicBezTo>
                      <a:pt x="462491" y="156651"/>
                      <a:pt x="462910" y="157368"/>
                      <a:pt x="463487" y="157947"/>
                    </a:cubicBezTo>
                    <a:cubicBezTo>
                      <a:pt x="464378" y="158801"/>
                      <a:pt x="465557" y="159289"/>
                      <a:pt x="466790" y="159315"/>
                    </a:cubicBezTo>
                    <a:cubicBezTo>
                      <a:pt x="493656" y="157158"/>
                      <a:pt x="519512" y="170036"/>
                      <a:pt x="533977" y="192777"/>
                    </a:cubicBezTo>
                    <a:cubicBezTo>
                      <a:pt x="550558" y="221233"/>
                      <a:pt x="529891" y="243638"/>
                      <a:pt x="508414" y="2609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7"/>
            <p:cNvGrpSpPr/>
            <p:nvPr/>
          </p:nvGrpSpPr>
          <p:grpSpPr>
            <a:xfrm rot="-6333158">
              <a:off x="8084595" y="4679257"/>
              <a:ext cx="1142455" cy="402624"/>
              <a:chOff x="-396587" y="4771415"/>
              <a:chExt cx="1142555" cy="402659"/>
            </a:xfrm>
          </p:grpSpPr>
          <p:grpSp>
            <p:nvGrpSpPr>
              <p:cNvPr id="471" name="Google Shape;471;p7"/>
              <p:cNvGrpSpPr/>
              <p:nvPr/>
            </p:nvGrpSpPr>
            <p:grpSpPr>
              <a:xfrm>
                <a:off x="-388799" y="4779440"/>
                <a:ext cx="1127010" cy="386620"/>
                <a:chOff x="-373874" y="4605765"/>
                <a:chExt cx="1127010" cy="386620"/>
              </a:xfrm>
            </p:grpSpPr>
            <p:sp>
              <p:nvSpPr>
                <p:cNvPr id="472" name="Google Shape;472;p7"/>
                <p:cNvSpPr/>
                <p:nvPr/>
              </p:nvSpPr>
              <p:spPr>
                <a:xfrm>
                  <a:off x="473828" y="4615252"/>
                  <a:ext cx="277342" cy="208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80" h="121506" extrusionOk="0">
                      <a:moveTo>
                        <a:pt x="0" y="121506"/>
                      </a:moveTo>
                      <a:cubicBezTo>
                        <a:pt x="31131" y="85682"/>
                        <a:pt x="63128" y="46904"/>
                        <a:pt x="69401" y="0"/>
                      </a:cubicBezTo>
                      <a:cubicBezTo>
                        <a:pt x="87497" y="4113"/>
                        <a:pt x="104842" y="11018"/>
                        <a:pt x="120813" y="20468"/>
                      </a:cubicBezTo>
                      <a:cubicBezTo>
                        <a:pt x="139485" y="31603"/>
                        <a:pt x="156795" y="48060"/>
                        <a:pt x="161480" y="69121"/>
                      </a:cubicBezTo>
                      <a:lnTo>
                        <a:pt x="161388" y="69151"/>
                      </a:lnTo>
                      <a:cubicBezTo>
                        <a:pt x="108513" y="89323"/>
                        <a:pt x="54648" y="106797"/>
                        <a:pt x="0" y="12150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7"/>
                <p:cNvSpPr/>
                <p:nvPr/>
              </p:nvSpPr>
              <p:spPr>
                <a:xfrm>
                  <a:off x="183635" y="4605765"/>
                  <a:ext cx="409404" cy="280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72" h="163339" extrusionOk="0">
                      <a:moveTo>
                        <a:pt x="168972" y="127030"/>
                      </a:moveTo>
                      <a:cubicBezTo>
                        <a:pt x="113320" y="142073"/>
                        <a:pt x="56919" y="154192"/>
                        <a:pt x="0" y="163339"/>
                      </a:cubicBezTo>
                      <a:cubicBezTo>
                        <a:pt x="45153" y="128306"/>
                        <a:pt x="74997" y="77157"/>
                        <a:pt x="83278" y="20610"/>
                      </a:cubicBezTo>
                      <a:lnTo>
                        <a:pt x="83063" y="19963"/>
                      </a:lnTo>
                      <a:cubicBezTo>
                        <a:pt x="94380" y="15786"/>
                        <a:pt x="105901" y="12183"/>
                        <a:pt x="117582" y="9169"/>
                      </a:cubicBezTo>
                      <a:cubicBezTo>
                        <a:pt x="156978" y="-1669"/>
                        <a:pt x="198395" y="-2918"/>
                        <a:pt x="238373" y="5525"/>
                      </a:cubicBezTo>
                      <a:cubicBezTo>
                        <a:pt x="232101" y="52428"/>
                        <a:pt x="200103" y="91207"/>
                        <a:pt x="168972" y="12703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7"/>
                <p:cNvSpPr/>
                <p:nvPr/>
              </p:nvSpPr>
              <p:spPr>
                <a:xfrm>
                  <a:off x="-19974" y="4640050"/>
                  <a:ext cx="346652" cy="27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35" h="158227" extrusionOk="0">
                      <a:moveTo>
                        <a:pt x="0" y="158227"/>
                      </a:moveTo>
                      <a:cubicBezTo>
                        <a:pt x="28420" y="140633"/>
                        <a:pt x="46948" y="110734"/>
                        <a:pt x="50054" y="77453"/>
                      </a:cubicBezTo>
                      <a:lnTo>
                        <a:pt x="49132" y="75759"/>
                      </a:lnTo>
                      <a:cubicBezTo>
                        <a:pt x="57664" y="71183"/>
                        <a:pt x="66135" y="66575"/>
                        <a:pt x="74543" y="61938"/>
                      </a:cubicBezTo>
                      <a:cubicBezTo>
                        <a:pt x="115879" y="39238"/>
                        <a:pt x="157491" y="15985"/>
                        <a:pt x="201621" y="0"/>
                      </a:cubicBezTo>
                      <a:lnTo>
                        <a:pt x="201836" y="647"/>
                      </a:lnTo>
                      <a:cubicBezTo>
                        <a:pt x="193554" y="57194"/>
                        <a:pt x="163711" y="108342"/>
                        <a:pt x="118558" y="143376"/>
                      </a:cubicBezTo>
                      <a:lnTo>
                        <a:pt x="118527" y="143437"/>
                      </a:lnTo>
                      <a:cubicBezTo>
                        <a:pt x="79211" y="149824"/>
                        <a:pt x="39702" y="154754"/>
                        <a:pt x="0" y="15822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7"/>
                <p:cNvSpPr/>
                <p:nvPr/>
              </p:nvSpPr>
              <p:spPr>
                <a:xfrm>
                  <a:off x="-169591" y="4770158"/>
                  <a:ext cx="235591" cy="15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1" h="88646" extrusionOk="0">
                      <a:moveTo>
                        <a:pt x="1323" y="88647"/>
                      </a:moveTo>
                      <a:cubicBezTo>
                        <a:pt x="903" y="88271"/>
                        <a:pt x="462" y="87921"/>
                        <a:pt x="0" y="87599"/>
                      </a:cubicBezTo>
                      <a:cubicBezTo>
                        <a:pt x="12710" y="80336"/>
                        <a:pt x="22252" y="68591"/>
                        <a:pt x="26757" y="54663"/>
                      </a:cubicBezTo>
                      <a:lnTo>
                        <a:pt x="26419" y="53954"/>
                      </a:lnTo>
                      <a:cubicBezTo>
                        <a:pt x="63837" y="38146"/>
                        <a:pt x="100397" y="19443"/>
                        <a:pt x="136250" y="0"/>
                      </a:cubicBezTo>
                      <a:lnTo>
                        <a:pt x="137171" y="1694"/>
                      </a:lnTo>
                      <a:cubicBezTo>
                        <a:pt x="134065" y="34975"/>
                        <a:pt x="115537" y="64874"/>
                        <a:pt x="87118" y="82468"/>
                      </a:cubicBezTo>
                      <a:cubicBezTo>
                        <a:pt x="84593" y="82742"/>
                        <a:pt x="82007" y="82985"/>
                        <a:pt x="79452" y="83167"/>
                      </a:cubicBezTo>
                      <a:cubicBezTo>
                        <a:pt x="56918" y="85111"/>
                        <a:pt x="34414" y="86531"/>
                        <a:pt x="11912" y="87951"/>
                      </a:cubicBezTo>
                      <a:cubicBezTo>
                        <a:pt x="8403" y="88193"/>
                        <a:pt x="4832" y="88404"/>
                        <a:pt x="1323" y="8864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7"/>
                <p:cNvSpPr/>
                <p:nvPr/>
              </p:nvSpPr>
              <p:spPr>
                <a:xfrm>
                  <a:off x="-362666" y="4862819"/>
                  <a:ext cx="239040" cy="7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79" h="41977" extrusionOk="0">
                      <a:moveTo>
                        <a:pt x="113745" y="34693"/>
                      </a:moveTo>
                      <a:cubicBezTo>
                        <a:pt x="75880" y="37111"/>
                        <a:pt x="38036" y="39539"/>
                        <a:pt x="213" y="41977"/>
                      </a:cubicBezTo>
                      <a:lnTo>
                        <a:pt x="0" y="40408"/>
                      </a:lnTo>
                      <a:cubicBezTo>
                        <a:pt x="47852" y="33084"/>
                        <a:pt x="94533" y="19498"/>
                        <a:pt x="138842" y="0"/>
                      </a:cubicBezTo>
                      <a:lnTo>
                        <a:pt x="139179" y="709"/>
                      </a:lnTo>
                      <a:cubicBezTo>
                        <a:pt x="134674" y="14637"/>
                        <a:pt x="125132" y="26382"/>
                        <a:pt x="112422" y="33644"/>
                      </a:cubicBezTo>
                      <a:cubicBezTo>
                        <a:pt x="112884" y="33967"/>
                        <a:pt x="113326" y="34317"/>
                        <a:pt x="113745" y="3469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7"/>
                <p:cNvSpPr/>
                <p:nvPr/>
              </p:nvSpPr>
              <p:spPr>
                <a:xfrm>
                  <a:off x="-373874" y="4922400"/>
                  <a:ext cx="240756" cy="59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178" h="34467" extrusionOk="0">
                      <a:moveTo>
                        <a:pt x="6740" y="7285"/>
                      </a:moveTo>
                      <a:cubicBezTo>
                        <a:pt x="44605" y="4867"/>
                        <a:pt x="82449" y="2438"/>
                        <a:pt x="120272" y="0"/>
                      </a:cubicBezTo>
                      <a:cubicBezTo>
                        <a:pt x="131054" y="8535"/>
                        <a:pt x="138173" y="20863"/>
                        <a:pt x="140178" y="34468"/>
                      </a:cubicBezTo>
                      <a:cubicBezTo>
                        <a:pt x="119710" y="32597"/>
                        <a:pt x="99273" y="30203"/>
                        <a:pt x="78869" y="27439"/>
                      </a:cubicBezTo>
                      <a:cubicBezTo>
                        <a:pt x="51941" y="24747"/>
                        <a:pt x="25496" y="18452"/>
                        <a:pt x="244" y="8724"/>
                      </a:cubicBezTo>
                      <a:lnTo>
                        <a:pt x="0" y="6599"/>
                      </a:lnTo>
                      <a:cubicBezTo>
                        <a:pt x="2124" y="6356"/>
                        <a:pt x="4341" y="6081"/>
                        <a:pt x="6527" y="57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7"/>
                <p:cNvSpPr/>
                <p:nvPr/>
              </p:nvSpPr>
              <p:spPr>
                <a:xfrm>
                  <a:off x="-167320" y="4911789"/>
                  <a:ext cx="199333" cy="7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60" h="46361" extrusionOk="0">
                      <a:moveTo>
                        <a:pt x="19906" y="40646"/>
                      </a:moveTo>
                      <a:cubicBezTo>
                        <a:pt x="17901" y="27041"/>
                        <a:pt x="10782" y="14714"/>
                        <a:pt x="0" y="6178"/>
                      </a:cubicBezTo>
                      <a:cubicBezTo>
                        <a:pt x="3509" y="5936"/>
                        <a:pt x="7080" y="5724"/>
                        <a:pt x="10590" y="5482"/>
                      </a:cubicBezTo>
                      <a:cubicBezTo>
                        <a:pt x="33092" y="4063"/>
                        <a:pt x="55595" y="2642"/>
                        <a:pt x="78130" y="698"/>
                      </a:cubicBezTo>
                      <a:cubicBezTo>
                        <a:pt x="80685" y="517"/>
                        <a:pt x="83271" y="274"/>
                        <a:pt x="85795" y="0"/>
                      </a:cubicBezTo>
                      <a:cubicBezTo>
                        <a:pt x="101543" y="10917"/>
                        <a:pt x="112403" y="27553"/>
                        <a:pt x="116061" y="46361"/>
                      </a:cubicBezTo>
                      <a:cubicBezTo>
                        <a:pt x="83956" y="45585"/>
                        <a:pt x="51905" y="43679"/>
                        <a:pt x="19906" y="4064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7"/>
                <p:cNvSpPr/>
                <p:nvPr/>
              </p:nvSpPr>
              <p:spPr>
                <a:xfrm>
                  <a:off x="-19974" y="4886388"/>
                  <a:ext cx="312465" cy="105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930" h="61716" extrusionOk="0">
                      <a:moveTo>
                        <a:pt x="181930" y="57513"/>
                      </a:moveTo>
                      <a:cubicBezTo>
                        <a:pt x="131472" y="61342"/>
                        <a:pt x="80849" y="62557"/>
                        <a:pt x="30265" y="61152"/>
                      </a:cubicBezTo>
                      <a:cubicBezTo>
                        <a:pt x="26607" y="42343"/>
                        <a:pt x="15747" y="25707"/>
                        <a:pt x="0" y="14790"/>
                      </a:cubicBezTo>
                      <a:cubicBezTo>
                        <a:pt x="39651" y="11266"/>
                        <a:pt x="79160" y="6336"/>
                        <a:pt x="118526" y="0"/>
                      </a:cubicBezTo>
                      <a:cubicBezTo>
                        <a:pt x="146833" y="8484"/>
                        <a:pt x="169976" y="28988"/>
                        <a:pt x="181809" y="5606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7"/>
                <p:cNvSpPr/>
                <p:nvPr/>
              </p:nvSpPr>
              <p:spPr>
                <a:xfrm>
                  <a:off x="183582" y="4823926"/>
                  <a:ext cx="442249" cy="161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496" h="93883" extrusionOk="0">
                      <a:moveTo>
                        <a:pt x="244807" y="61652"/>
                      </a:moveTo>
                      <a:cubicBezTo>
                        <a:pt x="212960" y="73949"/>
                        <a:pt x="179602" y="81903"/>
                        <a:pt x="145632" y="85299"/>
                      </a:cubicBezTo>
                      <a:cubicBezTo>
                        <a:pt x="118325" y="88930"/>
                        <a:pt x="90915" y="91791"/>
                        <a:pt x="63404" y="93883"/>
                      </a:cubicBezTo>
                      <a:lnTo>
                        <a:pt x="63283" y="92437"/>
                      </a:lnTo>
                      <a:cubicBezTo>
                        <a:pt x="51450" y="65358"/>
                        <a:pt x="28307" y="44854"/>
                        <a:pt x="0" y="36370"/>
                      </a:cubicBezTo>
                      <a:lnTo>
                        <a:pt x="31" y="36309"/>
                      </a:lnTo>
                      <a:cubicBezTo>
                        <a:pt x="56950" y="27161"/>
                        <a:pt x="113351" y="15042"/>
                        <a:pt x="169003" y="0"/>
                      </a:cubicBezTo>
                      <a:cubicBezTo>
                        <a:pt x="168448" y="646"/>
                        <a:pt x="167863" y="1353"/>
                        <a:pt x="167308" y="1999"/>
                      </a:cubicBezTo>
                      <a:cubicBezTo>
                        <a:pt x="202013" y="8170"/>
                        <a:pt x="233459" y="26309"/>
                        <a:pt x="256176" y="53262"/>
                      </a:cubicBezTo>
                      <a:lnTo>
                        <a:pt x="257496" y="55696"/>
                      </a:lnTo>
                      <a:cubicBezTo>
                        <a:pt x="253338" y="57846"/>
                        <a:pt x="249119" y="59811"/>
                        <a:pt x="244807" y="6165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7"/>
                <p:cNvSpPr/>
                <p:nvPr/>
              </p:nvSpPr>
              <p:spPr>
                <a:xfrm>
                  <a:off x="470917" y="4733960"/>
                  <a:ext cx="282220" cy="185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20" h="108081" extrusionOk="0">
                      <a:moveTo>
                        <a:pt x="163635" y="2002"/>
                      </a:moveTo>
                      <a:cubicBezTo>
                        <a:pt x="165901" y="18332"/>
                        <a:pt x="162514" y="34945"/>
                        <a:pt x="154038" y="49086"/>
                      </a:cubicBezTo>
                      <a:cubicBezTo>
                        <a:pt x="139139" y="74698"/>
                        <a:pt x="116896" y="95249"/>
                        <a:pt x="90189" y="108081"/>
                      </a:cubicBezTo>
                      <a:lnTo>
                        <a:pt x="88869" y="105647"/>
                      </a:lnTo>
                      <a:cubicBezTo>
                        <a:pt x="66151" y="78694"/>
                        <a:pt x="34706" y="60555"/>
                        <a:pt x="0" y="54384"/>
                      </a:cubicBezTo>
                      <a:cubicBezTo>
                        <a:pt x="555" y="53738"/>
                        <a:pt x="1141" y="53031"/>
                        <a:pt x="1696" y="52385"/>
                      </a:cubicBezTo>
                      <a:cubicBezTo>
                        <a:pt x="56343" y="37676"/>
                        <a:pt x="110208" y="20202"/>
                        <a:pt x="163084" y="30"/>
                      </a:cubicBezTo>
                      <a:lnTo>
                        <a:pt x="163176" y="0"/>
                      </a:lnTo>
                      <a:cubicBezTo>
                        <a:pt x="163376" y="656"/>
                        <a:pt x="163529" y="1324"/>
                        <a:pt x="163635" y="200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2" name="Google Shape;482;p7"/>
              <p:cNvSpPr/>
              <p:nvPr/>
            </p:nvSpPr>
            <p:spPr>
              <a:xfrm>
                <a:off x="-396587" y="4771415"/>
                <a:ext cx="1142555" cy="402659"/>
              </a:xfrm>
              <a:custGeom>
                <a:avLst/>
                <a:gdLst/>
                <a:ahLst/>
                <a:cxnLst/>
                <a:rect l="l" t="t" r="r" b="b"/>
                <a:pathLst>
                  <a:path w="665243" h="234445" extrusionOk="0">
                    <a:moveTo>
                      <a:pt x="664664" y="83685"/>
                    </a:moveTo>
                    <a:cubicBezTo>
                      <a:pt x="659198" y="42807"/>
                      <a:pt x="614423" y="19205"/>
                      <a:pt x="578928" y="8752"/>
                    </a:cubicBezTo>
                    <a:cubicBezTo>
                      <a:pt x="485501" y="-18760"/>
                      <a:pt x="391463" y="23497"/>
                      <a:pt x="310716" y="67494"/>
                    </a:cubicBezTo>
                    <a:cubicBezTo>
                      <a:pt x="262172" y="93944"/>
                      <a:pt x="214056" y="121236"/>
                      <a:pt x="163646" y="144057"/>
                    </a:cubicBezTo>
                    <a:cubicBezTo>
                      <a:pt x="112011" y="167586"/>
                      <a:pt x="57559" y="184362"/>
                      <a:pt x="1635" y="193970"/>
                    </a:cubicBezTo>
                    <a:cubicBezTo>
                      <a:pt x="-400" y="194317"/>
                      <a:pt x="-417" y="197022"/>
                      <a:pt x="932" y="198083"/>
                    </a:cubicBezTo>
                    <a:cubicBezTo>
                      <a:pt x="954" y="199771"/>
                      <a:pt x="1985" y="201282"/>
                      <a:pt x="3550" y="201916"/>
                    </a:cubicBezTo>
                    <a:cubicBezTo>
                      <a:pt x="27137" y="211000"/>
                      <a:pt x="51783" y="217047"/>
                      <a:pt x="76896" y="219912"/>
                    </a:cubicBezTo>
                    <a:cubicBezTo>
                      <a:pt x="99016" y="223054"/>
                      <a:pt x="121214" y="225576"/>
                      <a:pt x="143462" y="227690"/>
                    </a:cubicBezTo>
                    <a:cubicBezTo>
                      <a:pt x="144044" y="228582"/>
                      <a:pt x="145238" y="228834"/>
                      <a:pt x="146131" y="228253"/>
                    </a:cubicBezTo>
                    <a:cubicBezTo>
                      <a:pt x="146246" y="228177"/>
                      <a:pt x="146353" y="228090"/>
                      <a:pt x="146450" y="227992"/>
                    </a:cubicBezTo>
                    <a:cubicBezTo>
                      <a:pt x="149123" y="228240"/>
                      <a:pt x="151787" y="228567"/>
                      <a:pt x="154462" y="228801"/>
                    </a:cubicBezTo>
                    <a:cubicBezTo>
                      <a:pt x="207122" y="233418"/>
                      <a:pt x="259992" y="235205"/>
                      <a:pt x="312843" y="234153"/>
                    </a:cubicBezTo>
                    <a:cubicBezTo>
                      <a:pt x="365697" y="233029"/>
                      <a:pt x="418447" y="228967"/>
                      <a:pt x="470849" y="221983"/>
                    </a:cubicBezTo>
                    <a:cubicBezTo>
                      <a:pt x="516740" y="215927"/>
                      <a:pt x="564203" y="207866"/>
                      <a:pt x="603863" y="182462"/>
                    </a:cubicBezTo>
                    <a:cubicBezTo>
                      <a:pt x="635719" y="162056"/>
                      <a:pt x="670147" y="124689"/>
                      <a:pt x="664664" y="83685"/>
                    </a:cubicBezTo>
                    <a:close/>
                    <a:moveTo>
                      <a:pt x="638866" y="52287"/>
                    </a:moveTo>
                    <a:cubicBezTo>
                      <a:pt x="646398" y="59834"/>
                      <a:pt x="651677" y="69331"/>
                      <a:pt x="654109" y="79712"/>
                    </a:cubicBezTo>
                    <a:cubicBezTo>
                      <a:pt x="615135" y="91732"/>
                      <a:pt x="576996" y="106256"/>
                      <a:pt x="537740" y="117531"/>
                    </a:cubicBezTo>
                    <a:cubicBezTo>
                      <a:pt x="527853" y="120371"/>
                      <a:pt x="517945" y="123134"/>
                      <a:pt x="508015" y="125821"/>
                    </a:cubicBezTo>
                    <a:cubicBezTo>
                      <a:pt x="521372" y="110291"/>
                      <a:pt x="533660" y="93873"/>
                      <a:pt x="544794" y="76680"/>
                    </a:cubicBezTo>
                    <a:cubicBezTo>
                      <a:pt x="557192" y="58269"/>
                      <a:pt x="565348" y="37335"/>
                      <a:pt x="568673" y="15389"/>
                    </a:cubicBezTo>
                    <a:cubicBezTo>
                      <a:pt x="595117" y="20726"/>
                      <a:pt x="619477" y="33531"/>
                      <a:pt x="638866" y="52287"/>
                    </a:cubicBezTo>
                    <a:close/>
                    <a:moveTo>
                      <a:pt x="517290" y="9549"/>
                    </a:moveTo>
                    <a:cubicBezTo>
                      <a:pt x="533106" y="9570"/>
                      <a:pt x="548879" y="11203"/>
                      <a:pt x="564363" y="14423"/>
                    </a:cubicBezTo>
                    <a:cubicBezTo>
                      <a:pt x="558988" y="35756"/>
                      <a:pt x="550318" y="56120"/>
                      <a:pt x="538665" y="74780"/>
                    </a:cubicBezTo>
                    <a:cubicBezTo>
                      <a:pt x="525614" y="93739"/>
                      <a:pt x="511362" y="111843"/>
                      <a:pt x="495997" y="128981"/>
                    </a:cubicBezTo>
                    <a:cubicBezTo>
                      <a:pt x="468861" y="136148"/>
                      <a:pt x="441586" y="142783"/>
                      <a:pt x="414142" y="148668"/>
                    </a:cubicBezTo>
                    <a:cubicBezTo>
                      <a:pt x="389699" y="153816"/>
                      <a:pt x="365159" y="158426"/>
                      <a:pt x="340522" y="162496"/>
                    </a:cubicBezTo>
                    <a:cubicBezTo>
                      <a:pt x="359296" y="146154"/>
                      <a:pt x="375187" y="126770"/>
                      <a:pt x="387529" y="105155"/>
                    </a:cubicBezTo>
                    <a:cubicBezTo>
                      <a:pt x="401628" y="82112"/>
                      <a:pt x="410412" y="56215"/>
                      <a:pt x="413244" y="29350"/>
                    </a:cubicBezTo>
                    <a:cubicBezTo>
                      <a:pt x="446483" y="16653"/>
                      <a:pt x="481711" y="9949"/>
                      <a:pt x="517290" y="9549"/>
                    </a:cubicBezTo>
                    <a:close/>
                    <a:moveTo>
                      <a:pt x="409429" y="30797"/>
                    </a:moveTo>
                    <a:cubicBezTo>
                      <a:pt x="403580" y="56206"/>
                      <a:pt x="394359" y="80719"/>
                      <a:pt x="382012" y="103684"/>
                    </a:cubicBezTo>
                    <a:cubicBezTo>
                      <a:pt x="368220" y="126937"/>
                      <a:pt x="350321" y="147494"/>
                      <a:pt x="329187" y="164355"/>
                    </a:cubicBezTo>
                    <a:cubicBezTo>
                      <a:pt x="293470" y="170082"/>
                      <a:pt x="257604" y="174731"/>
                      <a:pt x="221589" y="178300"/>
                    </a:cubicBezTo>
                    <a:cubicBezTo>
                      <a:pt x="244843" y="160567"/>
                      <a:pt x="259495" y="133812"/>
                      <a:pt x="261912" y="104667"/>
                    </a:cubicBezTo>
                    <a:cubicBezTo>
                      <a:pt x="309562" y="78965"/>
                      <a:pt x="358092" y="49966"/>
                      <a:pt x="409429" y="30797"/>
                    </a:cubicBezTo>
                    <a:close/>
                    <a:moveTo>
                      <a:pt x="257946" y="106807"/>
                    </a:moveTo>
                    <a:cubicBezTo>
                      <a:pt x="255380" y="120817"/>
                      <a:pt x="250473" y="134295"/>
                      <a:pt x="243433" y="146677"/>
                    </a:cubicBezTo>
                    <a:cubicBezTo>
                      <a:pt x="235380" y="159716"/>
                      <a:pt x="224550" y="170818"/>
                      <a:pt x="211716" y="179193"/>
                    </a:cubicBezTo>
                    <a:cubicBezTo>
                      <a:pt x="194365" y="180800"/>
                      <a:pt x="176994" y="182221"/>
                      <a:pt x="159596" y="183318"/>
                    </a:cubicBezTo>
                    <a:cubicBezTo>
                      <a:pt x="150027" y="183957"/>
                      <a:pt x="140458" y="184589"/>
                      <a:pt x="130889" y="185215"/>
                    </a:cubicBezTo>
                    <a:cubicBezTo>
                      <a:pt x="134643" y="182199"/>
                      <a:pt x="138142" y="178879"/>
                      <a:pt x="141350" y="175289"/>
                    </a:cubicBezTo>
                    <a:cubicBezTo>
                      <a:pt x="145090" y="170544"/>
                      <a:pt x="148054" y="165236"/>
                      <a:pt x="150134" y="159564"/>
                    </a:cubicBezTo>
                    <a:cubicBezTo>
                      <a:pt x="187276" y="143976"/>
                      <a:pt x="223267" y="125415"/>
                      <a:pt x="257946" y="106806"/>
                    </a:cubicBezTo>
                    <a:close/>
                    <a:moveTo>
                      <a:pt x="56293" y="190275"/>
                    </a:moveTo>
                    <a:cubicBezTo>
                      <a:pt x="86874" y="183210"/>
                      <a:pt x="116794" y="173537"/>
                      <a:pt x="145725" y="161363"/>
                    </a:cubicBezTo>
                    <a:cubicBezTo>
                      <a:pt x="143740" y="165516"/>
                      <a:pt x="141292" y="169431"/>
                      <a:pt x="138427" y="173033"/>
                    </a:cubicBezTo>
                    <a:cubicBezTo>
                      <a:pt x="134394" y="178348"/>
                      <a:pt x="129213" y="182684"/>
                      <a:pt x="123271" y="185719"/>
                    </a:cubicBezTo>
                    <a:cubicBezTo>
                      <a:pt x="100941" y="187186"/>
                      <a:pt x="78615" y="188705"/>
                      <a:pt x="56293" y="190275"/>
                    </a:cubicBezTo>
                    <a:close/>
                    <a:moveTo>
                      <a:pt x="2257" y="198564"/>
                    </a:moveTo>
                    <a:lnTo>
                      <a:pt x="2257" y="198564"/>
                    </a:lnTo>
                    <a:close/>
                    <a:moveTo>
                      <a:pt x="20532" y="199347"/>
                    </a:moveTo>
                    <a:cubicBezTo>
                      <a:pt x="55633" y="197519"/>
                      <a:pt x="90796" y="195715"/>
                      <a:pt x="125935" y="193501"/>
                    </a:cubicBezTo>
                    <a:cubicBezTo>
                      <a:pt x="133437" y="200493"/>
                      <a:pt x="138818" y="209457"/>
                      <a:pt x="141462" y="219365"/>
                    </a:cubicBezTo>
                    <a:cubicBezTo>
                      <a:pt x="123256" y="217662"/>
                      <a:pt x="105070" y="215744"/>
                      <a:pt x="86928" y="213356"/>
                    </a:cubicBezTo>
                    <a:cubicBezTo>
                      <a:pt x="64358" y="211077"/>
                      <a:pt x="42098" y="206381"/>
                      <a:pt x="20532" y="199346"/>
                    </a:cubicBezTo>
                    <a:close/>
                    <a:moveTo>
                      <a:pt x="145794" y="219749"/>
                    </a:moveTo>
                    <a:cubicBezTo>
                      <a:pt x="143703" y="209776"/>
                      <a:pt x="138920" y="200566"/>
                      <a:pt x="131964" y="193120"/>
                    </a:cubicBezTo>
                    <a:cubicBezTo>
                      <a:pt x="158439" y="191412"/>
                      <a:pt x="184895" y="189452"/>
                      <a:pt x="211291" y="186994"/>
                    </a:cubicBezTo>
                    <a:cubicBezTo>
                      <a:pt x="223955" y="196527"/>
                      <a:pt x="233181" y="209913"/>
                      <a:pt x="237583" y="225140"/>
                    </a:cubicBezTo>
                    <a:cubicBezTo>
                      <a:pt x="214875" y="224517"/>
                      <a:pt x="192176" y="223508"/>
                      <a:pt x="169512" y="221847"/>
                    </a:cubicBezTo>
                    <a:cubicBezTo>
                      <a:pt x="161596" y="221260"/>
                      <a:pt x="153698" y="220465"/>
                      <a:pt x="145794" y="219749"/>
                    </a:cubicBezTo>
                    <a:close/>
                    <a:moveTo>
                      <a:pt x="241572" y="225264"/>
                    </a:moveTo>
                    <a:cubicBezTo>
                      <a:pt x="237979" y="210200"/>
                      <a:pt x="229857" y="196599"/>
                      <a:pt x="218299" y="186290"/>
                    </a:cubicBezTo>
                    <a:cubicBezTo>
                      <a:pt x="237284" y="184459"/>
                      <a:pt x="256242" y="182420"/>
                      <a:pt x="275146" y="179988"/>
                    </a:cubicBezTo>
                    <a:cubicBezTo>
                      <a:pt x="293595" y="177652"/>
                      <a:pt x="311987" y="174935"/>
                      <a:pt x="330334" y="171961"/>
                    </a:cubicBezTo>
                    <a:cubicBezTo>
                      <a:pt x="355739" y="180079"/>
                      <a:pt x="376845" y="198015"/>
                      <a:pt x="388956" y="221778"/>
                    </a:cubicBezTo>
                    <a:cubicBezTo>
                      <a:pt x="371150" y="223059"/>
                      <a:pt x="353328" y="224128"/>
                      <a:pt x="335481" y="224738"/>
                    </a:cubicBezTo>
                    <a:cubicBezTo>
                      <a:pt x="304186" y="225938"/>
                      <a:pt x="272869" y="226038"/>
                      <a:pt x="241572" y="225264"/>
                    </a:cubicBezTo>
                    <a:close/>
                    <a:moveTo>
                      <a:pt x="392494" y="221514"/>
                    </a:moveTo>
                    <a:cubicBezTo>
                      <a:pt x="382176" y="198793"/>
                      <a:pt x="363998" y="180563"/>
                      <a:pt x="341307" y="170178"/>
                    </a:cubicBezTo>
                    <a:cubicBezTo>
                      <a:pt x="392714" y="161479"/>
                      <a:pt x="443615" y="150301"/>
                      <a:pt x="494009" y="136641"/>
                    </a:cubicBezTo>
                    <a:cubicBezTo>
                      <a:pt x="494375" y="136975"/>
                      <a:pt x="494808" y="137227"/>
                      <a:pt x="495280" y="137381"/>
                    </a:cubicBezTo>
                    <a:cubicBezTo>
                      <a:pt x="528443" y="143862"/>
                      <a:pt x="558706" y="160668"/>
                      <a:pt x="581738" y="185394"/>
                    </a:cubicBezTo>
                    <a:cubicBezTo>
                      <a:pt x="551835" y="198831"/>
                      <a:pt x="520042" y="207589"/>
                      <a:pt x="487476" y="211359"/>
                    </a:cubicBezTo>
                    <a:cubicBezTo>
                      <a:pt x="455937" y="215848"/>
                      <a:pt x="424252" y="219149"/>
                      <a:pt x="392494" y="221514"/>
                    </a:cubicBezTo>
                    <a:close/>
                    <a:moveTo>
                      <a:pt x="614763" y="164526"/>
                    </a:moveTo>
                    <a:cubicBezTo>
                      <a:pt x="606002" y="171695"/>
                      <a:pt x="596520" y="177935"/>
                      <a:pt x="586470" y="183145"/>
                    </a:cubicBezTo>
                    <a:cubicBezTo>
                      <a:pt x="566228" y="158242"/>
                      <a:pt x="538428" y="140607"/>
                      <a:pt x="507273" y="132908"/>
                    </a:cubicBezTo>
                    <a:cubicBezTo>
                      <a:pt x="513336" y="131206"/>
                      <a:pt x="519408" y="129544"/>
                      <a:pt x="525452" y="127771"/>
                    </a:cubicBezTo>
                    <a:cubicBezTo>
                      <a:pt x="569539" y="115909"/>
                      <a:pt x="612749" y="101002"/>
                      <a:pt x="654771" y="83157"/>
                    </a:cubicBezTo>
                    <a:cubicBezTo>
                      <a:pt x="659503" y="112925"/>
                      <a:pt x="639030" y="144519"/>
                      <a:pt x="614763" y="1645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3" name="Google Shape;483;p7"/>
          <p:cNvSpPr txBox="1">
            <a:spLocks noGrp="1"/>
          </p:cNvSpPr>
          <p:nvPr>
            <p:ph type="title"/>
          </p:nvPr>
        </p:nvSpPr>
        <p:spPr>
          <a:xfrm>
            <a:off x="1127625" y="885887"/>
            <a:ext cx="31752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7"/>
          <p:cNvSpPr txBox="1">
            <a:spLocks noGrp="1"/>
          </p:cNvSpPr>
          <p:nvPr>
            <p:ph type="subTitle" idx="1"/>
          </p:nvPr>
        </p:nvSpPr>
        <p:spPr>
          <a:xfrm>
            <a:off x="1127625" y="2158150"/>
            <a:ext cx="3175200" cy="21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85" name="Google Shape;485;p7"/>
          <p:cNvSpPr>
            <a:spLocks noGrp="1"/>
          </p:cNvSpPr>
          <p:nvPr>
            <p:ph type="pic" idx="2"/>
          </p:nvPr>
        </p:nvSpPr>
        <p:spPr>
          <a:xfrm>
            <a:off x="4641975" y="733800"/>
            <a:ext cx="3374400" cy="3675900"/>
          </a:xfrm>
          <a:prstGeom prst="teardrop">
            <a:avLst>
              <a:gd name="adj" fmla="val 10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8"/>
          <p:cNvGrpSpPr/>
          <p:nvPr/>
        </p:nvGrpSpPr>
        <p:grpSpPr>
          <a:xfrm>
            <a:off x="-396191" y="-1211244"/>
            <a:ext cx="9609944" cy="6765008"/>
            <a:chOff x="-396191" y="-1211244"/>
            <a:chExt cx="9609944" cy="6765008"/>
          </a:xfrm>
        </p:grpSpPr>
        <p:sp>
          <p:nvSpPr>
            <p:cNvPr id="488" name="Google Shape;488;p8"/>
            <p:cNvSpPr/>
            <p:nvPr/>
          </p:nvSpPr>
          <p:spPr>
            <a:xfrm rot="10800000">
              <a:off x="-396191" y="-1211244"/>
              <a:ext cx="3047683" cy="2313454"/>
            </a:xfrm>
            <a:custGeom>
              <a:avLst/>
              <a:gdLst/>
              <a:ahLst/>
              <a:cxnLst/>
              <a:rect l="l" t="t" r="r" b="b"/>
              <a:pathLst>
                <a:path w="3047683" h="2313454" extrusionOk="0">
                  <a:moveTo>
                    <a:pt x="2643224" y="18843"/>
                  </a:moveTo>
                  <a:cubicBezTo>
                    <a:pt x="2552762" y="42901"/>
                    <a:pt x="2468544" y="86138"/>
                    <a:pt x="2396299" y="145614"/>
                  </a:cubicBezTo>
                  <a:cubicBezTo>
                    <a:pt x="2309891" y="215639"/>
                    <a:pt x="2243347" y="302693"/>
                    <a:pt x="2184049" y="396040"/>
                  </a:cubicBezTo>
                  <a:cubicBezTo>
                    <a:pt x="2127546" y="484987"/>
                    <a:pt x="2074763" y="576262"/>
                    <a:pt x="2003589" y="654675"/>
                  </a:cubicBezTo>
                  <a:cubicBezTo>
                    <a:pt x="1962247" y="700221"/>
                    <a:pt x="1913465" y="744078"/>
                    <a:pt x="1850065" y="752175"/>
                  </a:cubicBezTo>
                  <a:cubicBezTo>
                    <a:pt x="1783252" y="760710"/>
                    <a:pt x="1713314" y="737810"/>
                    <a:pt x="1649126" y="722531"/>
                  </a:cubicBezTo>
                  <a:cubicBezTo>
                    <a:pt x="1562516" y="701915"/>
                    <a:pt x="1470528" y="688707"/>
                    <a:pt x="1381689" y="701839"/>
                  </a:cubicBezTo>
                  <a:cubicBezTo>
                    <a:pt x="1317499" y="710990"/>
                    <a:pt x="1257043" y="737529"/>
                    <a:pt x="1206880" y="778575"/>
                  </a:cubicBezTo>
                  <a:cubicBezTo>
                    <a:pt x="1155326" y="821002"/>
                    <a:pt x="1114976" y="875297"/>
                    <a:pt x="1078281" y="930571"/>
                  </a:cubicBezTo>
                  <a:cubicBezTo>
                    <a:pt x="1033397" y="998183"/>
                    <a:pt x="992308" y="1068361"/>
                    <a:pt x="949757" y="1137441"/>
                  </a:cubicBezTo>
                  <a:cubicBezTo>
                    <a:pt x="906751" y="1209357"/>
                    <a:pt x="841212" y="1265102"/>
                    <a:pt x="763290" y="1296043"/>
                  </a:cubicBezTo>
                  <a:cubicBezTo>
                    <a:pt x="690062" y="1324778"/>
                    <a:pt x="611144" y="1333692"/>
                    <a:pt x="534801" y="1350646"/>
                  </a:cubicBezTo>
                  <a:cubicBezTo>
                    <a:pt x="448602" y="1369789"/>
                    <a:pt x="362086" y="1401228"/>
                    <a:pt x="295524" y="1461290"/>
                  </a:cubicBezTo>
                  <a:cubicBezTo>
                    <a:pt x="168004" y="1576355"/>
                    <a:pt x="96013" y="1749801"/>
                    <a:pt x="51839" y="1912049"/>
                  </a:cubicBezTo>
                  <a:cubicBezTo>
                    <a:pt x="16758" y="2040897"/>
                    <a:pt x="-4345" y="2178402"/>
                    <a:pt x="794" y="2313471"/>
                  </a:cubicBezTo>
                  <a:lnTo>
                    <a:pt x="3047711" y="2313471"/>
                  </a:lnTo>
                  <a:lnTo>
                    <a:pt x="3047711" y="44890"/>
                  </a:lnTo>
                  <a:cubicBezTo>
                    <a:pt x="2917836" y="-68"/>
                    <a:pt x="2778005" y="-15777"/>
                    <a:pt x="2643224" y="1884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8"/>
            <p:cNvSpPr/>
            <p:nvPr/>
          </p:nvSpPr>
          <p:spPr>
            <a:xfrm rot="10800000">
              <a:off x="7415512" y="4017374"/>
              <a:ext cx="1798241" cy="1536390"/>
            </a:xfrm>
            <a:custGeom>
              <a:avLst/>
              <a:gdLst/>
              <a:ahLst/>
              <a:cxnLst/>
              <a:rect l="l" t="t" r="r" b="b"/>
              <a:pathLst>
                <a:path w="1798241" h="1536390" extrusionOk="0">
                  <a:moveTo>
                    <a:pt x="1608" y="1474223"/>
                  </a:moveTo>
                  <a:cubicBezTo>
                    <a:pt x="54416" y="1511072"/>
                    <a:pt x="116499" y="1532405"/>
                    <a:pt x="180822" y="1535805"/>
                  </a:cubicBezTo>
                  <a:cubicBezTo>
                    <a:pt x="229694" y="1538652"/>
                    <a:pt x="278627" y="1531364"/>
                    <a:pt x="324543" y="1514400"/>
                  </a:cubicBezTo>
                  <a:cubicBezTo>
                    <a:pt x="394477" y="1486854"/>
                    <a:pt x="438033" y="1427945"/>
                    <a:pt x="468525" y="1361746"/>
                  </a:cubicBezTo>
                  <a:cubicBezTo>
                    <a:pt x="499757" y="1293938"/>
                    <a:pt x="520588" y="1221496"/>
                    <a:pt x="558298" y="1156684"/>
                  </a:cubicBezTo>
                  <a:cubicBezTo>
                    <a:pt x="577205" y="1123341"/>
                    <a:pt x="601393" y="1093278"/>
                    <a:pt x="629922" y="1067663"/>
                  </a:cubicBezTo>
                  <a:cubicBezTo>
                    <a:pt x="675520" y="1028895"/>
                    <a:pt x="731454" y="1004269"/>
                    <a:pt x="790861" y="996806"/>
                  </a:cubicBezTo>
                  <a:cubicBezTo>
                    <a:pt x="853772" y="987956"/>
                    <a:pt x="917234" y="994498"/>
                    <a:pt x="980224" y="998780"/>
                  </a:cubicBezTo>
                  <a:cubicBezTo>
                    <a:pt x="1043608" y="1003088"/>
                    <a:pt x="1105471" y="1002525"/>
                    <a:pt x="1167474" y="987172"/>
                  </a:cubicBezTo>
                  <a:cubicBezTo>
                    <a:pt x="1284483" y="958197"/>
                    <a:pt x="1389169" y="891037"/>
                    <a:pt x="1474645" y="807336"/>
                  </a:cubicBezTo>
                  <a:cubicBezTo>
                    <a:pt x="1558829" y="725388"/>
                    <a:pt x="1625789" y="627472"/>
                    <a:pt x="1671598" y="519330"/>
                  </a:cubicBezTo>
                  <a:cubicBezTo>
                    <a:pt x="1711616" y="420433"/>
                    <a:pt x="1742463" y="318075"/>
                    <a:pt x="1763751" y="213544"/>
                  </a:cubicBezTo>
                  <a:cubicBezTo>
                    <a:pt x="1778949" y="143013"/>
                    <a:pt x="1790471" y="71741"/>
                    <a:pt x="1798269" y="16"/>
                  </a:cubicBezTo>
                  <a:lnTo>
                    <a:pt x="27" y="16"/>
                  </a:lnTo>
                  <a:lnTo>
                    <a:pt x="27" y="1473057"/>
                  </a:lnTo>
                  <a:cubicBezTo>
                    <a:pt x="565" y="1473431"/>
                    <a:pt x="1069" y="1473852"/>
                    <a:pt x="1608" y="147422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p8"/>
          <p:cNvGrpSpPr/>
          <p:nvPr/>
        </p:nvGrpSpPr>
        <p:grpSpPr>
          <a:xfrm>
            <a:off x="-514505" y="685048"/>
            <a:ext cx="10104960" cy="2212276"/>
            <a:chOff x="-514505" y="685048"/>
            <a:chExt cx="10104960" cy="2212276"/>
          </a:xfrm>
        </p:grpSpPr>
        <p:grpSp>
          <p:nvGrpSpPr>
            <p:cNvPr id="491" name="Google Shape;491;p8"/>
            <p:cNvGrpSpPr/>
            <p:nvPr/>
          </p:nvGrpSpPr>
          <p:grpSpPr>
            <a:xfrm>
              <a:off x="-514505" y="2453746"/>
              <a:ext cx="1145683" cy="443578"/>
              <a:chOff x="-269530" y="2387071"/>
              <a:chExt cx="1145683" cy="443578"/>
            </a:xfrm>
          </p:grpSpPr>
          <p:sp>
            <p:nvSpPr>
              <p:cNvPr id="492" name="Google Shape;492;p8"/>
              <p:cNvSpPr/>
              <p:nvPr/>
            </p:nvSpPr>
            <p:spPr>
              <a:xfrm>
                <a:off x="-260954" y="2393198"/>
                <a:ext cx="1130586" cy="431009"/>
              </a:xfrm>
              <a:custGeom>
                <a:avLst/>
                <a:gdLst/>
                <a:ahLst/>
                <a:cxnLst/>
                <a:rect l="l" t="t" r="r" b="b"/>
                <a:pathLst>
                  <a:path w="1130586" h="431009" extrusionOk="0">
                    <a:moveTo>
                      <a:pt x="1130776" y="423438"/>
                    </a:moveTo>
                    <a:lnTo>
                      <a:pt x="1129363" y="430585"/>
                    </a:lnTo>
                    <a:cubicBezTo>
                      <a:pt x="753002" y="425820"/>
                      <a:pt x="376611" y="425967"/>
                      <a:pt x="190" y="431026"/>
                    </a:cubicBezTo>
                    <a:lnTo>
                      <a:pt x="190" y="427849"/>
                    </a:lnTo>
                    <a:cubicBezTo>
                      <a:pt x="49839" y="363156"/>
                      <a:pt x="135596" y="337882"/>
                      <a:pt x="212429" y="365298"/>
                    </a:cubicBezTo>
                    <a:cubicBezTo>
                      <a:pt x="204659" y="335919"/>
                      <a:pt x="187002" y="309893"/>
                      <a:pt x="179057" y="280514"/>
                    </a:cubicBezTo>
                    <a:cubicBezTo>
                      <a:pt x="171199" y="251135"/>
                      <a:pt x="177026" y="213728"/>
                      <a:pt x="204218" y="200141"/>
                    </a:cubicBezTo>
                    <a:cubicBezTo>
                      <a:pt x="233264" y="185584"/>
                      <a:pt x="268049" y="206317"/>
                      <a:pt x="288619" y="231373"/>
                    </a:cubicBezTo>
                    <a:cubicBezTo>
                      <a:pt x="309101" y="256517"/>
                      <a:pt x="324198" y="287572"/>
                      <a:pt x="351920" y="304423"/>
                    </a:cubicBezTo>
                    <a:cubicBezTo>
                      <a:pt x="331349" y="251312"/>
                      <a:pt x="312015" y="195818"/>
                      <a:pt x="315723" y="139001"/>
                    </a:cubicBezTo>
                    <a:cubicBezTo>
                      <a:pt x="319343" y="82273"/>
                      <a:pt x="351567" y="23603"/>
                      <a:pt x="405598" y="5605"/>
                    </a:cubicBezTo>
                    <a:cubicBezTo>
                      <a:pt x="451241" y="-9481"/>
                      <a:pt x="502977" y="7458"/>
                      <a:pt x="539615" y="38601"/>
                    </a:cubicBezTo>
                    <a:cubicBezTo>
                      <a:pt x="576254" y="69745"/>
                      <a:pt x="600179" y="113063"/>
                      <a:pt x="620043" y="156823"/>
                    </a:cubicBezTo>
                    <a:cubicBezTo>
                      <a:pt x="648153" y="218727"/>
                      <a:pt x="669723" y="283393"/>
                      <a:pt x="684404" y="349771"/>
                    </a:cubicBezTo>
                    <a:cubicBezTo>
                      <a:pt x="698529" y="299747"/>
                      <a:pt x="724839" y="239578"/>
                      <a:pt x="776751" y="237725"/>
                    </a:cubicBezTo>
                    <a:cubicBezTo>
                      <a:pt x="820099" y="236225"/>
                      <a:pt x="854000" y="290660"/>
                      <a:pt x="833518" y="328773"/>
                    </a:cubicBezTo>
                    <a:cubicBezTo>
                      <a:pt x="909090" y="262480"/>
                      <a:pt x="1024131" y="269960"/>
                      <a:pt x="1090469" y="345479"/>
                    </a:cubicBezTo>
                    <a:cubicBezTo>
                      <a:pt x="1110068" y="367790"/>
                      <a:pt x="1123906" y="394555"/>
                      <a:pt x="1130776" y="4234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8"/>
              <p:cNvSpPr/>
              <p:nvPr/>
            </p:nvSpPr>
            <p:spPr>
              <a:xfrm>
                <a:off x="-269530" y="2387071"/>
                <a:ext cx="1145683" cy="443578"/>
              </a:xfrm>
              <a:custGeom>
                <a:avLst/>
                <a:gdLst/>
                <a:ahLst/>
                <a:cxnLst/>
                <a:rect l="l" t="t" r="r" b="b"/>
                <a:pathLst>
                  <a:path w="1145683" h="443578" extrusionOk="0">
                    <a:moveTo>
                      <a:pt x="1145642" y="427875"/>
                    </a:moveTo>
                    <a:cubicBezTo>
                      <a:pt x="1121548" y="326817"/>
                      <a:pt x="1020036" y="264411"/>
                      <a:pt x="918908" y="288488"/>
                    </a:cubicBezTo>
                    <a:cubicBezTo>
                      <a:pt x="895467" y="294069"/>
                      <a:pt x="873317" y="304095"/>
                      <a:pt x="853659" y="318023"/>
                    </a:cubicBezTo>
                    <a:cubicBezTo>
                      <a:pt x="858804" y="276909"/>
                      <a:pt x="823891" y="232928"/>
                      <a:pt x="779796" y="237809"/>
                    </a:cubicBezTo>
                    <a:cubicBezTo>
                      <a:pt x="732932" y="242998"/>
                      <a:pt x="708345" y="289308"/>
                      <a:pt x="693859" y="331404"/>
                    </a:cubicBezTo>
                    <a:cubicBezTo>
                      <a:pt x="680270" y="276510"/>
                      <a:pt x="662023" y="222874"/>
                      <a:pt x="639316" y="171077"/>
                    </a:cubicBezTo>
                    <a:cubicBezTo>
                      <a:pt x="617256" y="120793"/>
                      <a:pt x="590392" y="69194"/>
                      <a:pt x="546013" y="34960"/>
                    </a:cubicBezTo>
                    <a:cubicBezTo>
                      <a:pt x="506006" y="4099"/>
                      <a:pt x="450409" y="-11342"/>
                      <a:pt x="402391" y="9697"/>
                    </a:cubicBezTo>
                    <a:cubicBezTo>
                      <a:pt x="359747" y="28381"/>
                      <a:pt x="332419" y="71499"/>
                      <a:pt x="322360" y="115673"/>
                    </a:cubicBezTo>
                    <a:cubicBezTo>
                      <a:pt x="308850" y="175002"/>
                      <a:pt x="325950" y="235316"/>
                      <a:pt x="346682" y="291306"/>
                    </a:cubicBezTo>
                    <a:cubicBezTo>
                      <a:pt x="327073" y="271739"/>
                      <a:pt x="314359" y="245857"/>
                      <a:pt x="294927" y="225836"/>
                    </a:cubicBezTo>
                    <a:cubicBezTo>
                      <a:pt x="274510" y="204801"/>
                      <a:pt x="242124" y="186802"/>
                      <a:pt x="212667" y="199635"/>
                    </a:cubicBezTo>
                    <a:cubicBezTo>
                      <a:pt x="185923" y="211286"/>
                      <a:pt x="176512" y="242359"/>
                      <a:pt x="178691" y="269441"/>
                    </a:cubicBezTo>
                    <a:cubicBezTo>
                      <a:pt x="181374" y="302813"/>
                      <a:pt x="200767" y="331465"/>
                      <a:pt x="211883" y="362481"/>
                    </a:cubicBezTo>
                    <a:cubicBezTo>
                      <a:pt x="135193" y="340385"/>
                      <a:pt x="52814" y="367899"/>
                      <a:pt x="4832" y="431636"/>
                    </a:cubicBezTo>
                    <a:cubicBezTo>
                      <a:pt x="4408" y="432203"/>
                      <a:pt x="4130" y="432866"/>
                      <a:pt x="4024" y="433567"/>
                    </a:cubicBezTo>
                    <a:lnTo>
                      <a:pt x="3687" y="433580"/>
                    </a:lnTo>
                    <a:cubicBezTo>
                      <a:pt x="1687" y="433649"/>
                      <a:pt x="122" y="435326"/>
                      <a:pt x="192" y="437325"/>
                    </a:cubicBezTo>
                    <a:cubicBezTo>
                      <a:pt x="259" y="439225"/>
                      <a:pt x="1785" y="440750"/>
                      <a:pt x="3687" y="440817"/>
                    </a:cubicBezTo>
                    <a:cubicBezTo>
                      <a:pt x="77642" y="442524"/>
                      <a:pt x="151732" y="440915"/>
                      <a:pt x="225701" y="440577"/>
                    </a:cubicBezTo>
                    <a:cubicBezTo>
                      <a:pt x="298975" y="440241"/>
                      <a:pt x="372250" y="439991"/>
                      <a:pt x="445526" y="439825"/>
                    </a:cubicBezTo>
                    <a:cubicBezTo>
                      <a:pt x="592812" y="439615"/>
                      <a:pt x="740096" y="439947"/>
                      <a:pt x="887379" y="440821"/>
                    </a:cubicBezTo>
                    <a:cubicBezTo>
                      <a:pt x="929146" y="441102"/>
                      <a:pt x="970912" y="441444"/>
                      <a:pt x="1012678" y="441845"/>
                    </a:cubicBezTo>
                    <a:cubicBezTo>
                      <a:pt x="1054167" y="442243"/>
                      <a:pt x="1096596" y="445312"/>
                      <a:pt x="1137972" y="442248"/>
                    </a:cubicBezTo>
                    <a:cubicBezTo>
                      <a:pt x="1140952" y="442207"/>
                      <a:pt x="1143334" y="439760"/>
                      <a:pt x="1143293" y="436783"/>
                    </a:cubicBezTo>
                    <a:cubicBezTo>
                      <a:pt x="1143284" y="436092"/>
                      <a:pt x="1143142" y="435409"/>
                      <a:pt x="1142874" y="434772"/>
                    </a:cubicBezTo>
                    <a:cubicBezTo>
                      <a:pt x="1145260" y="433370"/>
                      <a:pt x="1146398" y="430536"/>
                      <a:pt x="1145642" y="427875"/>
                    </a:cubicBezTo>
                    <a:close/>
                    <a:moveTo>
                      <a:pt x="1028065" y="428995"/>
                    </a:moveTo>
                    <a:cubicBezTo>
                      <a:pt x="990695" y="428612"/>
                      <a:pt x="953326" y="428278"/>
                      <a:pt x="915956" y="427993"/>
                    </a:cubicBezTo>
                    <a:cubicBezTo>
                      <a:pt x="842682" y="427432"/>
                      <a:pt x="769407" y="427066"/>
                      <a:pt x="696130" y="426893"/>
                    </a:cubicBezTo>
                    <a:cubicBezTo>
                      <a:pt x="548846" y="426631"/>
                      <a:pt x="401562" y="427219"/>
                      <a:pt x="254277" y="428658"/>
                    </a:cubicBezTo>
                    <a:cubicBezTo>
                      <a:pt x="174713" y="429565"/>
                      <a:pt x="94937" y="429547"/>
                      <a:pt x="15426" y="433132"/>
                    </a:cubicBezTo>
                    <a:cubicBezTo>
                      <a:pt x="64847" y="373412"/>
                      <a:pt x="146395" y="351002"/>
                      <a:pt x="219423" y="377074"/>
                    </a:cubicBezTo>
                    <a:cubicBezTo>
                      <a:pt x="223706" y="378687"/>
                      <a:pt x="227660" y="373891"/>
                      <a:pt x="226583" y="369919"/>
                    </a:cubicBezTo>
                    <a:cubicBezTo>
                      <a:pt x="217882" y="337845"/>
                      <a:pt x="197043" y="309513"/>
                      <a:pt x="191580" y="276559"/>
                    </a:cubicBezTo>
                    <a:cubicBezTo>
                      <a:pt x="187349" y="251037"/>
                      <a:pt x="194250" y="216070"/>
                      <a:pt x="223308" y="208794"/>
                    </a:cubicBezTo>
                    <a:cubicBezTo>
                      <a:pt x="254742" y="200921"/>
                      <a:pt x="283192" y="228412"/>
                      <a:pt x="300115" y="251294"/>
                    </a:cubicBezTo>
                    <a:cubicBezTo>
                      <a:pt x="317386" y="274649"/>
                      <a:pt x="332316" y="299906"/>
                      <a:pt x="357416" y="315839"/>
                    </a:cubicBezTo>
                    <a:cubicBezTo>
                      <a:pt x="361682" y="318547"/>
                      <a:pt x="368411" y="313970"/>
                      <a:pt x="366450" y="308898"/>
                    </a:cubicBezTo>
                    <a:cubicBezTo>
                      <a:pt x="345961" y="255891"/>
                      <a:pt x="325966" y="199809"/>
                      <a:pt x="330695" y="142060"/>
                    </a:cubicBezTo>
                    <a:cubicBezTo>
                      <a:pt x="334322" y="97772"/>
                      <a:pt x="356192" y="51095"/>
                      <a:pt x="395151" y="27438"/>
                    </a:cubicBezTo>
                    <a:cubicBezTo>
                      <a:pt x="439118" y="741"/>
                      <a:pt x="494411" y="12794"/>
                      <a:pt x="534146" y="41655"/>
                    </a:cubicBezTo>
                    <a:cubicBezTo>
                      <a:pt x="577371" y="73051"/>
                      <a:pt x="603349" y="122404"/>
                      <a:pt x="624730" y="170026"/>
                    </a:cubicBezTo>
                    <a:cubicBezTo>
                      <a:pt x="651666" y="230310"/>
                      <a:pt x="672432" y="293162"/>
                      <a:pt x="686710" y="357623"/>
                    </a:cubicBezTo>
                    <a:cubicBezTo>
                      <a:pt x="687765" y="361078"/>
                      <a:pt x="691423" y="363024"/>
                      <a:pt x="694880" y="361970"/>
                    </a:cubicBezTo>
                    <a:cubicBezTo>
                      <a:pt x="696964" y="361335"/>
                      <a:pt x="698595" y="359705"/>
                      <a:pt x="699230" y="357623"/>
                    </a:cubicBezTo>
                    <a:cubicBezTo>
                      <a:pt x="710125" y="319503"/>
                      <a:pt x="728231" y="265346"/>
                      <a:pt x="770980" y="252720"/>
                    </a:cubicBezTo>
                    <a:cubicBezTo>
                      <a:pt x="814686" y="239811"/>
                      <a:pt x="857019" y="290851"/>
                      <a:pt x="836461" y="331670"/>
                    </a:cubicBezTo>
                    <a:cubicBezTo>
                      <a:pt x="834742" y="334833"/>
                      <a:pt x="835915" y="338790"/>
                      <a:pt x="839081" y="340508"/>
                    </a:cubicBezTo>
                    <a:cubicBezTo>
                      <a:pt x="841553" y="341850"/>
                      <a:pt x="844607" y="341456"/>
                      <a:pt x="846658" y="339532"/>
                    </a:cubicBezTo>
                    <a:cubicBezTo>
                      <a:pt x="919722" y="275772"/>
                      <a:pt x="1030676" y="283273"/>
                      <a:pt x="1094480" y="356288"/>
                    </a:cubicBezTo>
                    <a:cubicBezTo>
                      <a:pt x="1113174" y="377680"/>
                      <a:pt x="1126394" y="403287"/>
                      <a:pt x="1133005" y="430909"/>
                    </a:cubicBezTo>
                    <a:cubicBezTo>
                      <a:pt x="1098321" y="427924"/>
                      <a:pt x="1062827" y="429350"/>
                      <a:pt x="1028065" y="4289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p8"/>
            <p:cNvGrpSpPr/>
            <p:nvPr/>
          </p:nvGrpSpPr>
          <p:grpSpPr>
            <a:xfrm>
              <a:off x="8424008" y="685047"/>
              <a:ext cx="1166447" cy="549813"/>
              <a:chOff x="4496533" y="-114840"/>
              <a:chExt cx="1166447" cy="549813"/>
            </a:xfrm>
          </p:grpSpPr>
          <p:sp>
            <p:nvSpPr>
              <p:cNvPr id="495" name="Google Shape;495;p8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8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7" name="Google Shape;497;p8"/>
          <p:cNvGrpSpPr/>
          <p:nvPr/>
        </p:nvGrpSpPr>
        <p:grpSpPr>
          <a:xfrm>
            <a:off x="1739106" y="167263"/>
            <a:ext cx="5783108" cy="4751793"/>
            <a:chOff x="1739106" y="167263"/>
            <a:chExt cx="5783108" cy="4751793"/>
          </a:xfrm>
        </p:grpSpPr>
        <p:grpSp>
          <p:nvGrpSpPr>
            <p:cNvPr id="498" name="Google Shape;498;p8"/>
            <p:cNvGrpSpPr/>
            <p:nvPr/>
          </p:nvGrpSpPr>
          <p:grpSpPr>
            <a:xfrm>
              <a:off x="1739106" y="4571297"/>
              <a:ext cx="714324" cy="347759"/>
              <a:chOff x="482844" y="1192072"/>
              <a:chExt cx="714324" cy="347759"/>
            </a:xfrm>
          </p:grpSpPr>
          <p:sp>
            <p:nvSpPr>
              <p:cNvPr id="499" name="Google Shape;499;p8"/>
              <p:cNvSpPr/>
              <p:nvPr/>
            </p:nvSpPr>
            <p:spPr>
              <a:xfrm>
                <a:off x="9839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8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8"/>
            <p:cNvGrpSpPr/>
            <p:nvPr/>
          </p:nvGrpSpPr>
          <p:grpSpPr>
            <a:xfrm>
              <a:off x="6751382" y="167263"/>
              <a:ext cx="770832" cy="372229"/>
              <a:chOff x="749957" y="2992438"/>
              <a:chExt cx="770832" cy="372229"/>
            </a:xfrm>
          </p:grpSpPr>
          <p:sp>
            <p:nvSpPr>
              <p:cNvPr id="502" name="Google Shape;502;p8"/>
              <p:cNvSpPr/>
              <p:nvPr/>
            </p:nvSpPr>
            <p:spPr>
              <a:xfrm>
                <a:off x="1307533" y="29924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8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4" name="Google Shape;504;p8"/>
          <p:cNvGrpSpPr/>
          <p:nvPr/>
        </p:nvGrpSpPr>
        <p:grpSpPr>
          <a:xfrm>
            <a:off x="-396191" y="3884117"/>
            <a:ext cx="1827234" cy="1488094"/>
            <a:chOff x="-396191" y="3884117"/>
            <a:chExt cx="1827234" cy="1488094"/>
          </a:xfrm>
        </p:grpSpPr>
        <p:grpSp>
          <p:nvGrpSpPr>
            <p:cNvPr id="505" name="Google Shape;505;p8"/>
            <p:cNvGrpSpPr/>
            <p:nvPr/>
          </p:nvGrpSpPr>
          <p:grpSpPr>
            <a:xfrm rot="168500" flipH="1">
              <a:off x="33849" y="3903025"/>
              <a:ext cx="806197" cy="1401960"/>
              <a:chOff x="3484347" y="4604001"/>
              <a:chExt cx="806115" cy="1401818"/>
            </a:xfrm>
          </p:grpSpPr>
          <p:sp>
            <p:nvSpPr>
              <p:cNvPr id="506" name="Google Shape;506;p8"/>
              <p:cNvSpPr/>
              <p:nvPr/>
            </p:nvSpPr>
            <p:spPr>
              <a:xfrm>
                <a:off x="4037609" y="4918083"/>
                <a:ext cx="114243" cy="196263"/>
              </a:xfrm>
              <a:custGeom>
                <a:avLst/>
                <a:gdLst/>
                <a:ahLst/>
                <a:cxnLst/>
                <a:rect l="l" t="t" r="r" b="b"/>
                <a:pathLst>
                  <a:path w="83086" h="142737" extrusionOk="0">
                    <a:moveTo>
                      <a:pt x="83277" y="54286"/>
                    </a:moveTo>
                    <a:cubicBezTo>
                      <a:pt x="83237" y="67076"/>
                      <a:pt x="82137" y="79839"/>
                      <a:pt x="79989" y="92447"/>
                    </a:cubicBezTo>
                    <a:lnTo>
                      <a:pt x="79550" y="92398"/>
                    </a:lnTo>
                    <a:cubicBezTo>
                      <a:pt x="49368" y="102433"/>
                      <a:pt x="22116" y="119725"/>
                      <a:pt x="190" y="142753"/>
                    </a:cubicBezTo>
                    <a:cubicBezTo>
                      <a:pt x="5717" y="109992"/>
                      <a:pt x="12374" y="77444"/>
                      <a:pt x="20163" y="45112"/>
                    </a:cubicBezTo>
                    <a:cubicBezTo>
                      <a:pt x="33894" y="25690"/>
                      <a:pt x="52613" y="10330"/>
                      <a:pt x="74347" y="647"/>
                    </a:cubicBezTo>
                    <a:lnTo>
                      <a:pt x="77438" y="16"/>
                    </a:lnTo>
                    <a:cubicBezTo>
                      <a:pt x="81188" y="17866"/>
                      <a:pt x="83144" y="36047"/>
                      <a:pt x="83277" y="542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8"/>
              <p:cNvSpPr/>
              <p:nvPr/>
            </p:nvSpPr>
            <p:spPr>
              <a:xfrm>
                <a:off x="4065082" y="4811150"/>
                <a:ext cx="78752" cy="168900"/>
              </a:xfrm>
              <a:custGeom>
                <a:avLst/>
                <a:gdLst/>
                <a:ahLst/>
                <a:cxnLst/>
                <a:rect l="l" t="t" r="r" b="b"/>
                <a:pathLst>
                  <a:path w="57274" h="122836" extrusionOk="0">
                    <a:moveTo>
                      <a:pt x="35416" y="16"/>
                    </a:moveTo>
                    <a:cubicBezTo>
                      <a:pt x="44227" y="25493"/>
                      <a:pt x="51588" y="51448"/>
                      <a:pt x="57465" y="77756"/>
                    </a:cubicBezTo>
                    <a:lnTo>
                      <a:pt x="54374" y="78388"/>
                    </a:lnTo>
                    <a:cubicBezTo>
                      <a:pt x="32640" y="88070"/>
                      <a:pt x="13921" y="103431"/>
                      <a:pt x="190" y="122852"/>
                    </a:cubicBezTo>
                    <a:cubicBezTo>
                      <a:pt x="10061" y="81432"/>
                      <a:pt x="21741" y="40509"/>
                      <a:pt x="35231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8"/>
              <p:cNvSpPr/>
              <p:nvPr/>
            </p:nvSpPr>
            <p:spPr>
              <a:xfrm>
                <a:off x="4022785" y="5045158"/>
                <a:ext cx="124541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5" h="125319" extrusionOk="0">
                    <a:moveTo>
                      <a:pt x="90326" y="16"/>
                    </a:moveTo>
                    <a:lnTo>
                      <a:pt x="90765" y="64"/>
                    </a:lnTo>
                    <a:cubicBezTo>
                      <a:pt x="84449" y="34139"/>
                      <a:pt x="73043" y="67070"/>
                      <a:pt x="56928" y="97756"/>
                    </a:cubicBezTo>
                    <a:lnTo>
                      <a:pt x="56344" y="97425"/>
                    </a:lnTo>
                    <a:cubicBezTo>
                      <a:pt x="35410" y="101379"/>
                      <a:pt x="15976" y="111038"/>
                      <a:pt x="190" y="125335"/>
                    </a:cubicBezTo>
                    <a:cubicBezTo>
                      <a:pt x="3168" y="100278"/>
                      <a:pt x="6760" y="75290"/>
                      <a:pt x="10966" y="50370"/>
                    </a:cubicBezTo>
                    <a:cubicBezTo>
                      <a:pt x="32892" y="27342"/>
                      <a:pt x="60145" y="10051"/>
                      <a:pt x="90326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8"/>
              <p:cNvSpPr/>
              <p:nvPr/>
            </p:nvSpPr>
            <p:spPr>
              <a:xfrm>
                <a:off x="3700198" y="5172341"/>
                <a:ext cx="121648" cy="162162"/>
              </a:xfrm>
              <a:custGeom>
                <a:avLst/>
                <a:gdLst/>
                <a:ahLst/>
                <a:cxnLst/>
                <a:rect l="l" t="t" r="r" b="b"/>
                <a:pathLst>
                  <a:path w="88471" h="117936" extrusionOk="0">
                    <a:moveTo>
                      <a:pt x="76752" y="58388"/>
                    </a:moveTo>
                    <a:cubicBezTo>
                      <a:pt x="75509" y="78937"/>
                      <a:pt x="79611" y="99458"/>
                      <a:pt x="88661" y="117952"/>
                    </a:cubicBezTo>
                    <a:cubicBezTo>
                      <a:pt x="66392" y="103393"/>
                      <a:pt x="43615" y="89400"/>
                      <a:pt x="20487" y="76165"/>
                    </a:cubicBezTo>
                    <a:cubicBezTo>
                      <a:pt x="22096" y="76079"/>
                      <a:pt x="23617" y="75983"/>
                      <a:pt x="25215" y="75983"/>
                    </a:cubicBezTo>
                    <a:cubicBezTo>
                      <a:pt x="13002" y="53873"/>
                      <a:pt x="4545" y="29890"/>
                      <a:pt x="190" y="5012"/>
                    </a:cubicBezTo>
                    <a:lnTo>
                      <a:pt x="2347" y="16"/>
                    </a:lnTo>
                    <a:cubicBezTo>
                      <a:pt x="20625" y="7886"/>
                      <a:pt x="37565" y="18552"/>
                      <a:pt x="52559" y="31630"/>
                    </a:cubicBezTo>
                    <a:cubicBezTo>
                      <a:pt x="61653" y="39580"/>
                      <a:pt x="70071" y="48269"/>
                      <a:pt x="77728" y="576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8"/>
              <p:cNvSpPr/>
              <p:nvPr/>
            </p:nvSpPr>
            <p:spPr>
              <a:xfrm>
                <a:off x="3498389" y="5152703"/>
                <a:ext cx="236141" cy="124336"/>
              </a:xfrm>
              <a:custGeom>
                <a:avLst/>
                <a:gdLst/>
                <a:ahLst/>
                <a:cxnLst/>
                <a:rect l="l" t="t" r="r" b="b"/>
                <a:pathLst>
                  <a:path w="171739" h="90426" extrusionOk="0">
                    <a:moveTo>
                      <a:pt x="37650" y="3279"/>
                    </a:moveTo>
                    <a:cubicBezTo>
                      <a:pt x="54100" y="947"/>
                      <a:pt x="70702" y="-138"/>
                      <a:pt x="87315" y="33"/>
                    </a:cubicBezTo>
                    <a:cubicBezTo>
                      <a:pt x="108607" y="901"/>
                      <a:pt x="129548" y="5737"/>
                      <a:pt x="149061" y="14293"/>
                    </a:cubicBezTo>
                    <a:lnTo>
                      <a:pt x="146904" y="19289"/>
                    </a:lnTo>
                    <a:cubicBezTo>
                      <a:pt x="151259" y="44167"/>
                      <a:pt x="159716" y="68150"/>
                      <a:pt x="171929" y="90261"/>
                    </a:cubicBezTo>
                    <a:cubicBezTo>
                      <a:pt x="170331" y="90260"/>
                      <a:pt x="168810" y="90356"/>
                      <a:pt x="167201" y="90443"/>
                    </a:cubicBezTo>
                    <a:cubicBezTo>
                      <a:pt x="113427" y="59397"/>
                      <a:pt x="57642" y="31967"/>
                      <a:pt x="219" y="8333"/>
                    </a:cubicBezTo>
                    <a:lnTo>
                      <a:pt x="190" y="7798"/>
                    </a:lnTo>
                    <a:cubicBezTo>
                      <a:pt x="12709" y="6265"/>
                      <a:pt x="25131" y="4812"/>
                      <a:pt x="37650" y="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8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8"/>
              <p:cNvSpPr/>
              <p:nvPr/>
            </p:nvSpPr>
            <p:spPr>
              <a:xfrm>
                <a:off x="3750306" y="4893183"/>
                <a:ext cx="87614" cy="197332"/>
              </a:xfrm>
              <a:custGeom>
                <a:avLst/>
                <a:gdLst/>
                <a:ahLst/>
                <a:cxnLst/>
                <a:rect l="l" t="t" r="r" b="b"/>
                <a:pathLst>
                  <a:path w="63719" h="143514" extrusionOk="0">
                    <a:moveTo>
                      <a:pt x="63909" y="87663"/>
                    </a:moveTo>
                    <a:lnTo>
                      <a:pt x="62301" y="87750"/>
                    </a:lnTo>
                    <a:cubicBezTo>
                      <a:pt x="48918" y="104189"/>
                      <a:pt x="39001" y="123162"/>
                      <a:pt x="33147" y="143530"/>
                    </a:cubicBezTo>
                    <a:cubicBezTo>
                      <a:pt x="30935" y="142662"/>
                      <a:pt x="28722" y="141794"/>
                      <a:pt x="26509" y="140925"/>
                    </a:cubicBezTo>
                    <a:cubicBezTo>
                      <a:pt x="17610" y="121201"/>
                      <a:pt x="8837" y="101402"/>
                      <a:pt x="190" y="81528"/>
                    </a:cubicBezTo>
                    <a:cubicBezTo>
                      <a:pt x="9791" y="51676"/>
                      <a:pt x="25137" y="23986"/>
                      <a:pt x="45367" y="16"/>
                    </a:cubicBezTo>
                    <a:cubicBezTo>
                      <a:pt x="55547" y="28242"/>
                      <a:pt x="61787" y="57735"/>
                      <a:pt x="63909" y="876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8"/>
              <p:cNvSpPr/>
              <p:nvPr/>
            </p:nvSpPr>
            <p:spPr>
              <a:xfrm>
                <a:off x="3594050" y="4615799"/>
                <a:ext cx="218314" cy="389359"/>
              </a:xfrm>
              <a:custGeom>
                <a:avLst/>
                <a:gdLst/>
                <a:ahLst/>
                <a:cxnLst/>
                <a:rect l="l" t="t" r="r" b="b"/>
                <a:pathLst>
                  <a:path w="158774" h="283170" extrusionOk="0">
                    <a:moveTo>
                      <a:pt x="144573" y="167489"/>
                    </a:moveTo>
                    <a:cubicBezTo>
                      <a:pt x="149987" y="178615"/>
                      <a:pt x="154791" y="190027"/>
                      <a:pt x="158964" y="201674"/>
                    </a:cubicBezTo>
                    <a:cubicBezTo>
                      <a:pt x="138735" y="225644"/>
                      <a:pt x="123388" y="253334"/>
                      <a:pt x="113787" y="283187"/>
                    </a:cubicBezTo>
                    <a:cubicBezTo>
                      <a:pt x="73038" y="189954"/>
                      <a:pt x="35172" y="95564"/>
                      <a:pt x="190" y="16"/>
                    </a:cubicBezTo>
                    <a:cubicBezTo>
                      <a:pt x="59597" y="44730"/>
                      <a:pt x="111989" y="100557"/>
                      <a:pt x="144573" y="167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8"/>
              <p:cNvSpPr/>
              <p:nvPr/>
            </p:nvSpPr>
            <p:spPr>
              <a:xfrm>
                <a:off x="3944369" y="5040972"/>
                <a:ext cx="93203" cy="181625"/>
              </a:xfrm>
              <a:custGeom>
                <a:avLst/>
                <a:gdLst/>
                <a:ahLst/>
                <a:cxnLst/>
                <a:rect l="l" t="t" r="r" b="b"/>
                <a:pathLst>
                  <a:path w="67784" h="132091" extrusionOk="0">
                    <a:moveTo>
                      <a:pt x="66667" y="54776"/>
                    </a:moveTo>
                    <a:cubicBezTo>
                      <a:pt x="67077" y="54289"/>
                      <a:pt x="67575" y="53813"/>
                      <a:pt x="67975" y="53413"/>
                    </a:cubicBezTo>
                    <a:cubicBezTo>
                      <a:pt x="63768" y="78333"/>
                      <a:pt x="60175" y="103321"/>
                      <a:pt x="57198" y="128378"/>
                    </a:cubicBezTo>
                    <a:cubicBezTo>
                      <a:pt x="55822" y="129556"/>
                      <a:pt x="54525" y="130831"/>
                      <a:pt x="53227" y="132107"/>
                    </a:cubicBezTo>
                    <a:cubicBezTo>
                      <a:pt x="42595" y="111279"/>
                      <a:pt x="25441" y="94495"/>
                      <a:pt x="4381" y="84310"/>
                    </a:cubicBezTo>
                    <a:cubicBezTo>
                      <a:pt x="2133" y="72621"/>
                      <a:pt x="784" y="60778"/>
                      <a:pt x="344" y="48884"/>
                    </a:cubicBezTo>
                    <a:cubicBezTo>
                      <a:pt x="-267" y="32512"/>
                      <a:pt x="939" y="16122"/>
                      <a:pt x="3940" y="16"/>
                    </a:cubicBezTo>
                    <a:cubicBezTo>
                      <a:pt x="27559" y="14915"/>
                      <a:pt x="48720" y="33388"/>
                      <a:pt x="66667" y="54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8"/>
              <p:cNvSpPr/>
              <p:nvPr/>
            </p:nvSpPr>
            <p:spPr>
              <a:xfrm>
                <a:off x="4000744" y="4804930"/>
                <a:ext cx="112750" cy="183392"/>
              </a:xfrm>
              <a:custGeom>
                <a:avLst/>
                <a:gdLst/>
                <a:ahLst/>
                <a:cxnLst/>
                <a:rect l="l" t="t" r="r" b="b"/>
                <a:pathLst>
                  <a:path w="82000" h="133376" extrusionOk="0">
                    <a:moveTo>
                      <a:pt x="12043" y="72610"/>
                    </a:moveTo>
                    <a:cubicBezTo>
                      <a:pt x="35183" y="48382"/>
                      <a:pt x="65836" y="30054"/>
                      <a:pt x="80652" y="16"/>
                    </a:cubicBezTo>
                    <a:cubicBezTo>
                      <a:pt x="81197" y="1497"/>
                      <a:pt x="81645" y="3056"/>
                      <a:pt x="82190" y="4537"/>
                    </a:cubicBezTo>
                    <a:lnTo>
                      <a:pt x="82005" y="4605"/>
                    </a:lnTo>
                    <a:cubicBezTo>
                      <a:pt x="68517" y="45001"/>
                      <a:pt x="56837" y="85924"/>
                      <a:pt x="46964" y="127373"/>
                    </a:cubicBezTo>
                    <a:cubicBezTo>
                      <a:pt x="45501" y="129341"/>
                      <a:pt x="44125" y="131318"/>
                      <a:pt x="42827" y="133392"/>
                    </a:cubicBezTo>
                    <a:cubicBezTo>
                      <a:pt x="30009" y="116539"/>
                      <a:pt x="15743" y="100838"/>
                      <a:pt x="190" y="86466"/>
                    </a:cubicBezTo>
                    <a:cubicBezTo>
                      <a:pt x="3868" y="81621"/>
                      <a:pt x="7825" y="76994"/>
                      <a:pt x="12043" y="726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8"/>
              <p:cNvSpPr/>
              <p:nvPr/>
            </p:nvSpPr>
            <p:spPr>
              <a:xfrm>
                <a:off x="3949529" y="4923845"/>
                <a:ext cx="115510" cy="192378"/>
              </a:xfrm>
              <a:custGeom>
                <a:avLst/>
                <a:gdLst/>
                <a:ahLst/>
                <a:cxnLst/>
                <a:rect l="l" t="t" r="r" b="b"/>
                <a:pathLst>
                  <a:path w="84007" h="139911" extrusionOk="0">
                    <a:moveTo>
                      <a:pt x="80060" y="46942"/>
                    </a:moveTo>
                    <a:cubicBezTo>
                      <a:pt x="81358" y="44868"/>
                      <a:pt x="82734" y="42891"/>
                      <a:pt x="84197" y="40923"/>
                    </a:cubicBezTo>
                    <a:cubicBezTo>
                      <a:pt x="76408" y="73256"/>
                      <a:pt x="69751" y="105803"/>
                      <a:pt x="64224" y="138564"/>
                    </a:cubicBezTo>
                    <a:cubicBezTo>
                      <a:pt x="63824" y="138964"/>
                      <a:pt x="63326" y="139440"/>
                      <a:pt x="62917" y="139927"/>
                    </a:cubicBezTo>
                    <a:cubicBezTo>
                      <a:pt x="44970" y="118540"/>
                      <a:pt x="23809" y="100066"/>
                      <a:pt x="190" y="85167"/>
                    </a:cubicBezTo>
                    <a:cubicBezTo>
                      <a:pt x="5662" y="54232"/>
                      <a:pt x="18425" y="25044"/>
                      <a:pt x="37424" y="16"/>
                    </a:cubicBezTo>
                    <a:cubicBezTo>
                      <a:pt x="52976" y="14387"/>
                      <a:pt x="67243" y="30089"/>
                      <a:pt x="80060" y="469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8"/>
              <p:cNvSpPr/>
              <p:nvPr/>
            </p:nvSpPr>
            <p:spPr>
              <a:xfrm>
                <a:off x="3950134" y="5156920"/>
                <a:ext cx="72622" cy="152164"/>
              </a:xfrm>
              <a:custGeom>
                <a:avLst/>
                <a:gdLst/>
                <a:ahLst/>
                <a:cxnLst/>
                <a:rect l="l" t="t" r="r" b="b"/>
                <a:pathLst>
                  <a:path w="52816" h="110665" extrusionOk="0">
                    <a:moveTo>
                      <a:pt x="53007" y="44083"/>
                    </a:moveTo>
                    <a:cubicBezTo>
                      <a:pt x="50352" y="66247"/>
                      <a:pt x="48321" y="88392"/>
                      <a:pt x="46807" y="110682"/>
                    </a:cubicBezTo>
                    <a:cubicBezTo>
                      <a:pt x="23966" y="77308"/>
                      <a:pt x="8109" y="39666"/>
                      <a:pt x="190" y="16"/>
                    </a:cubicBezTo>
                    <a:cubicBezTo>
                      <a:pt x="21251" y="10201"/>
                      <a:pt x="38404" y="26985"/>
                      <a:pt x="49036" y="47812"/>
                    </a:cubicBezTo>
                    <a:cubicBezTo>
                      <a:pt x="50334" y="46537"/>
                      <a:pt x="51631" y="45262"/>
                      <a:pt x="53007" y="44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8"/>
              <p:cNvSpPr/>
              <p:nvPr/>
            </p:nvSpPr>
            <p:spPr>
              <a:xfrm>
                <a:off x="4022785" y="5152168"/>
                <a:ext cx="81213" cy="143773"/>
              </a:xfrm>
              <a:custGeom>
                <a:avLst/>
                <a:gdLst/>
                <a:ahLst/>
                <a:cxnLst/>
                <a:rect l="l" t="t" r="r" b="b"/>
                <a:pathLst>
                  <a:path w="59064" h="104562" extrusionOk="0">
                    <a:moveTo>
                      <a:pt x="1709" y="37709"/>
                    </a:moveTo>
                    <a:cubicBezTo>
                      <a:pt x="1791" y="60031"/>
                      <a:pt x="1256" y="82262"/>
                      <a:pt x="190" y="104578"/>
                    </a:cubicBezTo>
                    <a:cubicBezTo>
                      <a:pt x="26726" y="74056"/>
                      <a:pt x="46817" y="38490"/>
                      <a:pt x="59255" y="16"/>
                    </a:cubicBezTo>
                    <a:cubicBezTo>
                      <a:pt x="37159" y="7708"/>
                      <a:pt x="18186" y="22406"/>
                      <a:pt x="5223" y="41871"/>
                    </a:cubicBezTo>
                    <a:cubicBezTo>
                      <a:pt x="4081" y="40454"/>
                      <a:pt x="2940" y="39038"/>
                      <a:pt x="1709" y="37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8"/>
              <p:cNvSpPr/>
              <p:nvPr/>
            </p:nvSpPr>
            <p:spPr>
              <a:xfrm>
                <a:off x="3771445" y="5220073"/>
                <a:ext cx="90228" cy="139466"/>
              </a:xfrm>
              <a:custGeom>
                <a:avLst/>
                <a:gdLst/>
                <a:ahLst/>
                <a:cxnLst/>
                <a:rect l="l" t="t" r="r" b="b"/>
                <a:pathLst>
                  <a:path w="65620" h="101430" extrusionOk="0">
                    <a:moveTo>
                      <a:pt x="7557" y="68508"/>
                    </a:moveTo>
                    <a:cubicBezTo>
                      <a:pt x="27282" y="78985"/>
                      <a:pt x="46633" y="89962"/>
                      <a:pt x="65810" y="101447"/>
                    </a:cubicBezTo>
                    <a:cubicBezTo>
                      <a:pt x="51434" y="63652"/>
                      <a:pt x="29563" y="29152"/>
                      <a:pt x="1509" y="16"/>
                    </a:cubicBezTo>
                    <a:cubicBezTo>
                      <a:pt x="-2148" y="23110"/>
                      <a:pt x="1847" y="46765"/>
                      <a:pt x="12887" y="67380"/>
                    </a:cubicBezTo>
                    <a:cubicBezTo>
                      <a:pt x="11099" y="67716"/>
                      <a:pt x="9311" y="68052"/>
                      <a:pt x="7557" y="685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8"/>
              <p:cNvSpPr/>
              <p:nvPr/>
            </p:nvSpPr>
            <p:spPr>
              <a:xfrm>
                <a:off x="3709824" y="5334565"/>
                <a:ext cx="159611" cy="48720"/>
              </a:xfrm>
              <a:custGeom>
                <a:avLst/>
                <a:gdLst/>
                <a:ahLst/>
                <a:cxnLst/>
                <a:rect l="l" t="t" r="r" b="b"/>
                <a:pathLst>
                  <a:path w="116081" h="35433" extrusionOk="0">
                    <a:moveTo>
                      <a:pt x="81663" y="16"/>
                    </a:moveTo>
                    <a:cubicBezTo>
                      <a:pt x="93339" y="7622"/>
                      <a:pt x="104820" y="15384"/>
                      <a:pt x="116272" y="23409"/>
                    </a:cubicBezTo>
                    <a:lnTo>
                      <a:pt x="116066" y="23652"/>
                    </a:lnTo>
                    <a:cubicBezTo>
                      <a:pt x="102759" y="21900"/>
                      <a:pt x="89809" y="27291"/>
                      <a:pt x="76889" y="30820"/>
                    </a:cubicBezTo>
                    <a:cubicBezTo>
                      <a:pt x="51685" y="37401"/>
                      <a:pt x="25160" y="36958"/>
                      <a:pt x="190" y="29539"/>
                    </a:cubicBezTo>
                    <a:lnTo>
                      <a:pt x="717" y="28000"/>
                    </a:lnTo>
                    <a:cubicBezTo>
                      <a:pt x="26376" y="15090"/>
                      <a:pt x="53789" y="6007"/>
                      <a:pt x="82083" y="1039"/>
                    </a:cubicBezTo>
                    <a:cubicBezTo>
                      <a:pt x="81907" y="714"/>
                      <a:pt x="81767" y="371"/>
                      <a:pt x="81664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8"/>
              <p:cNvSpPr/>
              <p:nvPr/>
            </p:nvSpPr>
            <p:spPr>
              <a:xfrm>
                <a:off x="3626302" y="5277086"/>
                <a:ext cx="196092" cy="98051"/>
              </a:xfrm>
              <a:custGeom>
                <a:avLst/>
                <a:gdLst/>
                <a:ahLst/>
                <a:cxnLst/>
                <a:rect l="l" t="t" r="r" b="b"/>
                <a:pathLst>
                  <a:path w="142612" h="71310" extrusionOk="0">
                    <a:moveTo>
                      <a:pt x="142383" y="41803"/>
                    </a:moveTo>
                    <a:cubicBezTo>
                      <a:pt x="142486" y="42158"/>
                      <a:pt x="142627" y="42501"/>
                      <a:pt x="142802" y="42826"/>
                    </a:cubicBezTo>
                    <a:cubicBezTo>
                      <a:pt x="114508" y="47794"/>
                      <a:pt x="87095" y="56877"/>
                      <a:pt x="61436" y="69787"/>
                    </a:cubicBezTo>
                    <a:lnTo>
                      <a:pt x="60909" y="71326"/>
                    </a:lnTo>
                    <a:cubicBezTo>
                      <a:pt x="47621" y="67432"/>
                      <a:pt x="34982" y="61594"/>
                      <a:pt x="23403" y="54002"/>
                    </a:cubicBezTo>
                    <a:cubicBezTo>
                      <a:pt x="15089" y="48467"/>
                      <a:pt x="7317" y="42161"/>
                      <a:pt x="190" y="35165"/>
                    </a:cubicBezTo>
                    <a:cubicBezTo>
                      <a:pt x="19357" y="14286"/>
                      <a:pt x="45903" y="1680"/>
                      <a:pt x="74208" y="16"/>
                    </a:cubicBezTo>
                    <a:cubicBezTo>
                      <a:pt x="97337" y="13251"/>
                      <a:pt x="120114" y="27244"/>
                      <a:pt x="142383" y="418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8"/>
              <p:cNvSpPr/>
              <p:nvPr/>
            </p:nvSpPr>
            <p:spPr>
              <a:xfrm>
                <a:off x="3491952" y="5163407"/>
                <a:ext cx="236074" cy="161967"/>
              </a:xfrm>
              <a:custGeom>
                <a:avLst/>
                <a:gdLst/>
                <a:ahLst/>
                <a:cxnLst/>
                <a:rect l="l" t="t" r="r" b="b"/>
                <a:pathLst>
                  <a:path w="171690" h="117794" extrusionOk="0">
                    <a:moveTo>
                      <a:pt x="4899" y="551"/>
                    </a:moveTo>
                    <a:cubicBezTo>
                      <a:pt x="62322" y="24185"/>
                      <a:pt x="118107" y="51615"/>
                      <a:pt x="171881" y="82660"/>
                    </a:cubicBezTo>
                    <a:cubicBezTo>
                      <a:pt x="143576" y="84324"/>
                      <a:pt x="117029" y="96930"/>
                      <a:pt x="97862" y="117810"/>
                    </a:cubicBezTo>
                    <a:cubicBezTo>
                      <a:pt x="61691" y="82969"/>
                      <a:pt x="38574" y="33871"/>
                      <a:pt x="190" y="558"/>
                    </a:cubicBezTo>
                    <a:cubicBezTo>
                      <a:pt x="1721" y="374"/>
                      <a:pt x="3339" y="200"/>
                      <a:pt x="487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8"/>
              <p:cNvSpPr/>
              <p:nvPr/>
            </p:nvSpPr>
            <p:spPr>
              <a:xfrm>
                <a:off x="3694750" y="5067242"/>
                <a:ext cx="127471" cy="97717"/>
              </a:xfrm>
              <a:custGeom>
                <a:avLst/>
                <a:gdLst/>
                <a:ahLst/>
                <a:cxnLst/>
                <a:rect l="l" t="t" r="r" b="b"/>
                <a:pathLst>
                  <a:path w="92706" h="71067" extrusionOk="0">
                    <a:moveTo>
                      <a:pt x="92897" y="71083"/>
                    </a:moveTo>
                    <a:cubicBezTo>
                      <a:pt x="58694" y="52035"/>
                      <a:pt x="27462" y="28093"/>
                      <a:pt x="190" y="16"/>
                    </a:cubicBezTo>
                    <a:cubicBezTo>
                      <a:pt x="23007" y="1536"/>
                      <a:pt x="45480" y="6377"/>
                      <a:pt x="66898" y="14385"/>
                    </a:cubicBezTo>
                    <a:cubicBezTo>
                      <a:pt x="74376" y="30933"/>
                      <a:pt x="81874" y="47305"/>
                      <a:pt x="89459" y="63687"/>
                    </a:cubicBezTo>
                    <a:cubicBezTo>
                      <a:pt x="90599" y="66211"/>
                      <a:pt x="91748" y="68647"/>
                      <a:pt x="92897" y="71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8"/>
              <p:cNvSpPr/>
              <p:nvPr/>
            </p:nvSpPr>
            <p:spPr>
              <a:xfrm>
                <a:off x="3636502" y="4981616"/>
                <a:ext cx="149948" cy="105351"/>
              </a:xfrm>
              <a:custGeom>
                <a:avLst/>
                <a:gdLst/>
                <a:ahLst/>
                <a:cxnLst/>
                <a:rect l="l" t="t" r="r" b="b"/>
                <a:pathLst>
                  <a:path w="109053" h="76619" extrusionOk="0">
                    <a:moveTo>
                      <a:pt x="82924" y="17239"/>
                    </a:moveTo>
                    <a:cubicBezTo>
                      <a:pt x="91541" y="37109"/>
                      <a:pt x="100314" y="56908"/>
                      <a:pt x="109243" y="76636"/>
                    </a:cubicBezTo>
                    <a:cubicBezTo>
                      <a:pt x="87826" y="68627"/>
                      <a:pt x="65353" y="63787"/>
                      <a:pt x="42536" y="62266"/>
                    </a:cubicBezTo>
                    <a:cubicBezTo>
                      <a:pt x="25065" y="44005"/>
                      <a:pt x="10755" y="22968"/>
                      <a:pt x="190" y="16"/>
                    </a:cubicBezTo>
                    <a:cubicBezTo>
                      <a:pt x="28514" y="1112"/>
                      <a:pt x="56410" y="7292"/>
                      <a:pt x="82544" y="182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8"/>
              <p:cNvSpPr/>
              <p:nvPr/>
            </p:nvSpPr>
            <p:spPr>
              <a:xfrm>
                <a:off x="3586958" y="4610367"/>
                <a:ext cx="163284" cy="396195"/>
              </a:xfrm>
              <a:custGeom>
                <a:avLst/>
                <a:gdLst/>
                <a:ahLst/>
                <a:cxnLst/>
                <a:rect l="l" t="t" r="r" b="b"/>
                <a:pathLst>
                  <a:path w="118752" h="288142" extrusionOk="0">
                    <a:moveTo>
                      <a:pt x="118943" y="287136"/>
                    </a:moveTo>
                    <a:lnTo>
                      <a:pt x="118562" y="288158"/>
                    </a:lnTo>
                    <a:cubicBezTo>
                      <a:pt x="92429" y="277189"/>
                      <a:pt x="64533" y="271008"/>
                      <a:pt x="36208" y="269912"/>
                    </a:cubicBezTo>
                    <a:cubicBezTo>
                      <a:pt x="33110" y="263134"/>
                      <a:pt x="30447" y="256165"/>
                      <a:pt x="28236" y="249048"/>
                    </a:cubicBezTo>
                    <a:cubicBezTo>
                      <a:pt x="21258" y="223625"/>
                      <a:pt x="17026" y="197529"/>
                      <a:pt x="15614" y="171205"/>
                    </a:cubicBezTo>
                    <a:cubicBezTo>
                      <a:pt x="10451" y="114081"/>
                      <a:pt x="5309" y="57018"/>
                      <a:pt x="190" y="16"/>
                    </a:cubicBezTo>
                    <a:cubicBezTo>
                      <a:pt x="1915" y="1274"/>
                      <a:pt x="3630" y="2619"/>
                      <a:pt x="5346" y="3965"/>
                    </a:cubicBezTo>
                    <a:cubicBezTo>
                      <a:pt x="40332" y="99483"/>
                      <a:pt x="78197" y="193873"/>
                      <a:pt x="118943" y="2871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8"/>
              <p:cNvSpPr/>
              <p:nvPr/>
            </p:nvSpPr>
            <p:spPr>
              <a:xfrm>
                <a:off x="4124065" y="4882373"/>
                <a:ext cx="19790" cy="44505"/>
              </a:xfrm>
              <a:custGeom>
                <a:avLst/>
                <a:gdLst/>
                <a:ahLst/>
                <a:cxnLst/>
                <a:rect l="l" t="t" r="r" b="b"/>
                <a:pathLst>
                  <a:path w="14393" h="32367" extrusionOk="0">
                    <a:moveTo>
                      <a:pt x="8301" y="16"/>
                    </a:moveTo>
                    <a:cubicBezTo>
                      <a:pt x="6138" y="10945"/>
                      <a:pt x="3296" y="21831"/>
                      <a:pt x="190" y="32383"/>
                    </a:cubicBezTo>
                    <a:cubicBezTo>
                      <a:pt x="3876" y="30296"/>
                      <a:pt x="7624" y="28324"/>
                      <a:pt x="11494" y="26608"/>
                    </a:cubicBezTo>
                    <a:lnTo>
                      <a:pt x="14584" y="25977"/>
                    </a:lnTo>
                    <a:cubicBezTo>
                      <a:pt x="12798" y="17267"/>
                      <a:pt x="10617" y="8626"/>
                      <a:pt x="8301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8"/>
              <p:cNvSpPr/>
              <p:nvPr/>
            </p:nvSpPr>
            <p:spPr>
              <a:xfrm>
                <a:off x="4022786" y="5045158"/>
                <a:ext cx="124539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4" h="125319" extrusionOk="0">
                    <a:moveTo>
                      <a:pt x="90327" y="16"/>
                    </a:moveTo>
                    <a:cubicBezTo>
                      <a:pt x="69817" y="6849"/>
                      <a:pt x="50600" y="17075"/>
                      <a:pt x="33478" y="30267"/>
                    </a:cubicBezTo>
                    <a:cubicBezTo>
                      <a:pt x="24683" y="52065"/>
                      <a:pt x="15033" y="73546"/>
                      <a:pt x="4257" y="94353"/>
                    </a:cubicBezTo>
                    <a:cubicBezTo>
                      <a:pt x="2817" y="104671"/>
                      <a:pt x="1418" y="114994"/>
                      <a:pt x="190" y="125335"/>
                    </a:cubicBezTo>
                    <a:cubicBezTo>
                      <a:pt x="15976" y="111038"/>
                      <a:pt x="35409" y="101378"/>
                      <a:pt x="56343" y="97424"/>
                    </a:cubicBezTo>
                    <a:lnTo>
                      <a:pt x="56928" y="97756"/>
                    </a:lnTo>
                    <a:cubicBezTo>
                      <a:pt x="73042" y="67070"/>
                      <a:pt x="84448" y="34139"/>
                      <a:pt x="90765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8"/>
              <p:cNvSpPr/>
              <p:nvPr/>
            </p:nvSpPr>
            <p:spPr>
              <a:xfrm>
                <a:off x="3700198" y="5172340"/>
                <a:ext cx="116331" cy="149296"/>
              </a:xfrm>
              <a:custGeom>
                <a:avLst/>
                <a:gdLst/>
                <a:ahLst/>
                <a:cxnLst/>
                <a:rect l="l" t="t" r="r" b="b"/>
                <a:pathLst>
                  <a:path w="84604" h="108579" extrusionOk="0">
                    <a:moveTo>
                      <a:pt x="84794" y="108595"/>
                    </a:moveTo>
                    <a:cubicBezTo>
                      <a:pt x="78544" y="92629"/>
                      <a:pt x="75801" y="75506"/>
                      <a:pt x="76752" y="58388"/>
                    </a:cubicBezTo>
                    <a:lnTo>
                      <a:pt x="77728" y="57610"/>
                    </a:lnTo>
                    <a:cubicBezTo>
                      <a:pt x="70070" y="48270"/>
                      <a:pt x="61653" y="39580"/>
                      <a:pt x="52559" y="31630"/>
                    </a:cubicBezTo>
                    <a:cubicBezTo>
                      <a:pt x="37565" y="18552"/>
                      <a:pt x="20624" y="7886"/>
                      <a:pt x="2346" y="16"/>
                    </a:cubicBezTo>
                    <a:lnTo>
                      <a:pt x="190" y="5013"/>
                    </a:lnTo>
                    <a:cubicBezTo>
                      <a:pt x="2949" y="20401"/>
                      <a:pt x="7284" y="35466"/>
                      <a:pt x="13127" y="49968"/>
                    </a:cubicBezTo>
                    <a:cubicBezTo>
                      <a:pt x="41056" y="63980"/>
                      <a:pt x="65532" y="84002"/>
                      <a:pt x="84794" y="1085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3498389" y="5152703"/>
                <a:ext cx="219520" cy="88314"/>
              </a:xfrm>
              <a:custGeom>
                <a:avLst/>
                <a:gdLst/>
                <a:ahLst/>
                <a:cxnLst/>
                <a:rect l="l" t="t" r="r" b="b"/>
                <a:pathLst>
                  <a:path w="159651" h="64228" extrusionOk="0">
                    <a:moveTo>
                      <a:pt x="59149" y="24209"/>
                    </a:moveTo>
                    <a:cubicBezTo>
                      <a:pt x="93851" y="34498"/>
                      <a:pt x="127552" y="47898"/>
                      <a:pt x="159841" y="64245"/>
                    </a:cubicBezTo>
                    <a:cubicBezTo>
                      <a:pt x="153998" y="49742"/>
                      <a:pt x="149663" y="34678"/>
                      <a:pt x="146904" y="19290"/>
                    </a:cubicBezTo>
                    <a:lnTo>
                      <a:pt x="149061" y="14292"/>
                    </a:lnTo>
                    <a:cubicBezTo>
                      <a:pt x="129548" y="5737"/>
                      <a:pt x="108607" y="901"/>
                      <a:pt x="87316" y="33"/>
                    </a:cubicBezTo>
                    <a:cubicBezTo>
                      <a:pt x="70703" y="-139"/>
                      <a:pt x="54100" y="946"/>
                      <a:pt x="37650" y="3279"/>
                    </a:cubicBezTo>
                    <a:cubicBezTo>
                      <a:pt x="25131" y="4811"/>
                      <a:pt x="12709" y="6266"/>
                      <a:pt x="190" y="7798"/>
                    </a:cubicBezTo>
                    <a:lnTo>
                      <a:pt x="219" y="8334"/>
                    </a:lnTo>
                    <a:cubicBezTo>
                      <a:pt x="11438" y="12952"/>
                      <a:pt x="22544" y="17836"/>
                      <a:pt x="33638" y="22744"/>
                    </a:cubicBezTo>
                    <a:cubicBezTo>
                      <a:pt x="42120" y="20944"/>
                      <a:pt x="50929" y="21450"/>
                      <a:pt x="59149" y="242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8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8"/>
              <p:cNvSpPr/>
              <p:nvPr/>
            </p:nvSpPr>
            <p:spPr>
              <a:xfrm>
                <a:off x="4009455" y="5174921"/>
                <a:ext cx="18917" cy="47728"/>
              </a:xfrm>
              <a:custGeom>
                <a:avLst/>
                <a:gdLst/>
                <a:ahLst/>
                <a:cxnLst/>
                <a:rect l="l" t="t" r="r" b="b"/>
                <a:pathLst>
                  <a:path w="13758" h="34711" extrusionOk="0">
                    <a:moveTo>
                      <a:pt x="190" y="24966"/>
                    </a:moveTo>
                    <a:cubicBezTo>
                      <a:pt x="2273" y="28113"/>
                      <a:pt x="4183" y="31372"/>
                      <a:pt x="5910" y="34727"/>
                    </a:cubicBezTo>
                    <a:cubicBezTo>
                      <a:pt x="7208" y="33451"/>
                      <a:pt x="8505" y="32175"/>
                      <a:pt x="9881" y="30998"/>
                    </a:cubicBezTo>
                    <a:cubicBezTo>
                      <a:pt x="11110" y="20657"/>
                      <a:pt x="12509" y="10334"/>
                      <a:pt x="13948" y="16"/>
                    </a:cubicBezTo>
                    <a:cubicBezTo>
                      <a:pt x="9572" y="8466"/>
                      <a:pt x="4950" y="16762"/>
                      <a:pt x="190" y="249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8"/>
              <p:cNvSpPr/>
              <p:nvPr/>
            </p:nvSpPr>
            <p:spPr>
              <a:xfrm>
                <a:off x="3980221" y="5209240"/>
                <a:ext cx="42549" cy="99866"/>
              </a:xfrm>
              <a:custGeom>
                <a:avLst/>
                <a:gdLst/>
                <a:ahLst/>
                <a:cxnLst/>
                <a:rect l="l" t="t" r="r" b="b"/>
                <a:pathLst>
                  <a:path w="30945" h="72630" extrusionOk="0">
                    <a:moveTo>
                      <a:pt x="27164" y="9777"/>
                    </a:moveTo>
                    <a:cubicBezTo>
                      <a:pt x="25436" y="6422"/>
                      <a:pt x="23527" y="3163"/>
                      <a:pt x="21444" y="16"/>
                    </a:cubicBezTo>
                    <a:cubicBezTo>
                      <a:pt x="18389" y="5282"/>
                      <a:pt x="15329" y="10544"/>
                      <a:pt x="12104" y="15693"/>
                    </a:cubicBezTo>
                    <a:cubicBezTo>
                      <a:pt x="9000" y="20768"/>
                      <a:pt x="4957" y="25206"/>
                      <a:pt x="190" y="28768"/>
                    </a:cubicBezTo>
                    <a:cubicBezTo>
                      <a:pt x="7299" y="44007"/>
                      <a:pt x="15573" y="58676"/>
                      <a:pt x="24936" y="72646"/>
                    </a:cubicBezTo>
                    <a:cubicBezTo>
                      <a:pt x="26450" y="50355"/>
                      <a:pt x="28480" y="28211"/>
                      <a:pt x="31135" y="6048"/>
                    </a:cubicBezTo>
                    <a:cubicBezTo>
                      <a:pt x="29759" y="7226"/>
                      <a:pt x="28462" y="8501"/>
                      <a:pt x="27164" y="97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8"/>
              <p:cNvSpPr/>
              <p:nvPr/>
            </p:nvSpPr>
            <p:spPr>
              <a:xfrm>
                <a:off x="3827745" y="5338521"/>
                <a:ext cx="41737" cy="30667"/>
              </a:xfrm>
              <a:custGeom>
                <a:avLst/>
                <a:gdLst/>
                <a:ahLst/>
                <a:cxnLst/>
                <a:rect l="l" t="t" r="r" b="b"/>
                <a:pathLst>
                  <a:path w="30354" h="22303" extrusionOk="0">
                    <a:moveTo>
                      <a:pt x="190" y="16"/>
                    </a:moveTo>
                    <a:cubicBezTo>
                      <a:pt x="4383" y="7134"/>
                      <a:pt x="7964" y="14595"/>
                      <a:pt x="10895" y="22319"/>
                    </a:cubicBezTo>
                    <a:cubicBezTo>
                      <a:pt x="17226" y="20616"/>
                      <a:pt x="23817" y="20093"/>
                      <a:pt x="30339" y="20777"/>
                    </a:cubicBezTo>
                    <a:lnTo>
                      <a:pt x="30544" y="20533"/>
                    </a:lnTo>
                    <a:cubicBezTo>
                      <a:pt x="20499" y="13496"/>
                      <a:pt x="10390" y="6723"/>
                      <a:pt x="190" y="16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8"/>
              <p:cNvSpPr/>
              <p:nvPr/>
            </p:nvSpPr>
            <p:spPr>
              <a:xfrm>
                <a:off x="3491953" y="5163407"/>
                <a:ext cx="524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38127" h="22400" extrusionOk="0">
                    <a:moveTo>
                      <a:pt x="38317" y="14961"/>
                    </a:moveTo>
                    <a:cubicBezTo>
                      <a:pt x="27223" y="10054"/>
                      <a:pt x="16117" y="5169"/>
                      <a:pt x="4898" y="551"/>
                    </a:cubicBezTo>
                    <a:lnTo>
                      <a:pt x="4869" y="16"/>
                    </a:lnTo>
                    <a:cubicBezTo>
                      <a:pt x="3338" y="199"/>
                      <a:pt x="1720" y="374"/>
                      <a:pt x="190" y="558"/>
                    </a:cubicBezTo>
                    <a:cubicBezTo>
                      <a:pt x="7829" y="7333"/>
                      <a:pt x="14982" y="14637"/>
                      <a:pt x="21595" y="22416"/>
                    </a:cubicBezTo>
                    <a:cubicBezTo>
                      <a:pt x="26615" y="18841"/>
                      <a:pt x="32301" y="16306"/>
                      <a:pt x="38317" y="149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8"/>
              <p:cNvSpPr/>
              <p:nvPr/>
            </p:nvSpPr>
            <p:spPr>
              <a:xfrm>
                <a:off x="3718412" y="5074710"/>
                <a:ext cx="103819" cy="90254"/>
              </a:xfrm>
              <a:custGeom>
                <a:avLst/>
                <a:gdLst/>
                <a:ahLst/>
                <a:cxnLst/>
                <a:rect l="l" t="t" r="r" b="b"/>
                <a:pathLst>
                  <a:path w="75505" h="65639" extrusionOk="0">
                    <a:moveTo>
                      <a:pt x="190" y="11446"/>
                    </a:moveTo>
                    <a:cubicBezTo>
                      <a:pt x="23341" y="32168"/>
                      <a:pt x="48655" y="50342"/>
                      <a:pt x="75696" y="65655"/>
                    </a:cubicBezTo>
                    <a:cubicBezTo>
                      <a:pt x="74546" y="63219"/>
                      <a:pt x="73397" y="60782"/>
                      <a:pt x="72257" y="58258"/>
                    </a:cubicBezTo>
                    <a:cubicBezTo>
                      <a:pt x="64673" y="41877"/>
                      <a:pt x="57174" y="25504"/>
                      <a:pt x="49695" y="8956"/>
                    </a:cubicBezTo>
                    <a:cubicBezTo>
                      <a:pt x="39846" y="5314"/>
                      <a:pt x="29767" y="2327"/>
                      <a:pt x="19523" y="16"/>
                    </a:cubicBezTo>
                    <a:cubicBezTo>
                      <a:pt x="14102" y="5337"/>
                      <a:pt x="7467" y="9260"/>
                      <a:pt x="190" y="11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8"/>
              <p:cNvSpPr/>
              <p:nvPr/>
            </p:nvSpPr>
            <p:spPr>
              <a:xfrm>
                <a:off x="3745005" y="5026612"/>
                <a:ext cx="41486" cy="60372"/>
              </a:xfrm>
              <a:custGeom>
                <a:avLst/>
                <a:gdLst/>
                <a:ahLst/>
                <a:cxnLst/>
                <a:rect l="l" t="t" r="r" b="b"/>
                <a:pathLst>
                  <a:path w="30172" h="43907" extrusionOk="0">
                    <a:moveTo>
                      <a:pt x="30362" y="43923"/>
                    </a:moveTo>
                    <a:cubicBezTo>
                      <a:pt x="23783" y="29342"/>
                      <a:pt x="17344" y="14677"/>
                      <a:pt x="10908" y="16"/>
                    </a:cubicBezTo>
                    <a:cubicBezTo>
                      <a:pt x="10973" y="2817"/>
                      <a:pt x="11017" y="5552"/>
                      <a:pt x="11036" y="8178"/>
                    </a:cubicBezTo>
                    <a:cubicBezTo>
                      <a:pt x="11234" y="18218"/>
                      <a:pt x="7315" y="27902"/>
                      <a:pt x="190" y="34982"/>
                    </a:cubicBezTo>
                    <a:cubicBezTo>
                      <a:pt x="10434" y="37293"/>
                      <a:pt x="20513" y="40280"/>
                      <a:pt x="30362" y="439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3580591" y="4604001"/>
                <a:ext cx="709871" cy="1401818"/>
              </a:xfrm>
              <a:custGeom>
                <a:avLst/>
                <a:gdLst/>
                <a:ahLst/>
                <a:cxnLst/>
                <a:rect l="l" t="t" r="r" b="b"/>
                <a:pathLst>
                  <a:path w="516270" h="1019504" extrusionOk="0">
                    <a:moveTo>
                      <a:pt x="515434" y="1010234"/>
                    </a:moveTo>
                    <a:cubicBezTo>
                      <a:pt x="436259" y="886734"/>
                      <a:pt x="362295" y="760112"/>
                      <a:pt x="293542" y="630369"/>
                    </a:cubicBezTo>
                    <a:cubicBezTo>
                      <a:pt x="253650" y="554817"/>
                      <a:pt x="215638" y="478358"/>
                      <a:pt x="179507" y="400992"/>
                    </a:cubicBezTo>
                    <a:cubicBezTo>
                      <a:pt x="179659" y="400770"/>
                      <a:pt x="179790" y="400535"/>
                      <a:pt x="179899" y="400289"/>
                    </a:cubicBezTo>
                    <a:cubicBezTo>
                      <a:pt x="204206" y="324469"/>
                      <a:pt x="191904" y="240808"/>
                      <a:pt x="156769" y="170400"/>
                    </a:cubicBezTo>
                    <a:cubicBezTo>
                      <a:pt x="122601" y="101929"/>
                      <a:pt x="68135" y="45938"/>
                      <a:pt x="7178" y="635"/>
                    </a:cubicBezTo>
                    <a:cubicBezTo>
                      <a:pt x="4943" y="-647"/>
                      <a:pt x="2091" y="125"/>
                      <a:pt x="808" y="2359"/>
                    </a:cubicBezTo>
                    <a:cubicBezTo>
                      <a:pt x="409" y="3054"/>
                      <a:pt x="196" y="3841"/>
                      <a:pt x="190" y="4642"/>
                    </a:cubicBezTo>
                    <a:cubicBezTo>
                      <a:pt x="4416" y="51452"/>
                      <a:pt x="8642" y="98261"/>
                      <a:pt x="12870" y="145071"/>
                    </a:cubicBezTo>
                    <a:cubicBezTo>
                      <a:pt x="16562" y="185962"/>
                      <a:pt x="17699" y="228871"/>
                      <a:pt x="32972" y="267507"/>
                    </a:cubicBezTo>
                    <a:cubicBezTo>
                      <a:pt x="57324" y="329113"/>
                      <a:pt x="111450" y="376997"/>
                      <a:pt x="169247" y="407470"/>
                    </a:cubicBezTo>
                    <a:cubicBezTo>
                      <a:pt x="170138" y="409393"/>
                      <a:pt x="171002" y="411328"/>
                      <a:pt x="171895" y="413250"/>
                    </a:cubicBezTo>
                    <a:cubicBezTo>
                      <a:pt x="233703" y="546308"/>
                      <a:pt x="301270" y="676460"/>
                      <a:pt x="374595" y="803707"/>
                    </a:cubicBezTo>
                    <a:cubicBezTo>
                      <a:pt x="416122" y="875747"/>
                      <a:pt x="459436" y="946712"/>
                      <a:pt x="504535" y="1016600"/>
                    </a:cubicBezTo>
                    <a:cubicBezTo>
                      <a:pt x="508923" y="1023396"/>
                      <a:pt x="519835" y="1017100"/>
                      <a:pt x="515434" y="1010234"/>
                    </a:cubicBezTo>
                    <a:close/>
                    <a:moveTo>
                      <a:pt x="173558" y="388334"/>
                    </a:moveTo>
                    <a:cubicBezTo>
                      <a:pt x="168526" y="377510"/>
                      <a:pt x="163571" y="366649"/>
                      <a:pt x="158610" y="355792"/>
                    </a:cubicBezTo>
                    <a:cubicBezTo>
                      <a:pt x="158949" y="355456"/>
                      <a:pt x="159207" y="355047"/>
                      <a:pt x="159364" y="354597"/>
                    </a:cubicBezTo>
                    <a:cubicBezTo>
                      <a:pt x="164652" y="337779"/>
                      <a:pt x="172538" y="321891"/>
                      <a:pt x="182735" y="307507"/>
                    </a:cubicBezTo>
                    <a:cubicBezTo>
                      <a:pt x="183660" y="334753"/>
                      <a:pt x="180567" y="361987"/>
                      <a:pt x="173558" y="388334"/>
                    </a:cubicBezTo>
                    <a:close/>
                    <a:moveTo>
                      <a:pt x="88118" y="335217"/>
                    </a:moveTo>
                    <a:cubicBezTo>
                      <a:pt x="71544" y="318280"/>
                      <a:pt x="57771" y="298815"/>
                      <a:pt x="47318" y="277553"/>
                    </a:cubicBezTo>
                    <a:cubicBezTo>
                      <a:pt x="71688" y="280141"/>
                      <a:pt x="95635" y="285774"/>
                      <a:pt x="118600" y="294320"/>
                    </a:cubicBezTo>
                    <a:cubicBezTo>
                      <a:pt x="125927" y="311250"/>
                      <a:pt x="133352" y="328139"/>
                      <a:pt x="140873" y="344984"/>
                    </a:cubicBezTo>
                    <a:cubicBezTo>
                      <a:pt x="123864" y="339154"/>
                      <a:pt x="106088" y="335863"/>
                      <a:pt x="88118" y="335217"/>
                    </a:cubicBezTo>
                    <a:close/>
                    <a:moveTo>
                      <a:pt x="182314" y="297509"/>
                    </a:moveTo>
                    <a:cubicBezTo>
                      <a:pt x="170059" y="312534"/>
                      <a:pt x="160850" y="329801"/>
                      <a:pt x="155202" y="348345"/>
                    </a:cubicBezTo>
                    <a:cubicBezTo>
                      <a:pt x="146063" y="328267"/>
                      <a:pt x="137034" y="308136"/>
                      <a:pt x="128115" y="287955"/>
                    </a:cubicBezTo>
                    <a:cubicBezTo>
                      <a:pt x="136894" y="262676"/>
                      <a:pt x="149829" y="239036"/>
                      <a:pt x="166389" y="218009"/>
                    </a:cubicBezTo>
                    <a:cubicBezTo>
                      <a:pt x="175100" y="243713"/>
                      <a:pt x="180452" y="270434"/>
                      <a:pt x="182314" y="297509"/>
                    </a:cubicBezTo>
                    <a:close/>
                    <a:moveTo>
                      <a:pt x="147046" y="171870"/>
                    </a:moveTo>
                    <a:cubicBezTo>
                      <a:pt x="153560" y="184618"/>
                      <a:pt x="159255" y="197768"/>
                      <a:pt x="164100" y="211238"/>
                    </a:cubicBezTo>
                    <a:cubicBezTo>
                      <a:pt x="147323" y="231806"/>
                      <a:pt x="133951" y="254926"/>
                      <a:pt x="124492" y="279721"/>
                    </a:cubicBezTo>
                    <a:cubicBezTo>
                      <a:pt x="117717" y="264280"/>
                      <a:pt x="111006" y="248810"/>
                      <a:pt x="104356" y="233311"/>
                    </a:cubicBezTo>
                    <a:cubicBezTo>
                      <a:pt x="74163" y="162772"/>
                      <a:pt x="46962" y="91016"/>
                      <a:pt x="17393" y="20238"/>
                    </a:cubicBezTo>
                    <a:cubicBezTo>
                      <a:pt x="70992" y="60905"/>
                      <a:pt x="115210" y="112619"/>
                      <a:pt x="147046" y="171870"/>
                    </a:cubicBezTo>
                    <a:close/>
                    <a:moveTo>
                      <a:pt x="21272" y="136294"/>
                    </a:moveTo>
                    <a:cubicBezTo>
                      <a:pt x="17760" y="97085"/>
                      <a:pt x="14247" y="57875"/>
                      <a:pt x="10735" y="18665"/>
                    </a:cubicBezTo>
                    <a:cubicBezTo>
                      <a:pt x="31878" y="84598"/>
                      <a:pt x="58072" y="149173"/>
                      <a:pt x="84313" y="213169"/>
                    </a:cubicBezTo>
                    <a:cubicBezTo>
                      <a:pt x="94354" y="237653"/>
                      <a:pt x="104633" y="262037"/>
                      <a:pt x="115150" y="286320"/>
                    </a:cubicBezTo>
                    <a:cubicBezTo>
                      <a:pt x="92717" y="277523"/>
                      <a:pt x="68902" y="272769"/>
                      <a:pt x="44808" y="272278"/>
                    </a:cubicBezTo>
                    <a:cubicBezTo>
                      <a:pt x="42863" y="267894"/>
                      <a:pt x="41037" y="263427"/>
                      <a:pt x="39409" y="258823"/>
                    </a:cubicBezTo>
                    <a:cubicBezTo>
                      <a:pt x="25645" y="219896"/>
                      <a:pt x="24923" y="177041"/>
                      <a:pt x="21272" y="136294"/>
                    </a:cubicBezTo>
                    <a:close/>
                    <a:moveTo>
                      <a:pt x="92864" y="340006"/>
                    </a:moveTo>
                    <a:cubicBezTo>
                      <a:pt x="110269" y="342729"/>
                      <a:pt x="127424" y="346864"/>
                      <a:pt x="144157" y="352369"/>
                    </a:cubicBezTo>
                    <a:cubicBezTo>
                      <a:pt x="150807" y="367196"/>
                      <a:pt x="157533" y="381989"/>
                      <a:pt x="164336" y="396748"/>
                    </a:cubicBezTo>
                    <a:cubicBezTo>
                      <a:pt x="138769" y="380136"/>
                      <a:pt x="114838" y="361137"/>
                      <a:pt x="92864" y="3400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8"/>
              <p:cNvSpPr/>
              <p:nvPr/>
            </p:nvSpPr>
            <p:spPr>
              <a:xfrm>
                <a:off x="3484347" y="5145074"/>
                <a:ext cx="474511" cy="289409"/>
              </a:xfrm>
              <a:custGeom>
                <a:avLst/>
                <a:gdLst/>
                <a:ahLst/>
                <a:cxnLst/>
                <a:rect l="l" t="t" r="r" b="b"/>
                <a:pathLst>
                  <a:path w="345099" h="210479" extrusionOk="0">
                    <a:moveTo>
                      <a:pt x="343637" y="201281"/>
                    </a:moveTo>
                    <a:cubicBezTo>
                      <a:pt x="323447" y="185211"/>
                      <a:pt x="302472" y="170070"/>
                      <a:pt x="281143" y="155430"/>
                    </a:cubicBezTo>
                    <a:cubicBezTo>
                      <a:pt x="281699" y="154357"/>
                      <a:pt x="281768" y="153097"/>
                      <a:pt x="281331" y="151970"/>
                    </a:cubicBezTo>
                    <a:cubicBezTo>
                      <a:pt x="264322" y="98905"/>
                      <a:pt x="228737" y="53749"/>
                      <a:pt x="181105" y="24783"/>
                    </a:cubicBezTo>
                    <a:cubicBezTo>
                      <a:pt x="157724" y="11236"/>
                      <a:pt x="131648" y="2991"/>
                      <a:pt x="104724" y="633"/>
                    </a:cubicBezTo>
                    <a:cubicBezTo>
                      <a:pt x="71906" y="-2043"/>
                      <a:pt x="38199" y="4622"/>
                      <a:pt x="5681" y="8446"/>
                    </a:cubicBezTo>
                    <a:cubicBezTo>
                      <a:pt x="1489" y="8939"/>
                      <a:pt x="-2005" y="14229"/>
                      <a:pt x="1865" y="17652"/>
                    </a:cubicBezTo>
                    <a:cubicBezTo>
                      <a:pt x="44048" y="54954"/>
                      <a:pt x="66920" y="109357"/>
                      <a:pt x="110742" y="144996"/>
                    </a:cubicBezTo>
                    <a:cubicBezTo>
                      <a:pt x="132373" y="162721"/>
                      <a:pt x="158591" y="173953"/>
                      <a:pt x="186353" y="177388"/>
                    </a:cubicBezTo>
                    <a:cubicBezTo>
                      <a:pt x="200217" y="179137"/>
                      <a:pt x="214261" y="178855"/>
                      <a:pt x="228043" y="176550"/>
                    </a:cubicBezTo>
                    <a:cubicBezTo>
                      <a:pt x="244376" y="173770"/>
                      <a:pt x="259443" y="166720"/>
                      <a:pt x="275920" y="165066"/>
                    </a:cubicBezTo>
                    <a:cubicBezTo>
                      <a:pt x="296570" y="179568"/>
                      <a:pt x="317001" y="194414"/>
                      <a:pt x="337212" y="209604"/>
                    </a:cubicBezTo>
                    <a:cubicBezTo>
                      <a:pt x="341973" y="213194"/>
                      <a:pt x="348347" y="205030"/>
                      <a:pt x="343637" y="201281"/>
                    </a:cubicBezTo>
                    <a:close/>
                    <a:moveTo>
                      <a:pt x="246804" y="132689"/>
                    </a:moveTo>
                    <a:cubicBezTo>
                      <a:pt x="243152" y="124432"/>
                      <a:pt x="240441" y="115792"/>
                      <a:pt x="238722" y="106930"/>
                    </a:cubicBezTo>
                    <a:cubicBezTo>
                      <a:pt x="237751" y="101839"/>
                      <a:pt x="237125" y="96689"/>
                      <a:pt x="236848" y="91514"/>
                    </a:cubicBezTo>
                    <a:cubicBezTo>
                      <a:pt x="236811" y="90832"/>
                      <a:pt x="236845" y="90085"/>
                      <a:pt x="236858" y="89357"/>
                    </a:cubicBezTo>
                    <a:cubicBezTo>
                      <a:pt x="249897" y="107051"/>
                      <a:pt x="260593" y="126354"/>
                      <a:pt x="268680" y="146788"/>
                    </a:cubicBezTo>
                    <a:cubicBezTo>
                      <a:pt x="261464" y="141967"/>
                      <a:pt x="254117" y="137359"/>
                      <a:pt x="246804" y="132689"/>
                    </a:cubicBezTo>
                    <a:close/>
                    <a:moveTo>
                      <a:pt x="230182" y="80773"/>
                    </a:moveTo>
                    <a:cubicBezTo>
                      <a:pt x="229833" y="84610"/>
                      <a:pt x="229905" y="88473"/>
                      <a:pt x="230398" y="92294"/>
                    </a:cubicBezTo>
                    <a:cubicBezTo>
                      <a:pt x="230726" y="97788"/>
                      <a:pt x="231405" y="103256"/>
                      <a:pt x="232430" y="108664"/>
                    </a:cubicBezTo>
                    <a:cubicBezTo>
                      <a:pt x="233609" y="114787"/>
                      <a:pt x="235261" y="120810"/>
                      <a:pt x="237369" y="126678"/>
                    </a:cubicBezTo>
                    <a:cubicBezTo>
                      <a:pt x="220132" y="115879"/>
                      <a:pt x="202743" y="105346"/>
                      <a:pt x="185106" y="95330"/>
                    </a:cubicBezTo>
                    <a:cubicBezTo>
                      <a:pt x="185083" y="94955"/>
                      <a:pt x="184992" y="94587"/>
                      <a:pt x="184837" y="94245"/>
                    </a:cubicBezTo>
                    <a:cubicBezTo>
                      <a:pt x="173461" y="72462"/>
                      <a:pt x="164750" y="49390"/>
                      <a:pt x="158890" y="25527"/>
                    </a:cubicBezTo>
                    <a:cubicBezTo>
                      <a:pt x="163526" y="27579"/>
                      <a:pt x="168106" y="29760"/>
                      <a:pt x="172559" y="32195"/>
                    </a:cubicBezTo>
                    <a:cubicBezTo>
                      <a:pt x="194710" y="44539"/>
                      <a:pt x="214274" y="61032"/>
                      <a:pt x="230182" y="80773"/>
                    </a:cubicBezTo>
                    <a:close/>
                    <a:moveTo>
                      <a:pt x="93338" y="10820"/>
                    </a:moveTo>
                    <a:cubicBezTo>
                      <a:pt x="114821" y="11207"/>
                      <a:pt x="136026" y="15737"/>
                      <a:pt x="155789" y="24162"/>
                    </a:cubicBezTo>
                    <a:cubicBezTo>
                      <a:pt x="155651" y="24353"/>
                      <a:pt x="155576" y="24583"/>
                      <a:pt x="155576" y="24819"/>
                    </a:cubicBezTo>
                    <a:cubicBezTo>
                      <a:pt x="158200" y="47573"/>
                      <a:pt x="164971" y="69655"/>
                      <a:pt x="175553" y="89971"/>
                    </a:cubicBezTo>
                    <a:cubicBezTo>
                      <a:pt x="126326" y="62085"/>
                      <a:pt x="75181" y="37727"/>
                      <a:pt x="22501" y="17080"/>
                    </a:cubicBezTo>
                    <a:cubicBezTo>
                      <a:pt x="45932" y="13291"/>
                      <a:pt x="69606" y="11199"/>
                      <a:pt x="93338" y="10820"/>
                    </a:cubicBezTo>
                    <a:close/>
                    <a:moveTo>
                      <a:pt x="19267" y="19556"/>
                    </a:moveTo>
                    <a:cubicBezTo>
                      <a:pt x="69161" y="42662"/>
                      <a:pt x="118043" y="66876"/>
                      <a:pt x="165661" y="94330"/>
                    </a:cubicBezTo>
                    <a:cubicBezTo>
                      <a:pt x="142719" y="97819"/>
                      <a:pt x="121479" y="108500"/>
                      <a:pt x="105004" y="124832"/>
                    </a:cubicBezTo>
                    <a:cubicBezTo>
                      <a:pt x="72766" y="92931"/>
                      <a:pt x="51167" y="51811"/>
                      <a:pt x="19268" y="19556"/>
                    </a:cubicBezTo>
                    <a:close/>
                    <a:moveTo>
                      <a:pt x="109759" y="129520"/>
                    </a:moveTo>
                    <a:cubicBezTo>
                      <a:pt x="118443" y="121031"/>
                      <a:pt x="128453" y="114013"/>
                      <a:pt x="139396" y="108742"/>
                    </a:cubicBezTo>
                    <a:cubicBezTo>
                      <a:pt x="150547" y="103635"/>
                      <a:pt x="162502" y="100502"/>
                      <a:pt x="174727" y="99484"/>
                    </a:cubicBezTo>
                    <a:cubicBezTo>
                      <a:pt x="176275" y="100395"/>
                      <a:pt x="177855" y="101224"/>
                      <a:pt x="179401" y="102143"/>
                    </a:cubicBezTo>
                    <a:cubicBezTo>
                      <a:pt x="198516" y="113492"/>
                      <a:pt x="217184" y="125456"/>
                      <a:pt x="235678" y="137666"/>
                    </a:cubicBezTo>
                    <a:cubicBezTo>
                      <a:pt x="211485" y="142546"/>
                      <a:pt x="188089" y="150770"/>
                      <a:pt x="166166" y="162100"/>
                    </a:cubicBezTo>
                    <a:cubicBezTo>
                      <a:pt x="146181" y="156143"/>
                      <a:pt x="127761" y="145847"/>
                      <a:pt x="112222" y="131947"/>
                    </a:cubicBezTo>
                    <a:cubicBezTo>
                      <a:pt x="111358" y="131175"/>
                      <a:pt x="110607" y="130305"/>
                      <a:pt x="109759" y="129520"/>
                    </a:cubicBezTo>
                    <a:close/>
                    <a:moveTo>
                      <a:pt x="239446" y="163691"/>
                    </a:moveTo>
                    <a:cubicBezTo>
                      <a:pt x="224676" y="167320"/>
                      <a:pt x="209424" y="168587"/>
                      <a:pt x="194258" y="167445"/>
                    </a:cubicBezTo>
                    <a:cubicBezTo>
                      <a:pt x="187671" y="166899"/>
                      <a:pt x="181133" y="165870"/>
                      <a:pt x="174696" y="164367"/>
                    </a:cubicBezTo>
                    <a:cubicBezTo>
                      <a:pt x="196720" y="154671"/>
                      <a:pt x="219745" y="147428"/>
                      <a:pt x="243354" y="142767"/>
                    </a:cubicBezTo>
                    <a:cubicBezTo>
                      <a:pt x="250784" y="147735"/>
                      <a:pt x="258228" y="152687"/>
                      <a:pt x="265578" y="157772"/>
                    </a:cubicBezTo>
                    <a:cubicBezTo>
                      <a:pt x="256755" y="159215"/>
                      <a:pt x="248028" y="161192"/>
                      <a:pt x="239446" y="163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8"/>
              <p:cNvSpPr/>
              <p:nvPr/>
            </p:nvSpPr>
            <p:spPr>
              <a:xfrm>
                <a:off x="3938187" y="4798147"/>
                <a:ext cx="219424" cy="729614"/>
              </a:xfrm>
              <a:custGeom>
                <a:avLst/>
                <a:gdLst/>
                <a:ahLst/>
                <a:cxnLst/>
                <a:rect l="l" t="t" r="r" b="b"/>
                <a:pathLst>
                  <a:path w="159581" h="530628" extrusionOk="0">
                    <a:moveTo>
                      <a:pt x="131016" y="3617"/>
                    </a:moveTo>
                    <a:cubicBezTo>
                      <a:pt x="130192" y="929"/>
                      <a:pt x="127344" y="-583"/>
                      <a:pt x="124654" y="240"/>
                    </a:cubicBezTo>
                    <a:cubicBezTo>
                      <a:pt x="123478" y="600"/>
                      <a:pt x="122472" y="1373"/>
                      <a:pt x="121822" y="2416"/>
                    </a:cubicBezTo>
                    <a:cubicBezTo>
                      <a:pt x="105209" y="34539"/>
                      <a:pt x="72610" y="52666"/>
                      <a:pt x="49282" y="79168"/>
                    </a:cubicBezTo>
                    <a:cubicBezTo>
                      <a:pt x="26884" y="105106"/>
                      <a:pt x="11539" y="136364"/>
                      <a:pt x="4719" y="169939"/>
                    </a:cubicBezTo>
                    <a:cubicBezTo>
                      <a:pt x="-8563" y="239188"/>
                      <a:pt x="7664" y="310835"/>
                      <a:pt x="49491" y="367620"/>
                    </a:cubicBezTo>
                    <a:cubicBezTo>
                      <a:pt x="44874" y="420087"/>
                      <a:pt x="44029" y="472817"/>
                      <a:pt x="46962" y="525404"/>
                    </a:cubicBezTo>
                    <a:cubicBezTo>
                      <a:pt x="47068" y="528402"/>
                      <a:pt x="49586" y="530746"/>
                      <a:pt x="52586" y="530640"/>
                    </a:cubicBezTo>
                    <a:cubicBezTo>
                      <a:pt x="55437" y="530540"/>
                      <a:pt x="57725" y="528253"/>
                      <a:pt x="57825" y="525404"/>
                    </a:cubicBezTo>
                    <a:cubicBezTo>
                      <a:pt x="57717" y="473844"/>
                      <a:pt x="58588" y="422646"/>
                      <a:pt x="61776" y="371528"/>
                    </a:cubicBezTo>
                    <a:cubicBezTo>
                      <a:pt x="63906" y="373317"/>
                      <a:pt x="67085" y="373041"/>
                      <a:pt x="68875" y="370911"/>
                    </a:cubicBezTo>
                    <a:cubicBezTo>
                      <a:pt x="69015" y="370745"/>
                      <a:pt x="69143" y="370570"/>
                      <a:pt x="69260" y="370387"/>
                    </a:cubicBezTo>
                    <a:cubicBezTo>
                      <a:pt x="103752" y="316973"/>
                      <a:pt x="138833" y="261283"/>
                      <a:pt x="153595" y="198670"/>
                    </a:cubicBezTo>
                    <a:cubicBezTo>
                      <a:pt x="169473" y="131318"/>
                      <a:pt x="152133" y="67658"/>
                      <a:pt x="131016" y="3617"/>
                    </a:cubicBezTo>
                    <a:close/>
                    <a:moveTo>
                      <a:pt x="147242" y="178471"/>
                    </a:moveTo>
                    <a:cubicBezTo>
                      <a:pt x="121972" y="186727"/>
                      <a:pt x="98873" y="200534"/>
                      <a:pt x="79642" y="218879"/>
                    </a:cubicBezTo>
                    <a:cubicBezTo>
                      <a:pt x="84409" y="191359"/>
                      <a:pt x="89865" y="163971"/>
                      <a:pt x="96008" y="136716"/>
                    </a:cubicBezTo>
                    <a:cubicBezTo>
                      <a:pt x="96553" y="134310"/>
                      <a:pt x="97192" y="131929"/>
                      <a:pt x="97756" y="129528"/>
                    </a:cubicBezTo>
                    <a:cubicBezTo>
                      <a:pt x="110434" y="113365"/>
                      <a:pt x="126662" y="100333"/>
                      <a:pt x="145186" y="91440"/>
                    </a:cubicBezTo>
                    <a:cubicBezTo>
                      <a:pt x="145859" y="94930"/>
                      <a:pt x="146690" y="98385"/>
                      <a:pt x="147249" y="101899"/>
                    </a:cubicBezTo>
                    <a:cubicBezTo>
                      <a:pt x="151293" y="127263"/>
                      <a:pt x="151291" y="153108"/>
                      <a:pt x="147242" y="178471"/>
                    </a:cubicBezTo>
                    <a:close/>
                    <a:moveTo>
                      <a:pt x="56595" y="300475"/>
                    </a:moveTo>
                    <a:cubicBezTo>
                      <a:pt x="46629" y="283302"/>
                      <a:pt x="31749" y="269503"/>
                      <a:pt x="13868" y="260853"/>
                    </a:cubicBezTo>
                    <a:cubicBezTo>
                      <a:pt x="8906" y="234891"/>
                      <a:pt x="8465" y="208268"/>
                      <a:pt x="12566" y="182156"/>
                    </a:cubicBezTo>
                    <a:cubicBezTo>
                      <a:pt x="21773" y="189108"/>
                      <a:pt x="31154" y="195786"/>
                      <a:pt x="39863" y="203416"/>
                    </a:cubicBezTo>
                    <a:cubicBezTo>
                      <a:pt x="49510" y="211950"/>
                      <a:pt x="58560" y="221134"/>
                      <a:pt x="66952" y="230904"/>
                    </a:cubicBezTo>
                    <a:cubicBezTo>
                      <a:pt x="65126" y="241485"/>
                      <a:pt x="63413" y="252086"/>
                      <a:pt x="61812" y="262707"/>
                    </a:cubicBezTo>
                    <a:cubicBezTo>
                      <a:pt x="59931" y="275235"/>
                      <a:pt x="58192" y="287824"/>
                      <a:pt x="56595" y="300475"/>
                    </a:cubicBezTo>
                    <a:close/>
                    <a:moveTo>
                      <a:pt x="144139" y="86133"/>
                    </a:moveTo>
                    <a:cubicBezTo>
                      <a:pt x="127555" y="93824"/>
                      <a:pt x="112700" y="104790"/>
                      <a:pt x="100469" y="118370"/>
                    </a:cubicBezTo>
                    <a:cubicBezTo>
                      <a:pt x="108542" y="85591"/>
                      <a:pt x="117812" y="53132"/>
                      <a:pt x="125897" y="20364"/>
                    </a:cubicBezTo>
                    <a:cubicBezTo>
                      <a:pt x="133165" y="41941"/>
                      <a:pt x="139255" y="63896"/>
                      <a:pt x="144139" y="86133"/>
                    </a:cubicBezTo>
                    <a:close/>
                    <a:moveTo>
                      <a:pt x="65804" y="76300"/>
                    </a:moveTo>
                    <a:cubicBezTo>
                      <a:pt x="84241" y="58221"/>
                      <a:pt x="105613" y="42927"/>
                      <a:pt x="121003" y="22307"/>
                    </a:cubicBezTo>
                    <a:cubicBezTo>
                      <a:pt x="107473" y="58183"/>
                      <a:pt x="96336" y="94915"/>
                      <a:pt x="87666" y="132263"/>
                    </a:cubicBezTo>
                    <a:cubicBezTo>
                      <a:pt x="87584" y="132591"/>
                      <a:pt x="87514" y="132923"/>
                      <a:pt x="87432" y="133251"/>
                    </a:cubicBezTo>
                    <a:cubicBezTo>
                      <a:pt x="76294" y="118978"/>
                      <a:pt x="63915" y="105717"/>
                      <a:pt x="50439" y="93622"/>
                    </a:cubicBezTo>
                    <a:cubicBezTo>
                      <a:pt x="55172" y="87515"/>
                      <a:pt x="60305" y="81728"/>
                      <a:pt x="65804" y="76300"/>
                    </a:cubicBezTo>
                    <a:close/>
                    <a:moveTo>
                      <a:pt x="48307" y="96352"/>
                    </a:moveTo>
                    <a:cubicBezTo>
                      <a:pt x="61689" y="109972"/>
                      <a:pt x="74264" y="124362"/>
                      <a:pt x="85969" y="139446"/>
                    </a:cubicBezTo>
                    <a:cubicBezTo>
                      <a:pt x="79182" y="167289"/>
                      <a:pt x="73289" y="195323"/>
                      <a:pt x="68290" y="223548"/>
                    </a:cubicBezTo>
                    <a:cubicBezTo>
                      <a:pt x="52706" y="205079"/>
                      <a:pt x="34146" y="189340"/>
                      <a:pt x="13374" y="176979"/>
                    </a:cubicBezTo>
                    <a:cubicBezTo>
                      <a:pt x="14192" y="172636"/>
                      <a:pt x="15150" y="168314"/>
                      <a:pt x="16249" y="164012"/>
                    </a:cubicBezTo>
                    <a:cubicBezTo>
                      <a:pt x="22394" y="139577"/>
                      <a:pt x="33286" y="116587"/>
                      <a:pt x="48307" y="96352"/>
                    </a:cubicBezTo>
                    <a:close/>
                    <a:moveTo>
                      <a:pt x="15571" y="269594"/>
                    </a:moveTo>
                    <a:cubicBezTo>
                      <a:pt x="15406" y="268851"/>
                      <a:pt x="15293" y="268099"/>
                      <a:pt x="15135" y="267355"/>
                    </a:cubicBezTo>
                    <a:cubicBezTo>
                      <a:pt x="31902" y="277968"/>
                      <a:pt x="45655" y="292712"/>
                      <a:pt x="55074" y="310169"/>
                    </a:cubicBezTo>
                    <a:cubicBezTo>
                      <a:pt x="55148" y="310313"/>
                      <a:pt x="55287" y="310381"/>
                      <a:pt x="55381" y="310503"/>
                    </a:cubicBezTo>
                    <a:cubicBezTo>
                      <a:pt x="53499" y="325938"/>
                      <a:pt x="51792" y="341420"/>
                      <a:pt x="50387" y="356956"/>
                    </a:cubicBezTo>
                    <a:cubicBezTo>
                      <a:pt x="34895" y="329536"/>
                      <a:pt x="23184" y="300150"/>
                      <a:pt x="15571" y="269594"/>
                    </a:cubicBezTo>
                    <a:close/>
                    <a:moveTo>
                      <a:pt x="62302" y="362571"/>
                    </a:moveTo>
                    <a:cubicBezTo>
                      <a:pt x="63627" y="343058"/>
                      <a:pt x="65361" y="323549"/>
                      <a:pt x="67504" y="304044"/>
                    </a:cubicBezTo>
                    <a:cubicBezTo>
                      <a:pt x="80158" y="293686"/>
                      <a:pt x="94844" y="286093"/>
                      <a:pt x="110614" y="281754"/>
                    </a:cubicBezTo>
                    <a:cubicBezTo>
                      <a:pt x="96108" y="309616"/>
                      <a:pt x="79210" y="336362"/>
                      <a:pt x="62302" y="362571"/>
                    </a:cubicBezTo>
                    <a:close/>
                    <a:moveTo>
                      <a:pt x="114124" y="274772"/>
                    </a:moveTo>
                    <a:cubicBezTo>
                      <a:pt x="97579" y="278329"/>
                      <a:pt x="81988" y="285388"/>
                      <a:pt x="68403" y="295473"/>
                    </a:cubicBezTo>
                    <a:cubicBezTo>
                      <a:pt x="69636" y="284824"/>
                      <a:pt x="71005" y="274171"/>
                      <a:pt x="72512" y="263515"/>
                    </a:cubicBezTo>
                    <a:cubicBezTo>
                      <a:pt x="74168" y="251879"/>
                      <a:pt x="75972" y="240265"/>
                      <a:pt x="77925" y="228673"/>
                    </a:cubicBezTo>
                    <a:cubicBezTo>
                      <a:pt x="97627" y="209762"/>
                      <a:pt x="120801" y="194834"/>
                      <a:pt x="146171" y="184710"/>
                    </a:cubicBezTo>
                    <a:cubicBezTo>
                      <a:pt x="145246" y="189697"/>
                      <a:pt x="144219" y="194675"/>
                      <a:pt x="142980" y="199630"/>
                    </a:cubicBezTo>
                    <a:cubicBezTo>
                      <a:pt x="136156" y="225662"/>
                      <a:pt x="126479" y="250862"/>
                      <a:pt x="114124" y="274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0" name="Google Shape;540;p8"/>
            <p:cNvGrpSpPr/>
            <p:nvPr/>
          </p:nvGrpSpPr>
          <p:grpSpPr>
            <a:xfrm rot="-628100">
              <a:off x="-71568" y="4733703"/>
              <a:ext cx="1472605" cy="465482"/>
              <a:chOff x="-214172" y="5156855"/>
              <a:chExt cx="1683830" cy="532260"/>
            </a:xfrm>
          </p:grpSpPr>
          <p:sp>
            <p:nvSpPr>
              <p:cNvPr id="541" name="Google Shape;541;p8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8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8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8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8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8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8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8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8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8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8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4" name="Google Shape;554;p8"/>
            <p:cNvGrpSpPr/>
            <p:nvPr/>
          </p:nvGrpSpPr>
          <p:grpSpPr>
            <a:xfrm rot="-1409475">
              <a:off x="-309988" y="4663970"/>
              <a:ext cx="736671" cy="585689"/>
              <a:chOff x="969638" y="5223655"/>
              <a:chExt cx="736688" cy="585703"/>
            </a:xfrm>
          </p:grpSpPr>
          <p:sp>
            <p:nvSpPr>
              <p:cNvPr id="555" name="Google Shape;555;p8"/>
              <p:cNvSpPr/>
              <p:nvPr/>
            </p:nvSpPr>
            <p:spPr>
              <a:xfrm rot="-1596821" flipH="1">
                <a:off x="1058432" y="5563427"/>
                <a:ext cx="179241" cy="189847"/>
              </a:xfrm>
              <a:custGeom>
                <a:avLst/>
                <a:gdLst/>
                <a:ahLst/>
                <a:cxnLst/>
                <a:rect l="l" t="t" r="r" b="b"/>
                <a:pathLst>
                  <a:path w="136093" h="144146" extrusionOk="0">
                    <a:moveTo>
                      <a:pt x="136094" y="143067"/>
                    </a:moveTo>
                    <a:cubicBezTo>
                      <a:pt x="99855" y="88789"/>
                      <a:pt x="55346" y="40517"/>
                      <a:pt x="4182" y="0"/>
                    </a:cubicBezTo>
                    <a:lnTo>
                      <a:pt x="0" y="5317"/>
                    </a:lnTo>
                    <a:cubicBezTo>
                      <a:pt x="14712" y="39165"/>
                      <a:pt x="33198" y="71245"/>
                      <a:pt x="55106" y="100948"/>
                    </a:cubicBezTo>
                    <a:lnTo>
                      <a:pt x="54977" y="100996"/>
                    </a:lnTo>
                    <a:cubicBezTo>
                      <a:pt x="81680" y="115169"/>
                      <a:pt x="108223" y="129698"/>
                      <a:pt x="134588" y="1441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8"/>
              <p:cNvSpPr/>
              <p:nvPr/>
            </p:nvSpPr>
            <p:spPr>
              <a:xfrm rot="-1596821" flipH="1">
                <a:off x="1125659" y="5453894"/>
                <a:ext cx="183632" cy="200585"/>
              </a:xfrm>
              <a:custGeom>
                <a:avLst/>
                <a:gdLst/>
                <a:ahLst/>
                <a:cxnLst/>
                <a:rect l="l" t="t" r="r" b="b"/>
                <a:pathLst>
                  <a:path w="139427" h="152299" extrusionOk="0">
                    <a:moveTo>
                      <a:pt x="0" y="3254"/>
                    </a:moveTo>
                    <a:cubicBezTo>
                      <a:pt x="12220" y="39116"/>
                      <a:pt x="29451" y="73069"/>
                      <a:pt x="51181" y="104105"/>
                    </a:cubicBezTo>
                    <a:cubicBezTo>
                      <a:pt x="49667" y="104379"/>
                      <a:pt x="48112" y="104741"/>
                      <a:pt x="46598" y="105015"/>
                    </a:cubicBezTo>
                    <a:cubicBezTo>
                      <a:pt x="77796" y="120003"/>
                      <a:pt x="108705" y="135982"/>
                      <a:pt x="139299" y="152300"/>
                    </a:cubicBezTo>
                    <a:lnTo>
                      <a:pt x="139428" y="152252"/>
                    </a:lnTo>
                    <a:cubicBezTo>
                      <a:pt x="117519" y="122549"/>
                      <a:pt x="99034" y="90469"/>
                      <a:pt x="84322" y="56620"/>
                    </a:cubicBezTo>
                    <a:lnTo>
                      <a:pt x="88504" y="51304"/>
                    </a:lnTo>
                    <a:cubicBezTo>
                      <a:pt x="80231" y="44922"/>
                      <a:pt x="71620" y="38815"/>
                      <a:pt x="62824" y="32997"/>
                    </a:cubicBezTo>
                    <a:cubicBezTo>
                      <a:pt x="43381" y="20192"/>
                      <a:pt x="22834" y="9149"/>
                      <a:pt x="1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8"/>
              <p:cNvSpPr/>
              <p:nvPr/>
            </p:nvSpPr>
            <p:spPr>
              <a:xfrm rot="-1596821" flipH="1">
                <a:off x="1207464" y="5371251"/>
                <a:ext cx="192823" cy="172109"/>
              </a:xfrm>
              <a:custGeom>
                <a:avLst/>
                <a:gdLst/>
                <a:ahLst/>
                <a:cxnLst/>
                <a:rect l="l" t="t" r="r" b="b"/>
                <a:pathLst>
                  <a:path w="146406" h="130678" extrusionOk="0">
                    <a:moveTo>
                      <a:pt x="0" y="0"/>
                    </a:moveTo>
                    <a:cubicBezTo>
                      <a:pt x="8739" y="32739"/>
                      <a:pt x="25576" y="62753"/>
                      <a:pt x="48960" y="87277"/>
                    </a:cubicBezTo>
                    <a:cubicBezTo>
                      <a:pt x="47994" y="87639"/>
                      <a:pt x="47027" y="88001"/>
                      <a:pt x="46084" y="88428"/>
                    </a:cubicBezTo>
                    <a:cubicBezTo>
                      <a:pt x="78378" y="101242"/>
                      <a:pt x="110270" y="115529"/>
                      <a:pt x="141823" y="130678"/>
                    </a:cubicBezTo>
                    <a:cubicBezTo>
                      <a:pt x="143338" y="130404"/>
                      <a:pt x="144892" y="130042"/>
                      <a:pt x="146407" y="129768"/>
                    </a:cubicBezTo>
                    <a:cubicBezTo>
                      <a:pt x="124677" y="98733"/>
                      <a:pt x="107446" y="64780"/>
                      <a:pt x="95225" y="28918"/>
                    </a:cubicBezTo>
                    <a:lnTo>
                      <a:pt x="96651" y="25663"/>
                    </a:lnTo>
                    <a:cubicBezTo>
                      <a:pt x="65904" y="12308"/>
                      <a:pt x="33322" y="3657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8"/>
              <p:cNvSpPr/>
              <p:nvPr/>
            </p:nvSpPr>
            <p:spPr>
              <a:xfrm rot="-1596821" flipH="1">
                <a:off x="1309885" y="5317969"/>
                <a:ext cx="178519" cy="118664"/>
              </a:xfrm>
              <a:custGeom>
                <a:avLst/>
                <a:gdLst/>
                <a:ahLst/>
                <a:cxnLst/>
                <a:rect l="l" t="t" r="r" b="b"/>
                <a:pathLst>
                  <a:path w="135545" h="90099" extrusionOk="0">
                    <a:moveTo>
                      <a:pt x="379" y="7597"/>
                    </a:moveTo>
                    <a:cubicBezTo>
                      <a:pt x="5741" y="25993"/>
                      <a:pt x="16161" y="42513"/>
                      <a:pt x="30453" y="55276"/>
                    </a:cubicBezTo>
                    <a:cubicBezTo>
                      <a:pt x="65113" y="65082"/>
                      <a:pt x="99232" y="76706"/>
                      <a:pt x="132670" y="90100"/>
                    </a:cubicBezTo>
                    <a:cubicBezTo>
                      <a:pt x="133612" y="89673"/>
                      <a:pt x="134579" y="89311"/>
                      <a:pt x="135546" y="88948"/>
                    </a:cubicBezTo>
                    <a:cubicBezTo>
                      <a:pt x="112161" y="64425"/>
                      <a:pt x="95324" y="34411"/>
                      <a:pt x="86585" y="1672"/>
                    </a:cubicBezTo>
                    <a:cubicBezTo>
                      <a:pt x="65977" y="-587"/>
                      <a:pt x="45181" y="-557"/>
                      <a:pt x="24579" y="1760"/>
                    </a:cubicBezTo>
                    <a:cubicBezTo>
                      <a:pt x="16338" y="2718"/>
                      <a:pt x="8153" y="4022"/>
                      <a:pt x="0" y="5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8"/>
              <p:cNvSpPr/>
              <p:nvPr/>
            </p:nvSpPr>
            <p:spPr>
              <a:xfrm rot="-1596821" flipH="1">
                <a:off x="1426194" y="5271088"/>
                <a:ext cx="153660" cy="65415"/>
              </a:xfrm>
              <a:custGeom>
                <a:avLst/>
                <a:gdLst/>
                <a:ahLst/>
                <a:cxnLst/>
                <a:rect l="l" t="t" r="r" b="b"/>
                <a:pathLst>
                  <a:path w="116670" h="49668" extrusionOk="0">
                    <a:moveTo>
                      <a:pt x="0" y="25115"/>
                    </a:moveTo>
                    <a:lnTo>
                      <a:pt x="410" y="26210"/>
                    </a:lnTo>
                    <a:cubicBezTo>
                      <a:pt x="39711" y="31018"/>
                      <a:pt x="78581" y="38861"/>
                      <a:pt x="116671" y="49669"/>
                    </a:cubicBezTo>
                    <a:cubicBezTo>
                      <a:pt x="102379" y="36905"/>
                      <a:pt x="91959" y="20385"/>
                      <a:pt x="86596" y="1990"/>
                    </a:cubicBezTo>
                    <a:lnTo>
                      <a:pt x="86218" y="0"/>
                    </a:lnTo>
                    <a:cubicBezTo>
                      <a:pt x="56940" y="6398"/>
                      <a:pt x="28134" y="14789"/>
                      <a:pt x="0" y="251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8"/>
              <p:cNvSpPr/>
              <p:nvPr/>
            </p:nvSpPr>
            <p:spPr>
              <a:xfrm rot="-1596821" flipH="1">
                <a:off x="1440721" y="5299409"/>
                <a:ext cx="160673" cy="72379"/>
              </a:xfrm>
              <a:custGeom>
                <a:avLst/>
                <a:gdLst/>
                <a:ahLst/>
                <a:cxnLst/>
                <a:rect l="l" t="t" r="r" b="b"/>
                <a:pathLst>
                  <a:path w="121995" h="54956" extrusionOk="0">
                    <a:moveTo>
                      <a:pt x="4519" y="1095"/>
                    </a:moveTo>
                    <a:lnTo>
                      <a:pt x="4109" y="0"/>
                    </a:lnTo>
                    <a:cubicBezTo>
                      <a:pt x="2731" y="443"/>
                      <a:pt x="1378" y="950"/>
                      <a:pt x="0" y="1393"/>
                    </a:cubicBezTo>
                    <a:cubicBezTo>
                      <a:pt x="18453" y="19247"/>
                      <a:pt x="36907" y="37102"/>
                      <a:pt x="55361" y="54956"/>
                    </a:cubicBezTo>
                    <a:lnTo>
                      <a:pt x="57125" y="53192"/>
                    </a:lnTo>
                    <a:cubicBezTo>
                      <a:pt x="76552" y="39515"/>
                      <a:pt x="98664" y="30125"/>
                      <a:pt x="121996" y="25642"/>
                    </a:cubicBezTo>
                    <a:cubicBezTo>
                      <a:pt x="121570" y="25303"/>
                      <a:pt x="121164" y="24939"/>
                      <a:pt x="120779" y="24554"/>
                    </a:cubicBezTo>
                    <a:cubicBezTo>
                      <a:pt x="82689" y="13746"/>
                      <a:pt x="43820" y="5903"/>
                      <a:pt x="4519" y="10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 rot="-1596821" flipH="1">
                <a:off x="1343470" y="5371878"/>
                <a:ext cx="220781" cy="118513"/>
              </a:xfrm>
              <a:custGeom>
                <a:avLst/>
                <a:gdLst/>
                <a:ahLst/>
                <a:cxnLst/>
                <a:rect l="l" t="t" r="r" b="b"/>
                <a:pathLst>
                  <a:path w="167634" h="89984" extrusionOk="0">
                    <a:moveTo>
                      <a:pt x="0" y="30402"/>
                    </a:moveTo>
                    <a:cubicBezTo>
                      <a:pt x="6798" y="36968"/>
                      <a:pt x="13596" y="43535"/>
                      <a:pt x="20395" y="50102"/>
                    </a:cubicBezTo>
                    <a:cubicBezTo>
                      <a:pt x="34330" y="63549"/>
                      <a:pt x="48312" y="77125"/>
                      <a:pt x="62836" y="89985"/>
                    </a:cubicBezTo>
                    <a:lnTo>
                      <a:pt x="65970" y="86384"/>
                    </a:lnTo>
                    <a:cubicBezTo>
                      <a:pt x="97964" y="65692"/>
                      <a:pt x="132038" y="48411"/>
                      <a:pt x="167635" y="34824"/>
                    </a:cubicBezTo>
                    <a:cubicBezTo>
                      <a:pt x="134197" y="21430"/>
                      <a:pt x="100078" y="9806"/>
                      <a:pt x="65418" y="0"/>
                    </a:cubicBezTo>
                    <a:cubicBezTo>
                      <a:pt x="65802" y="386"/>
                      <a:pt x="66209" y="749"/>
                      <a:pt x="66634" y="1088"/>
                    </a:cubicBezTo>
                    <a:cubicBezTo>
                      <a:pt x="43303" y="5571"/>
                      <a:pt x="21191" y="14962"/>
                      <a:pt x="1764" y="286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8"/>
              <p:cNvSpPr/>
              <p:nvPr/>
            </p:nvSpPr>
            <p:spPr>
              <a:xfrm rot="-1596821" flipH="1">
                <a:off x="1253458" y="5458459"/>
                <a:ext cx="264116" cy="138315"/>
              </a:xfrm>
              <a:custGeom>
                <a:avLst/>
                <a:gdLst/>
                <a:ahLst/>
                <a:cxnLst/>
                <a:rect l="l" t="t" r="r" b="b"/>
                <a:pathLst>
                  <a:path w="200537" h="105019" extrusionOk="0">
                    <a:moveTo>
                      <a:pt x="67059" y="104633"/>
                    </a:moveTo>
                    <a:cubicBezTo>
                      <a:pt x="67324" y="104754"/>
                      <a:pt x="67526" y="104900"/>
                      <a:pt x="67792" y="105020"/>
                    </a:cubicBezTo>
                    <a:lnTo>
                      <a:pt x="70588" y="99929"/>
                    </a:lnTo>
                    <a:cubicBezTo>
                      <a:pt x="109297" y="71659"/>
                      <a:pt x="153605" y="51993"/>
                      <a:pt x="200538" y="42250"/>
                    </a:cubicBezTo>
                    <a:cubicBezTo>
                      <a:pt x="168984" y="27101"/>
                      <a:pt x="137093" y="12814"/>
                      <a:pt x="104799" y="0"/>
                    </a:cubicBezTo>
                    <a:cubicBezTo>
                      <a:pt x="69202" y="13587"/>
                      <a:pt x="35128" y="30868"/>
                      <a:pt x="3134" y="51560"/>
                    </a:cubicBezTo>
                    <a:lnTo>
                      <a:pt x="0" y="55161"/>
                    </a:lnTo>
                    <a:cubicBezTo>
                      <a:pt x="20576" y="73933"/>
                      <a:pt x="43050" y="90513"/>
                      <a:pt x="67059" y="1046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8"/>
              <p:cNvSpPr/>
              <p:nvPr/>
            </p:nvSpPr>
            <p:spPr>
              <a:xfrm rot="-1596821" flipH="1">
                <a:off x="1165962" y="5555752"/>
                <a:ext cx="296922" cy="131348"/>
              </a:xfrm>
              <a:custGeom>
                <a:avLst/>
                <a:gdLst/>
                <a:ahLst/>
                <a:cxnLst/>
                <a:rect l="l" t="t" r="r" b="b"/>
                <a:pathLst>
                  <a:path w="225446" h="99729" extrusionOk="0">
                    <a:moveTo>
                      <a:pt x="2796" y="57679"/>
                    </a:moveTo>
                    <a:lnTo>
                      <a:pt x="0" y="62769"/>
                    </a:lnTo>
                    <a:cubicBezTo>
                      <a:pt x="34956" y="82034"/>
                      <a:pt x="73215" y="94571"/>
                      <a:pt x="112793" y="99730"/>
                    </a:cubicBezTo>
                    <a:lnTo>
                      <a:pt x="113560" y="94517"/>
                    </a:lnTo>
                    <a:cubicBezTo>
                      <a:pt x="147859" y="72450"/>
                      <a:pt x="185710" y="56472"/>
                      <a:pt x="225447" y="47285"/>
                    </a:cubicBezTo>
                    <a:cubicBezTo>
                      <a:pt x="194852" y="30967"/>
                      <a:pt x="163944" y="14988"/>
                      <a:pt x="132746" y="0"/>
                    </a:cubicBezTo>
                    <a:cubicBezTo>
                      <a:pt x="85813" y="9743"/>
                      <a:pt x="41506" y="29409"/>
                      <a:pt x="2796" y="576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8"/>
              <p:cNvSpPr/>
              <p:nvPr/>
            </p:nvSpPr>
            <p:spPr>
              <a:xfrm rot="-1596821" flipH="1">
                <a:off x="1089852" y="5670932"/>
                <a:ext cx="253219" cy="74784"/>
              </a:xfrm>
              <a:custGeom>
                <a:avLst/>
                <a:gdLst/>
                <a:ahLst/>
                <a:cxnLst/>
                <a:rect l="l" t="t" r="r" b="b"/>
                <a:pathLst>
                  <a:path w="192263" h="56782" extrusionOk="0">
                    <a:moveTo>
                      <a:pt x="766" y="47232"/>
                    </a:moveTo>
                    <a:lnTo>
                      <a:pt x="0" y="52445"/>
                    </a:lnTo>
                    <a:cubicBezTo>
                      <a:pt x="62997" y="61468"/>
                      <a:pt x="129402" y="55467"/>
                      <a:pt x="192264" y="43150"/>
                    </a:cubicBezTo>
                    <a:cubicBezTo>
                      <a:pt x="165899" y="28703"/>
                      <a:pt x="139356" y="14174"/>
                      <a:pt x="112654" y="0"/>
                    </a:cubicBezTo>
                    <a:cubicBezTo>
                      <a:pt x="72917" y="9187"/>
                      <a:pt x="35066" y="25166"/>
                      <a:pt x="766" y="472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8"/>
              <p:cNvSpPr/>
              <p:nvPr/>
            </p:nvSpPr>
            <p:spPr>
              <a:xfrm rot="-1596821" flipH="1">
                <a:off x="1007020" y="5354782"/>
                <a:ext cx="661924" cy="323449"/>
              </a:xfrm>
              <a:custGeom>
                <a:avLst/>
                <a:gdLst/>
                <a:ahLst/>
                <a:cxnLst/>
                <a:rect l="l" t="t" r="r" b="b"/>
                <a:pathLst>
                  <a:path w="502583" h="245587" extrusionOk="0">
                    <a:moveTo>
                      <a:pt x="502177" y="229102"/>
                    </a:moveTo>
                    <a:cubicBezTo>
                      <a:pt x="501327" y="227808"/>
                      <a:pt x="500440" y="226522"/>
                      <a:pt x="499580" y="225231"/>
                    </a:cubicBezTo>
                    <a:cubicBezTo>
                      <a:pt x="499349" y="224662"/>
                      <a:pt x="499003" y="224147"/>
                      <a:pt x="498564" y="223718"/>
                    </a:cubicBezTo>
                    <a:cubicBezTo>
                      <a:pt x="417542" y="102792"/>
                      <a:pt x="290523" y="-7539"/>
                      <a:pt x="136113" y="404"/>
                    </a:cubicBezTo>
                    <a:cubicBezTo>
                      <a:pt x="90231" y="2765"/>
                      <a:pt x="46456" y="17168"/>
                      <a:pt x="3292" y="31843"/>
                    </a:cubicBezTo>
                    <a:cubicBezTo>
                      <a:pt x="859" y="32562"/>
                      <a:pt x="-530" y="35118"/>
                      <a:pt x="190" y="37550"/>
                    </a:cubicBezTo>
                    <a:cubicBezTo>
                      <a:pt x="399" y="38258"/>
                      <a:pt x="776" y="38905"/>
                      <a:pt x="1288" y="39436"/>
                    </a:cubicBezTo>
                    <a:cubicBezTo>
                      <a:pt x="30586" y="67948"/>
                      <a:pt x="59753" y="96604"/>
                      <a:pt x="89240" y="124921"/>
                    </a:cubicBezTo>
                    <a:cubicBezTo>
                      <a:pt x="115493" y="151448"/>
                      <a:pt x="144357" y="175256"/>
                      <a:pt x="175392" y="195985"/>
                    </a:cubicBezTo>
                    <a:cubicBezTo>
                      <a:pt x="235550" y="233978"/>
                      <a:pt x="307348" y="246942"/>
                      <a:pt x="377649" y="245478"/>
                    </a:cubicBezTo>
                    <a:cubicBezTo>
                      <a:pt x="417728" y="244970"/>
                      <a:pt x="457639" y="240204"/>
                      <a:pt x="496710" y="231260"/>
                    </a:cubicBezTo>
                    <a:cubicBezTo>
                      <a:pt x="497021" y="231137"/>
                      <a:pt x="497316" y="230979"/>
                      <a:pt x="497590" y="230788"/>
                    </a:cubicBezTo>
                    <a:cubicBezTo>
                      <a:pt x="497757" y="231023"/>
                      <a:pt x="497936" y="231249"/>
                      <a:pt x="498102" y="231484"/>
                    </a:cubicBezTo>
                    <a:cubicBezTo>
                      <a:pt x="499846" y="233903"/>
                      <a:pt x="503870" y="231678"/>
                      <a:pt x="502177" y="229102"/>
                    </a:cubicBezTo>
                    <a:close/>
                    <a:moveTo>
                      <a:pt x="419317" y="136112"/>
                    </a:moveTo>
                    <a:cubicBezTo>
                      <a:pt x="444096" y="161981"/>
                      <a:pt x="467170" y="189432"/>
                      <a:pt x="488393" y="218290"/>
                    </a:cubicBezTo>
                    <a:cubicBezTo>
                      <a:pt x="464694" y="206402"/>
                      <a:pt x="441273" y="193979"/>
                      <a:pt x="417884" y="181492"/>
                    </a:cubicBezTo>
                    <a:cubicBezTo>
                      <a:pt x="407147" y="166911"/>
                      <a:pt x="397209" y="151758"/>
                      <a:pt x="388114" y="136099"/>
                    </a:cubicBezTo>
                    <a:cubicBezTo>
                      <a:pt x="383606" y="128309"/>
                      <a:pt x="379292" y="120411"/>
                      <a:pt x="375171" y="112405"/>
                    </a:cubicBezTo>
                    <a:cubicBezTo>
                      <a:pt x="371411" y="103776"/>
                      <a:pt x="366994" y="95447"/>
                      <a:pt x="361959" y="87494"/>
                    </a:cubicBezTo>
                    <a:cubicBezTo>
                      <a:pt x="361601" y="86926"/>
                      <a:pt x="360850" y="86755"/>
                      <a:pt x="360282" y="87113"/>
                    </a:cubicBezTo>
                    <a:cubicBezTo>
                      <a:pt x="359840" y="87391"/>
                      <a:pt x="359625" y="87919"/>
                      <a:pt x="359747" y="88427"/>
                    </a:cubicBezTo>
                    <a:lnTo>
                      <a:pt x="359747" y="88427"/>
                    </a:lnTo>
                    <a:cubicBezTo>
                      <a:pt x="361971" y="96906"/>
                      <a:pt x="365272" y="105065"/>
                      <a:pt x="369571" y="112705"/>
                    </a:cubicBezTo>
                    <a:cubicBezTo>
                      <a:pt x="373734" y="121169"/>
                      <a:pt x="378150" y="129502"/>
                      <a:pt x="382822" y="137702"/>
                    </a:cubicBezTo>
                    <a:cubicBezTo>
                      <a:pt x="390336" y="150809"/>
                      <a:pt x="398599" y="163458"/>
                      <a:pt x="407267" y="175827"/>
                    </a:cubicBezTo>
                    <a:cubicBezTo>
                      <a:pt x="381820" y="162250"/>
                      <a:pt x="356309" y="148789"/>
                      <a:pt x="330400" y="136075"/>
                    </a:cubicBezTo>
                    <a:cubicBezTo>
                      <a:pt x="330507" y="135646"/>
                      <a:pt x="330505" y="135196"/>
                      <a:pt x="330393" y="134767"/>
                    </a:cubicBezTo>
                    <a:cubicBezTo>
                      <a:pt x="330332" y="134553"/>
                      <a:pt x="330245" y="134346"/>
                      <a:pt x="330134" y="134153"/>
                    </a:cubicBezTo>
                    <a:cubicBezTo>
                      <a:pt x="309702" y="103444"/>
                      <a:pt x="292582" y="70657"/>
                      <a:pt x="279059" y="36340"/>
                    </a:cubicBezTo>
                    <a:cubicBezTo>
                      <a:pt x="331771" y="60306"/>
                      <a:pt x="379387" y="94178"/>
                      <a:pt x="419316" y="136112"/>
                    </a:cubicBezTo>
                    <a:close/>
                    <a:moveTo>
                      <a:pt x="275132" y="34628"/>
                    </a:moveTo>
                    <a:cubicBezTo>
                      <a:pt x="275126" y="34804"/>
                      <a:pt x="275021" y="34925"/>
                      <a:pt x="275077" y="35130"/>
                    </a:cubicBezTo>
                    <a:lnTo>
                      <a:pt x="275077" y="35130"/>
                    </a:lnTo>
                    <a:cubicBezTo>
                      <a:pt x="285475" y="69749"/>
                      <a:pt x="301359" y="102477"/>
                      <a:pt x="322123" y="132066"/>
                    </a:cubicBezTo>
                    <a:cubicBezTo>
                      <a:pt x="318962" y="130542"/>
                      <a:pt x="315824" y="128975"/>
                      <a:pt x="312649" y="127478"/>
                    </a:cubicBezTo>
                    <a:cubicBezTo>
                      <a:pt x="286808" y="114897"/>
                      <a:pt x="260526" y="103325"/>
                      <a:pt x="233805" y="92761"/>
                    </a:cubicBezTo>
                    <a:cubicBezTo>
                      <a:pt x="233809" y="92513"/>
                      <a:pt x="233786" y="92266"/>
                      <a:pt x="233736" y="92023"/>
                    </a:cubicBezTo>
                    <a:cubicBezTo>
                      <a:pt x="233571" y="91474"/>
                      <a:pt x="233278" y="90972"/>
                      <a:pt x="232883" y="90557"/>
                    </a:cubicBezTo>
                    <a:cubicBezTo>
                      <a:pt x="221151" y="78225"/>
                      <a:pt x="210987" y="64492"/>
                      <a:pt x="202621" y="49670"/>
                    </a:cubicBezTo>
                    <a:cubicBezTo>
                      <a:pt x="198766" y="42844"/>
                      <a:pt x="195266" y="35769"/>
                      <a:pt x="192100" y="28598"/>
                    </a:cubicBezTo>
                    <a:cubicBezTo>
                      <a:pt x="189467" y="22634"/>
                      <a:pt x="187436" y="16351"/>
                      <a:pt x="184937" y="10314"/>
                    </a:cubicBezTo>
                    <a:cubicBezTo>
                      <a:pt x="201166" y="12157"/>
                      <a:pt x="217215" y="15334"/>
                      <a:pt x="232922" y="19810"/>
                    </a:cubicBezTo>
                    <a:cubicBezTo>
                      <a:pt x="247296" y="23838"/>
                      <a:pt x="261395" y="28787"/>
                      <a:pt x="275132" y="34628"/>
                    </a:cubicBezTo>
                    <a:close/>
                    <a:moveTo>
                      <a:pt x="180670" y="9818"/>
                    </a:moveTo>
                    <a:cubicBezTo>
                      <a:pt x="183331" y="25107"/>
                      <a:pt x="188815" y="39767"/>
                      <a:pt x="196840" y="53049"/>
                    </a:cubicBezTo>
                    <a:cubicBezTo>
                      <a:pt x="203595" y="65341"/>
                      <a:pt x="211582" y="76914"/>
                      <a:pt x="220678" y="87591"/>
                    </a:cubicBezTo>
                    <a:cubicBezTo>
                      <a:pt x="189654" y="75709"/>
                      <a:pt x="158142" y="65191"/>
                      <a:pt x="126143" y="56038"/>
                    </a:cubicBezTo>
                    <a:cubicBezTo>
                      <a:pt x="113755" y="44034"/>
                      <a:pt x="104108" y="29494"/>
                      <a:pt x="97863" y="13415"/>
                    </a:cubicBezTo>
                    <a:cubicBezTo>
                      <a:pt x="106084" y="11824"/>
                      <a:pt x="114353" y="10472"/>
                      <a:pt x="122711" y="9605"/>
                    </a:cubicBezTo>
                    <a:cubicBezTo>
                      <a:pt x="141992" y="7791"/>
                      <a:pt x="161403" y="7862"/>
                      <a:pt x="180670" y="9818"/>
                    </a:cubicBezTo>
                    <a:close/>
                    <a:moveTo>
                      <a:pt x="13781" y="38868"/>
                    </a:moveTo>
                    <a:cubicBezTo>
                      <a:pt x="47589" y="44405"/>
                      <a:pt x="81040" y="51608"/>
                      <a:pt x="114134" y="60477"/>
                    </a:cubicBezTo>
                    <a:cubicBezTo>
                      <a:pt x="106328" y="62591"/>
                      <a:pt x="98708" y="65342"/>
                      <a:pt x="91352" y="68701"/>
                    </a:cubicBezTo>
                    <a:cubicBezTo>
                      <a:pt x="85880" y="71245"/>
                      <a:pt x="80667" y="74199"/>
                      <a:pt x="75454" y="77225"/>
                    </a:cubicBezTo>
                    <a:cubicBezTo>
                      <a:pt x="70834" y="79601"/>
                      <a:pt x="66507" y="82505"/>
                      <a:pt x="62557" y="85879"/>
                    </a:cubicBezTo>
                    <a:cubicBezTo>
                      <a:pt x="46296" y="70211"/>
                      <a:pt x="30037" y="54541"/>
                      <a:pt x="13782" y="38868"/>
                    </a:cubicBezTo>
                    <a:close/>
                    <a:moveTo>
                      <a:pt x="21374" y="35193"/>
                    </a:moveTo>
                    <a:cubicBezTo>
                      <a:pt x="45117" y="26633"/>
                      <a:pt x="69382" y="19596"/>
                      <a:pt x="94022" y="14126"/>
                    </a:cubicBezTo>
                    <a:cubicBezTo>
                      <a:pt x="97667" y="28517"/>
                      <a:pt x="104725" y="41819"/>
                      <a:pt x="114598" y="52906"/>
                    </a:cubicBezTo>
                    <a:cubicBezTo>
                      <a:pt x="84013" y="44665"/>
                      <a:pt x="52850" y="38744"/>
                      <a:pt x="21375" y="35193"/>
                    </a:cubicBezTo>
                    <a:close/>
                    <a:moveTo>
                      <a:pt x="64439" y="87683"/>
                    </a:moveTo>
                    <a:cubicBezTo>
                      <a:pt x="68797" y="85391"/>
                      <a:pt x="72892" y="82621"/>
                      <a:pt x="77241" y="80284"/>
                    </a:cubicBezTo>
                    <a:cubicBezTo>
                      <a:pt x="82617" y="77480"/>
                      <a:pt x="88169" y="75027"/>
                      <a:pt x="93862" y="72942"/>
                    </a:cubicBezTo>
                    <a:cubicBezTo>
                      <a:pt x="104195" y="69000"/>
                      <a:pt x="114826" y="65886"/>
                      <a:pt x="125653" y="63631"/>
                    </a:cubicBezTo>
                    <a:cubicBezTo>
                      <a:pt x="152097" y="71042"/>
                      <a:pt x="178234" y="79482"/>
                      <a:pt x="204064" y="88953"/>
                    </a:cubicBezTo>
                    <a:cubicBezTo>
                      <a:pt x="208564" y="90691"/>
                      <a:pt x="212994" y="92597"/>
                      <a:pt x="217478" y="94374"/>
                    </a:cubicBezTo>
                    <a:cubicBezTo>
                      <a:pt x="184713" y="107174"/>
                      <a:pt x="153498" y="123630"/>
                      <a:pt x="124425" y="143430"/>
                    </a:cubicBezTo>
                    <a:cubicBezTo>
                      <a:pt x="124165" y="143623"/>
                      <a:pt x="123939" y="143857"/>
                      <a:pt x="123755" y="144124"/>
                    </a:cubicBezTo>
                    <a:cubicBezTo>
                      <a:pt x="116437" y="137642"/>
                      <a:pt x="109309" y="130948"/>
                      <a:pt x="102371" y="124041"/>
                    </a:cubicBezTo>
                    <a:cubicBezTo>
                      <a:pt x="89669" y="111984"/>
                      <a:pt x="77025" y="99865"/>
                      <a:pt x="64439" y="87683"/>
                    </a:cubicBezTo>
                    <a:close/>
                    <a:moveTo>
                      <a:pt x="127999" y="147691"/>
                    </a:moveTo>
                    <a:cubicBezTo>
                      <a:pt x="144253" y="138132"/>
                      <a:pt x="160228" y="128387"/>
                      <a:pt x="177166" y="120030"/>
                    </a:cubicBezTo>
                    <a:cubicBezTo>
                      <a:pt x="193479" y="111980"/>
                      <a:pt x="210172" y="104865"/>
                      <a:pt x="227111" y="98266"/>
                    </a:cubicBezTo>
                    <a:cubicBezTo>
                      <a:pt x="256280" y="110033"/>
                      <a:pt x="285096" y="122604"/>
                      <a:pt x="313561" y="135980"/>
                    </a:cubicBezTo>
                    <a:cubicBezTo>
                      <a:pt x="269767" y="146501"/>
                      <a:pt x="228479" y="165559"/>
                      <a:pt x="192061" y="192061"/>
                    </a:cubicBezTo>
                    <a:cubicBezTo>
                      <a:pt x="191470" y="192479"/>
                      <a:pt x="191098" y="193141"/>
                      <a:pt x="191050" y="193864"/>
                    </a:cubicBezTo>
                    <a:cubicBezTo>
                      <a:pt x="190440" y="193521"/>
                      <a:pt x="189814" y="193208"/>
                      <a:pt x="189207" y="192861"/>
                    </a:cubicBezTo>
                    <a:cubicBezTo>
                      <a:pt x="167639" y="179452"/>
                      <a:pt x="147171" y="164348"/>
                      <a:pt x="127999" y="147691"/>
                    </a:cubicBezTo>
                    <a:close/>
                    <a:moveTo>
                      <a:pt x="194869" y="195943"/>
                    </a:moveTo>
                    <a:cubicBezTo>
                      <a:pt x="232730" y="168714"/>
                      <a:pt x="275793" y="149574"/>
                      <a:pt x="321374" y="139716"/>
                    </a:cubicBezTo>
                    <a:cubicBezTo>
                      <a:pt x="345174" y="151069"/>
                      <a:pt x="368792" y="162806"/>
                      <a:pt x="392037" y="175279"/>
                    </a:cubicBezTo>
                    <a:cubicBezTo>
                      <a:pt x="397001" y="177879"/>
                      <a:pt x="401974" y="180486"/>
                      <a:pt x="406954" y="183100"/>
                    </a:cubicBezTo>
                    <a:cubicBezTo>
                      <a:pt x="369879" y="192326"/>
                      <a:pt x="334610" y="207692"/>
                      <a:pt x="302607" y="228559"/>
                    </a:cubicBezTo>
                    <a:cubicBezTo>
                      <a:pt x="301815" y="229067"/>
                      <a:pt x="301348" y="229953"/>
                      <a:pt x="301376" y="230894"/>
                    </a:cubicBezTo>
                    <a:cubicBezTo>
                      <a:pt x="295849" y="230074"/>
                      <a:pt x="290320" y="229171"/>
                      <a:pt x="284784" y="228079"/>
                    </a:cubicBezTo>
                    <a:cubicBezTo>
                      <a:pt x="253323" y="222110"/>
                      <a:pt x="222986" y="211267"/>
                      <a:pt x="194869" y="195943"/>
                    </a:cubicBezTo>
                    <a:close/>
                    <a:moveTo>
                      <a:pt x="308010" y="231820"/>
                    </a:moveTo>
                    <a:cubicBezTo>
                      <a:pt x="341011" y="211606"/>
                      <a:pt x="376877" y="196496"/>
                      <a:pt x="414394" y="187001"/>
                    </a:cubicBezTo>
                    <a:cubicBezTo>
                      <a:pt x="437234" y="199010"/>
                      <a:pt x="459996" y="211308"/>
                      <a:pt x="482214" y="224353"/>
                    </a:cubicBezTo>
                    <a:cubicBezTo>
                      <a:pt x="424112" y="232848"/>
                      <a:pt x="366296" y="239380"/>
                      <a:pt x="308010" y="2318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6" name="Google Shape;5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9"/>
          <p:cNvGrpSpPr/>
          <p:nvPr/>
        </p:nvGrpSpPr>
        <p:grpSpPr>
          <a:xfrm>
            <a:off x="-1351288" y="-438451"/>
            <a:ext cx="10966382" cy="6042461"/>
            <a:chOff x="-1351288" y="-438451"/>
            <a:chExt cx="10966382" cy="6042461"/>
          </a:xfrm>
        </p:grpSpPr>
        <p:sp>
          <p:nvSpPr>
            <p:cNvPr id="569" name="Google Shape;569;p9"/>
            <p:cNvSpPr/>
            <p:nvPr/>
          </p:nvSpPr>
          <p:spPr>
            <a:xfrm>
              <a:off x="-1351288" y="3603998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7308413" y="-438451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71" name="Google Shape;571;p9"/>
          <p:cNvGrpSpPr/>
          <p:nvPr/>
        </p:nvGrpSpPr>
        <p:grpSpPr>
          <a:xfrm>
            <a:off x="-511942" y="903935"/>
            <a:ext cx="9781639" cy="2483548"/>
            <a:chOff x="-511942" y="903935"/>
            <a:chExt cx="9781639" cy="2483548"/>
          </a:xfrm>
        </p:grpSpPr>
        <p:grpSp>
          <p:nvGrpSpPr>
            <p:cNvPr id="572" name="Google Shape;572;p9"/>
            <p:cNvGrpSpPr/>
            <p:nvPr/>
          </p:nvGrpSpPr>
          <p:grpSpPr>
            <a:xfrm>
              <a:off x="-511942" y="903935"/>
              <a:ext cx="1166447" cy="549813"/>
              <a:chOff x="4496533" y="-114840"/>
              <a:chExt cx="1166447" cy="549813"/>
            </a:xfrm>
          </p:grpSpPr>
          <p:sp>
            <p:nvSpPr>
              <p:cNvPr id="573" name="Google Shape;573;p9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9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5" name="Google Shape;575;p9"/>
            <p:cNvGrpSpPr/>
            <p:nvPr/>
          </p:nvGrpSpPr>
          <p:grpSpPr>
            <a:xfrm>
              <a:off x="8483510" y="2969320"/>
              <a:ext cx="786187" cy="418163"/>
              <a:chOff x="8037685" y="2312945"/>
              <a:chExt cx="786187" cy="418163"/>
            </a:xfrm>
          </p:grpSpPr>
          <p:sp>
            <p:nvSpPr>
              <p:cNvPr id="576" name="Google Shape;576;p9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9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8" name="Google Shape;578;p9"/>
          <p:cNvGrpSpPr/>
          <p:nvPr/>
        </p:nvGrpSpPr>
        <p:grpSpPr>
          <a:xfrm>
            <a:off x="2716833" y="1732772"/>
            <a:ext cx="6311947" cy="3268145"/>
            <a:chOff x="2716833" y="1732772"/>
            <a:chExt cx="6311947" cy="3268145"/>
          </a:xfrm>
        </p:grpSpPr>
        <p:grpSp>
          <p:nvGrpSpPr>
            <p:cNvPr id="579" name="Google Shape;579;p9"/>
            <p:cNvGrpSpPr/>
            <p:nvPr/>
          </p:nvGrpSpPr>
          <p:grpSpPr>
            <a:xfrm>
              <a:off x="8390657" y="1732772"/>
              <a:ext cx="638124" cy="347759"/>
              <a:chOff x="482844" y="1192072"/>
              <a:chExt cx="638124" cy="347759"/>
            </a:xfrm>
          </p:grpSpPr>
          <p:sp>
            <p:nvSpPr>
              <p:cNvPr id="580" name="Google Shape;580;p9"/>
              <p:cNvSpPr/>
              <p:nvPr/>
            </p:nvSpPr>
            <p:spPr>
              <a:xfrm>
                <a:off x="9077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9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9"/>
            <p:cNvGrpSpPr/>
            <p:nvPr/>
          </p:nvGrpSpPr>
          <p:grpSpPr>
            <a:xfrm>
              <a:off x="2716833" y="4552488"/>
              <a:ext cx="940207" cy="448429"/>
              <a:chOff x="1155133" y="2916238"/>
              <a:chExt cx="940207" cy="448429"/>
            </a:xfrm>
          </p:grpSpPr>
          <p:sp>
            <p:nvSpPr>
              <p:cNvPr id="583" name="Google Shape;583;p9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9"/>
              <p:cNvSpPr/>
              <p:nvPr/>
            </p:nvSpPr>
            <p:spPr>
              <a:xfrm>
                <a:off x="19691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5" name="Google Shape;585;p9"/>
          <p:cNvGrpSpPr/>
          <p:nvPr/>
        </p:nvGrpSpPr>
        <p:grpSpPr>
          <a:xfrm>
            <a:off x="7562443" y="3852375"/>
            <a:ext cx="2414231" cy="1765600"/>
            <a:chOff x="7562443" y="3852375"/>
            <a:chExt cx="2414231" cy="1765600"/>
          </a:xfrm>
        </p:grpSpPr>
        <p:grpSp>
          <p:nvGrpSpPr>
            <p:cNvPr id="586" name="Google Shape;586;p9"/>
            <p:cNvGrpSpPr/>
            <p:nvPr/>
          </p:nvGrpSpPr>
          <p:grpSpPr>
            <a:xfrm rot="-3063123">
              <a:off x="8398581" y="4408297"/>
              <a:ext cx="1683792" cy="532248"/>
              <a:chOff x="-214172" y="5156855"/>
              <a:chExt cx="1683830" cy="532260"/>
            </a:xfrm>
          </p:grpSpPr>
          <p:sp>
            <p:nvSpPr>
              <p:cNvPr id="587" name="Google Shape;587;p9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9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9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9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9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9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9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9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9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9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9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9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9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9"/>
            <p:cNvGrpSpPr/>
            <p:nvPr/>
          </p:nvGrpSpPr>
          <p:grpSpPr>
            <a:xfrm rot="-6665632">
              <a:off x="7758786" y="4450571"/>
              <a:ext cx="944511" cy="1068895"/>
              <a:chOff x="-294374" y="3862138"/>
              <a:chExt cx="944503" cy="1068886"/>
            </a:xfrm>
          </p:grpSpPr>
          <p:grpSp>
            <p:nvGrpSpPr>
              <p:cNvPr id="601" name="Google Shape;601;p9"/>
              <p:cNvGrpSpPr/>
              <p:nvPr/>
            </p:nvGrpSpPr>
            <p:grpSpPr>
              <a:xfrm>
                <a:off x="-286470" y="3869088"/>
                <a:ext cx="928273" cy="1055381"/>
                <a:chOff x="-286470" y="3869088"/>
                <a:chExt cx="928273" cy="1055381"/>
              </a:xfrm>
            </p:grpSpPr>
            <p:sp>
              <p:nvSpPr>
                <p:cNvPr id="602" name="Google Shape;602;p9"/>
                <p:cNvSpPr/>
                <p:nvPr/>
              </p:nvSpPr>
              <p:spPr>
                <a:xfrm>
                  <a:off x="-139129" y="4787956"/>
                  <a:ext cx="346519" cy="136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8" h="79484" extrusionOk="0">
                      <a:moveTo>
                        <a:pt x="1045" y="74404"/>
                      </a:moveTo>
                      <a:cubicBezTo>
                        <a:pt x="6595" y="53342"/>
                        <a:pt x="12871" y="32500"/>
                        <a:pt x="19875" y="11878"/>
                      </a:cubicBezTo>
                      <a:cubicBezTo>
                        <a:pt x="79078" y="-4635"/>
                        <a:pt x="141762" y="-3917"/>
                        <a:pt x="200571" y="13949"/>
                      </a:cubicBezTo>
                      <a:lnTo>
                        <a:pt x="201759" y="13983"/>
                      </a:lnTo>
                      <a:cubicBezTo>
                        <a:pt x="201679" y="16589"/>
                        <a:pt x="201217" y="19170"/>
                        <a:pt x="200386" y="21641"/>
                      </a:cubicBezTo>
                      <a:cubicBezTo>
                        <a:pt x="196092" y="34599"/>
                        <a:pt x="182452" y="41761"/>
                        <a:pt x="169783" y="46944"/>
                      </a:cubicBezTo>
                      <a:cubicBezTo>
                        <a:pt x="115927" y="69010"/>
                        <a:pt x="58198" y="80067"/>
                        <a:pt x="0" y="79461"/>
                      </a:cubicBezTo>
                      <a:lnTo>
                        <a:pt x="783" y="75335"/>
                      </a:lnTo>
                      <a:cubicBezTo>
                        <a:pt x="853" y="74997"/>
                        <a:pt x="975" y="74742"/>
                        <a:pt x="1045" y="744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9"/>
                <p:cNvSpPr/>
                <p:nvPr/>
              </p:nvSpPr>
              <p:spPr>
                <a:xfrm>
                  <a:off x="-286470" y="4456966"/>
                  <a:ext cx="181485" cy="458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68" h="267131" extrusionOk="0">
                      <a:moveTo>
                        <a:pt x="37011" y="1908"/>
                      </a:moveTo>
                      <a:cubicBezTo>
                        <a:pt x="69605" y="65793"/>
                        <a:pt x="92256" y="134279"/>
                        <a:pt x="104180" y="205001"/>
                      </a:cubicBezTo>
                      <a:cubicBezTo>
                        <a:pt x="104694" y="204896"/>
                        <a:pt x="105155" y="204710"/>
                        <a:pt x="105668" y="204605"/>
                      </a:cubicBezTo>
                      <a:cubicBezTo>
                        <a:pt x="98663" y="225226"/>
                        <a:pt x="92387" y="246068"/>
                        <a:pt x="86838" y="267131"/>
                      </a:cubicBezTo>
                      <a:cubicBezTo>
                        <a:pt x="75140" y="247564"/>
                        <a:pt x="63495" y="228077"/>
                        <a:pt x="51796" y="208509"/>
                      </a:cubicBezTo>
                      <a:cubicBezTo>
                        <a:pt x="26009" y="165295"/>
                        <a:pt x="-638" y="119092"/>
                        <a:pt x="12" y="68691"/>
                      </a:cubicBezTo>
                      <a:cubicBezTo>
                        <a:pt x="368" y="44868"/>
                        <a:pt x="8117" y="19621"/>
                        <a:pt x="27108" y="5273"/>
                      </a:cubicBezTo>
                      <a:cubicBezTo>
                        <a:pt x="29934" y="3140"/>
                        <a:pt x="33016" y="1369"/>
                        <a:pt x="362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9"/>
                <p:cNvSpPr/>
                <p:nvPr/>
              </p:nvSpPr>
              <p:spPr>
                <a:xfrm>
                  <a:off x="-224163" y="4118728"/>
                  <a:ext cx="230877" cy="69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26" h="401947" extrusionOk="0">
                      <a:moveTo>
                        <a:pt x="133048" y="251018"/>
                      </a:moveTo>
                      <a:cubicBezTo>
                        <a:pt x="133480" y="250967"/>
                        <a:pt x="133993" y="250862"/>
                        <a:pt x="134426" y="250811"/>
                      </a:cubicBezTo>
                      <a:cubicBezTo>
                        <a:pt x="108656" y="299193"/>
                        <a:pt x="86903" y="349609"/>
                        <a:pt x="69388" y="401552"/>
                      </a:cubicBezTo>
                      <a:cubicBezTo>
                        <a:pt x="68874" y="401657"/>
                        <a:pt x="68413" y="401843"/>
                        <a:pt x="67900" y="401948"/>
                      </a:cubicBezTo>
                      <a:cubicBezTo>
                        <a:pt x="55975" y="331227"/>
                        <a:pt x="33325" y="262740"/>
                        <a:pt x="731" y="198855"/>
                      </a:cubicBezTo>
                      <a:lnTo>
                        <a:pt x="0" y="196947"/>
                      </a:lnTo>
                      <a:cubicBezTo>
                        <a:pt x="18748" y="188874"/>
                        <a:pt x="43237" y="192812"/>
                        <a:pt x="53545" y="210265"/>
                      </a:cubicBezTo>
                      <a:cubicBezTo>
                        <a:pt x="44823" y="138905"/>
                        <a:pt x="54587" y="66501"/>
                        <a:pt x="81900" y="0"/>
                      </a:cubicBezTo>
                      <a:cubicBezTo>
                        <a:pt x="120498" y="76788"/>
                        <a:pt x="127163" y="165249"/>
                        <a:pt x="133048" y="2510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9"/>
                <p:cNvSpPr/>
                <p:nvPr/>
              </p:nvSpPr>
              <p:spPr>
                <a:xfrm>
                  <a:off x="-83506" y="3969226"/>
                  <a:ext cx="243710" cy="580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98" h="338069" extrusionOk="0">
                      <a:moveTo>
                        <a:pt x="137415" y="202611"/>
                      </a:moveTo>
                      <a:cubicBezTo>
                        <a:pt x="137780" y="202546"/>
                        <a:pt x="138227" y="202428"/>
                        <a:pt x="138591" y="202363"/>
                      </a:cubicBezTo>
                      <a:cubicBezTo>
                        <a:pt x="106381" y="245194"/>
                        <a:pt x="77603" y="290501"/>
                        <a:pt x="52526" y="337863"/>
                      </a:cubicBezTo>
                      <a:cubicBezTo>
                        <a:pt x="52093" y="337914"/>
                        <a:pt x="51579" y="338019"/>
                        <a:pt x="51147" y="338070"/>
                      </a:cubicBezTo>
                      <a:cubicBezTo>
                        <a:pt x="45262" y="252300"/>
                        <a:pt x="38597" y="163839"/>
                        <a:pt x="0" y="87052"/>
                      </a:cubicBezTo>
                      <a:cubicBezTo>
                        <a:pt x="1701" y="82905"/>
                        <a:pt x="3455" y="78840"/>
                        <a:pt x="5276" y="74788"/>
                      </a:cubicBezTo>
                      <a:cubicBezTo>
                        <a:pt x="12000" y="59942"/>
                        <a:pt x="23704" y="43104"/>
                        <a:pt x="39930" y="45193"/>
                      </a:cubicBezTo>
                      <a:cubicBezTo>
                        <a:pt x="46910" y="46633"/>
                        <a:pt x="53289" y="50157"/>
                        <a:pt x="58223" y="55300"/>
                      </a:cubicBezTo>
                      <a:cubicBezTo>
                        <a:pt x="72549" y="68235"/>
                        <a:pt x="84103" y="83942"/>
                        <a:pt x="92185" y="101470"/>
                      </a:cubicBezTo>
                      <a:cubicBezTo>
                        <a:pt x="94985" y="65396"/>
                        <a:pt x="106579" y="30558"/>
                        <a:pt x="125953" y="0"/>
                      </a:cubicBezTo>
                      <a:lnTo>
                        <a:pt x="127445" y="941"/>
                      </a:lnTo>
                      <a:cubicBezTo>
                        <a:pt x="142415" y="67081"/>
                        <a:pt x="145788" y="135317"/>
                        <a:pt x="137415" y="2026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9"/>
                <p:cNvSpPr/>
                <p:nvPr/>
              </p:nvSpPr>
              <p:spPr>
                <a:xfrm>
                  <a:off x="132806" y="3869088"/>
                  <a:ext cx="199453" cy="44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30" h="260918" extrusionOk="0">
                      <a:moveTo>
                        <a:pt x="103348" y="58165"/>
                      </a:moveTo>
                      <a:cubicBezTo>
                        <a:pt x="107092" y="55354"/>
                        <a:pt x="110957" y="52639"/>
                        <a:pt x="114914" y="50153"/>
                      </a:cubicBezTo>
                      <a:lnTo>
                        <a:pt x="116130" y="52092"/>
                      </a:lnTo>
                      <a:cubicBezTo>
                        <a:pt x="114036" y="90106"/>
                        <a:pt x="106217" y="127587"/>
                        <a:pt x="92937" y="163267"/>
                      </a:cubicBezTo>
                      <a:cubicBezTo>
                        <a:pt x="94114" y="163018"/>
                        <a:pt x="95222" y="162755"/>
                        <a:pt x="96412" y="162439"/>
                      </a:cubicBezTo>
                      <a:cubicBezTo>
                        <a:pt x="66452" y="193391"/>
                        <a:pt x="38472" y="226200"/>
                        <a:pt x="12638" y="260670"/>
                      </a:cubicBezTo>
                      <a:cubicBezTo>
                        <a:pt x="12274" y="260735"/>
                        <a:pt x="11828" y="260853"/>
                        <a:pt x="11462" y="260918"/>
                      </a:cubicBezTo>
                      <a:cubicBezTo>
                        <a:pt x="19835" y="193625"/>
                        <a:pt x="16462" y="125388"/>
                        <a:pt x="1492" y="59248"/>
                      </a:cubicBezTo>
                      <a:lnTo>
                        <a:pt x="0" y="58307"/>
                      </a:lnTo>
                      <a:cubicBezTo>
                        <a:pt x="9497" y="43189"/>
                        <a:pt x="20842" y="29314"/>
                        <a:pt x="33771" y="17003"/>
                      </a:cubicBezTo>
                      <a:cubicBezTo>
                        <a:pt x="43496" y="7697"/>
                        <a:pt x="55661" y="-1174"/>
                        <a:pt x="69098" y="128"/>
                      </a:cubicBezTo>
                      <a:cubicBezTo>
                        <a:pt x="81425" y="2256"/>
                        <a:pt x="91754" y="10649"/>
                        <a:pt x="96358" y="22280"/>
                      </a:cubicBezTo>
                      <a:cubicBezTo>
                        <a:pt x="100767" y="33741"/>
                        <a:pt x="103134" y="45886"/>
                        <a:pt x="103348" y="581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9"/>
                <p:cNvSpPr/>
                <p:nvPr/>
              </p:nvSpPr>
              <p:spPr>
                <a:xfrm>
                  <a:off x="292414" y="3893575"/>
                  <a:ext cx="188849" cy="25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56" h="149010" extrusionOk="0">
                      <a:moveTo>
                        <a:pt x="109520" y="14"/>
                      </a:moveTo>
                      <a:cubicBezTo>
                        <a:pt x="111717" y="23350"/>
                        <a:pt x="105569" y="46709"/>
                        <a:pt x="92167" y="65938"/>
                      </a:cubicBezTo>
                      <a:cubicBezTo>
                        <a:pt x="92680" y="65834"/>
                        <a:pt x="93261" y="65743"/>
                        <a:pt x="93775" y="65638"/>
                      </a:cubicBezTo>
                      <a:cubicBezTo>
                        <a:pt x="62022" y="91288"/>
                        <a:pt x="31866" y="118854"/>
                        <a:pt x="3475" y="148182"/>
                      </a:cubicBezTo>
                      <a:cubicBezTo>
                        <a:pt x="2285" y="148498"/>
                        <a:pt x="1176" y="148761"/>
                        <a:pt x="0" y="149010"/>
                      </a:cubicBezTo>
                      <a:cubicBezTo>
                        <a:pt x="13279" y="113329"/>
                        <a:pt x="21098" y="75849"/>
                        <a:pt x="23193" y="37835"/>
                      </a:cubicBezTo>
                      <a:lnTo>
                        <a:pt x="21978" y="35896"/>
                      </a:lnTo>
                      <a:cubicBezTo>
                        <a:pt x="45356" y="20407"/>
                        <a:pt x="71216" y="9041"/>
                        <a:pt x="98436" y="2291"/>
                      </a:cubicBezTo>
                      <a:cubicBezTo>
                        <a:pt x="101992" y="1410"/>
                        <a:pt x="105736" y="638"/>
                        <a:pt x="1094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9"/>
                <p:cNvSpPr/>
                <p:nvPr/>
              </p:nvSpPr>
              <p:spPr>
                <a:xfrm>
                  <a:off x="450701" y="3890690"/>
                  <a:ext cx="125742" cy="116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2" h="67617" extrusionOk="0">
                      <a:moveTo>
                        <a:pt x="73213" y="11976"/>
                      </a:moveTo>
                      <a:lnTo>
                        <a:pt x="71312" y="15730"/>
                      </a:lnTo>
                      <a:cubicBezTo>
                        <a:pt x="47315" y="31855"/>
                        <a:pt x="23999" y="49104"/>
                        <a:pt x="1608" y="67318"/>
                      </a:cubicBezTo>
                      <a:cubicBezTo>
                        <a:pt x="1095" y="67422"/>
                        <a:pt x="514" y="67513"/>
                        <a:pt x="0" y="67618"/>
                      </a:cubicBezTo>
                      <a:cubicBezTo>
                        <a:pt x="13402" y="48388"/>
                        <a:pt x="19551" y="25029"/>
                        <a:pt x="17353" y="1693"/>
                      </a:cubicBezTo>
                      <a:cubicBezTo>
                        <a:pt x="37178" y="-1728"/>
                        <a:pt x="58270" y="-742"/>
                        <a:pt x="73213" y="119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9"/>
                <p:cNvSpPr/>
                <p:nvPr/>
              </p:nvSpPr>
              <p:spPr>
                <a:xfrm>
                  <a:off x="453463" y="3911257"/>
                  <a:ext cx="151252" cy="101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65" h="59064" extrusionOk="0">
                      <a:moveTo>
                        <a:pt x="69704" y="3754"/>
                      </a:moveTo>
                      <a:lnTo>
                        <a:pt x="71605" y="0"/>
                      </a:lnTo>
                      <a:cubicBezTo>
                        <a:pt x="87902" y="13982"/>
                        <a:pt x="91270" y="38153"/>
                        <a:pt x="85330" y="59065"/>
                      </a:cubicBezTo>
                      <a:lnTo>
                        <a:pt x="78701" y="57132"/>
                      </a:lnTo>
                      <a:cubicBezTo>
                        <a:pt x="52916" y="50773"/>
                        <a:pt x="26048" y="50162"/>
                        <a:pt x="0" y="55342"/>
                      </a:cubicBezTo>
                      <a:cubicBezTo>
                        <a:pt x="22391" y="37128"/>
                        <a:pt x="45707" y="19879"/>
                        <a:pt x="69704" y="37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9"/>
                <p:cNvSpPr/>
                <p:nvPr/>
              </p:nvSpPr>
              <p:spPr>
                <a:xfrm>
                  <a:off x="154510" y="4122614"/>
                  <a:ext cx="487293" cy="246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22" h="143612" extrusionOk="0">
                      <a:moveTo>
                        <a:pt x="83774" y="14817"/>
                      </a:moveTo>
                      <a:cubicBezTo>
                        <a:pt x="123100" y="5798"/>
                        <a:pt x="163288" y="-2974"/>
                        <a:pt x="203450" y="971"/>
                      </a:cubicBezTo>
                      <a:lnTo>
                        <a:pt x="206685" y="1640"/>
                      </a:lnTo>
                      <a:cubicBezTo>
                        <a:pt x="206250" y="2041"/>
                        <a:pt x="205830" y="2377"/>
                        <a:pt x="205395" y="2778"/>
                      </a:cubicBezTo>
                      <a:cubicBezTo>
                        <a:pt x="207178" y="2655"/>
                        <a:pt x="208961" y="2532"/>
                        <a:pt x="210783" y="2556"/>
                      </a:cubicBezTo>
                      <a:cubicBezTo>
                        <a:pt x="233077" y="2515"/>
                        <a:pt x="254347" y="11917"/>
                        <a:pt x="269322" y="28434"/>
                      </a:cubicBezTo>
                      <a:cubicBezTo>
                        <a:pt x="279656" y="39110"/>
                        <a:pt x="284838" y="53750"/>
                        <a:pt x="283521" y="68550"/>
                      </a:cubicBezTo>
                      <a:cubicBezTo>
                        <a:pt x="281248" y="83964"/>
                        <a:pt x="269709" y="96268"/>
                        <a:pt x="257899" y="106478"/>
                      </a:cubicBezTo>
                      <a:cubicBezTo>
                        <a:pt x="241187" y="120928"/>
                        <a:pt x="222855" y="133389"/>
                        <a:pt x="203271" y="143612"/>
                      </a:cubicBezTo>
                      <a:lnTo>
                        <a:pt x="201818" y="140782"/>
                      </a:lnTo>
                      <a:cubicBezTo>
                        <a:pt x="140209" y="107142"/>
                        <a:pt x="68399" y="97274"/>
                        <a:pt x="0" y="113049"/>
                      </a:cubicBezTo>
                      <a:cubicBezTo>
                        <a:pt x="25834" y="78578"/>
                        <a:pt x="53814" y="45769"/>
                        <a:pt x="83774" y="1481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9"/>
                <p:cNvSpPr/>
                <p:nvPr/>
              </p:nvSpPr>
              <p:spPr>
                <a:xfrm>
                  <a:off x="298382" y="4000327"/>
                  <a:ext cx="301643" cy="147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29" h="86022" extrusionOk="0">
                      <a:moveTo>
                        <a:pt x="169001" y="5269"/>
                      </a:moveTo>
                      <a:lnTo>
                        <a:pt x="175630" y="7202"/>
                      </a:lnTo>
                      <a:cubicBezTo>
                        <a:pt x="174600" y="10873"/>
                        <a:pt x="173272" y="14454"/>
                        <a:pt x="171659" y="17908"/>
                      </a:cubicBezTo>
                      <a:cubicBezTo>
                        <a:pt x="161202" y="40276"/>
                        <a:pt x="141940" y="56958"/>
                        <a:pt x="122911" y="72845"/>
                      </a:cubicBezTo>
                      <a:lnTo>
                        <a:pt x="119676" y="72176"/>
                      </a:lnTo>
                      <a:cubicBezTo>
                        <a:pt x="79515" y="68231"/>
                        <a:pt x="39327" y="77003"/>
                        <a:pt x="0" y="86022"/>
                      </a:cubicBezTo>
                      <a:cubicBezTo>
                        <a:pt x="28391" y="56694"/>
                        <a:pt x="58547" y="29128"/>
                        <a:pt x="90300" y="3479"/>
                      </a:cubicBezTo>
                      <a:cubicBezTo>
                        <a:pt x="116348" y="-1701"/>
                        <a:pt x="143216" y="-1090"/>
                        <a:pt x="169001" y="5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9"/>
                <p:cNvSpPr/>
                <p:nvPr/>
              </p:nvSpPr>
              <p:spPr>
                <a:xfrm>
                  <a:off x="6700" y="4304169"/>
                  <a:ext cx="496935" cy="312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36" h="181996" extrusionOk="0">
                      <a:moveTo>
                        <a:pt x="86066" y="7333"/>
                      </a:moveTo>
                      <a:cubicBezTo>
                        <a:pt x="154465" y="-8441"/>
                        <a:pt x="226275" y="1427"/>
                        <a:pt x="287884" y="35066"/>
                      </a:cubicBezTo>
                      <a:lnTo>
                        <a:pt x="289337" y="37897"/>
                      </a:lnTo>
                      <a:cubicBezTo>
                        <a:pt x="256979" y="54910"/>
                        <a:pt x="221683" y="65621"/>
                        <a:pt x="185327" y="69461"/>
                      </a:cubicBezTo>
                      <a:cubicBezTo>
                        <a:pt x="208714" y="77760"/>
                        <a:pt x="231251" y="88280"/>
                        <a:pt x="252633" y="100875"/>
                      </a:cubicBezTo>
                      <a:cubicBezTo>
                        <a:pt x="265663" y="108559"/>
                        <a:pt x="279355" y="118488"/>
                        <a:pt x="282620" y="133291"/>
                      </a:cubicBezTo>
                      <a:cubicBezTo>
                        <a:pt x="286923" y="152595"/>
                        <a:pt x="272073" y="169696"/>
                        <a:pt x="255754" y="181997"/>
                      </a:cubicBezTo>
                      <a:lnTo>
                        <a:pt x="254536" y="180409"/>
                      </a:lnTo>
                      <a:cubicBezTo>
                        <a:pt x="175302" y="142893"/>
                        <a:pt x="86694" y="129812"/>
                        <a:pt x="0" y="142833"/>
                      </a:cubicBezTo>
                      <a:cubicBezTo>
                        <a:pt x="25077" y="95471"/>
                        <a:pt x="53855" y="50164"/>
                        <a:pt x="86066" y="73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9"/>
                <p:cNvSpPr/>
                <p:nvPr/>
              </p:nvSpPr>
              <p:spPr>
                <a:xfrm>
                  <a:off x="-104998" y="4541060"/>
                  <a:ext cx="550960" cy="27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792" h="157743" extrusionOk="0">
                      <a:moveTo>
                        <a:pt x="314446" y="48583"/>
                      </a:moveTo>
                      <a:cubicBezTo>
                        <a:pt x="263821" y="82376"/>
                        <a:pt x="206337" y="104530"/>
                        <a:pt x="146128" y="113453"/>
                      </a:cubicBezTo>
                      <a:cubicBezTo>
                        <a:pt x="162975" y="123753"/>
                        <a:pt x="182272" y="139549"/>
                        <a:pt x="181884" y="157743"/>
                      </a:cubicBezTo>
                      <a:lnTo>
                        <a:pt x="180696" y="157709"/>
                      </a:lnTo>
                      <a:cubicBezTo>
                        <a:pt x="121887" y="139844"/>
                        <a:pt x="59203" y="139125"/>
                        <a:pt x="0" y="155639"/>
                      </a:cubicBezTo>
                      <a:cubicBezTo>
                        <a:pt x="17515" y="103696"/>
                        <a:pt x="39268" y="53279"/>
                        <a:pt x="65039" y="4898"/>
                      </a:cubicBezTo>
                      <a:cubicBezTo>
                        <a:pt x="151733" y="-8123"/>
                        <a:pt x="240341" y="4958"/>
                        <a:pt x="319574" y="42474"/>
                      </a:cubicBezTo>
                      <a:lnTo>
                        <a:pt x="320793" y="44061"/>
                      </a:lnTo>
                      <a:cubicBezTo>
                        <a:pt x="318703" y="45668"/>
                        <a:pt x="316561" y="47193"/>
                        <a:pt x="314446" y="485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4" name="Google Shape;614;p9"/>
              <p:cNvSpPr/>
              <p:nvPr/>
            </p:nvSpPr>
            <p:spPr>
              <a:xfrm>
                <a:off x="-294374" y="3862138"/>
                <a:ext cx="944503" cy="1068886"/>
              </a:xfrm>
              <a:custGeom>
                <a:avLst/>
                <a:gdLst/>
                <a:ahLst/>
                <a:cxnLst/>
                <a:rect l="l" t="t" r="r" b="b"/>
                <a:pathLst>
                  <a:path w="549929" h="622350" extrusionOk="0">
                    <a:moveTo>
                      <a:pt x="538841" y="182607"/>
                    </a:moveTo>
                    <a:cubicBezTo>
                      <a:pt x="524670" y="163792"/>
                      <a:pt x="503181" y="151875"/>
                      <a:pt x="479717" y="149819"/>
                    </a:cubicBezTo>
                    <a:cubicBezTo>
                      <a:pt x="498340" y="133741"/>
                      <a:pt x="516540" y="115771"/>
                      <a:pt x="524408" y="92080"/>
                    </a:cubicBezTo>
                    <a:cubicBezTo>
                      <a:pt x="531856" y="69654"/>
                      <a:pt x="529066" y="41554"/>
                      <a:pt x="510187" y="25476"/>
                    </a:cubicBezTo>
                    <a:cubicBezTo>
                      <a:pt x="489717" y="8045"/>
                      <a:pt x="459931" y="11029"/>
                      <a:pt x="435752" y="17375"/>
                    </a:cubicBezTo>
                    <a:cubicBezTo>
                      <a:pt x="407023" y="25034"/>
                      <a:pt x="379869" y="37699"/>
                      <a:pt x="355539" y="54790"/>
                    </a:cubicBezTo>
                    <a:cubicBezTo>
                      <a:pt x="353468" y="34386"/>
                      <a:pt x="348404" y="11853"/>
                      <a:pt x="327966" y="2766"/>
                    </a:cubicBezTo>
                    <a:cubicBezTo>
                      <a:pt x="305085" y="-7407"/>
                      <a:pt x="284122" y="12617"/>
                      <a:pt x="269835" y="28153"/>
                    </a:cubicBezTo>
                    <a:cubicBezTo>
                      <a:pt x="238775" y="62262"/>
                      <a:pt x="218800" y="104994"/>
                      <a:pt x="212549" y="150700"/>
                    </a:cubicBezTo>
                    <a:cubicBezTo>
                      <a:pt x="207031" y="141053"/>
                      <a:pt x="200454" y="132051"/>
                      <a:pt x="192941" y="123863"/>
                    </a:cubicBezTo>
                    <a:cubicBezTo>
                      <a:pt x="184502" y="114757"/>
                      <a:pt x="173603" y="103496"/>
                      <a:pt x="160192" y="103400"/>
                    </a:cubicBezTo>
                    <a:cubicBezTo>
                      <a:pt x="134256" y="103213"/>
                      <a:pt x="122917" y="137915"/>
                      <a:pt x="115512" y="157139"/>
                    </a:cubicBezTo>
                    <a:cubicBezTo>
                      <a:pt x="92297" y="218250"/>
                      <a:pt x="83468" y="283887"/>
                      <a:pt x="89709" y="348962"/>
                    </a:cubicBezTo>
                    <a:cubicBezTo>
                      <a:pt x="79176" y="339964"/>
                      <a:pt x="65072" y="336346"/>
                      <a:pt x="51508" y="339163"/>
                    </a:cubicBezTo>
                    <a:cubicBezTo>
                      <a:pt x="31431" y="343329"/>
                      <a:pt x="14949" y="357604"/>
                      <a:pt x="7958" y="376880"/>
                    </a:cubicBezTo>
                    <a:cubicBezTo>
                      <a:pt x="-12502" y="425840"/>
                      <a:pt x="10226" y="481530"/>
                      <a:pt x="34005" y="524792"/>
                    </a:cubicBezTo>
                    <a:cubicBezTo>
                      <a:pt x="50959" y="555636"/>
                      <a:pt x="69894" y="585456"/>
                      <a:pt x="88464" y="615343"/>
                    </a:cubicBezTo>
                    <a:lnTo>
                      <a:pt x="88553" y="615436"/>
                    </a:lnTo>
                    <a:cubicBezTo>
                      <a:pt x="87415" y="616117"/>
                      <a:pt x="86731" y="617358"/>
                      <a:pt x="86763" y="618684"/>
                    </a:cubicBezTo>
                    <a:cubicBezTo>
                      <a:pt x="86831" y="620644"/>
                      <a:pt x="88404" y="622217"/>
                      <a:pt x="90364" y="622285"/>
                    </a:cubicBezTo>
                    <a:cubicBezTo>
                      <a:pt x="147757" y="623288"/>
                      <a:pt x="204779" y="612893"/>
                      <a:pt x="258126" y="591701"/>
                    </a:cubicBezTo>
                    <a:cubicBezTo>
                      <a:pt x="275361" y="584789"/>
                      <a:pt x="296522" y="574437"/>
                      <a:pt x="296652" y="552854"/>
                    </a:cubicBezTo>
                    <a:cubicBezTo>
                      <a:pt x="296758" y="535010"/>
                      <a:pt x="282637" y="521266"/>
                      <a:pt x="268359" y="511190"/>
                    </a:cubicBezTo>
                    <a:cubicBezTo>
                      <a:pt x="299063" y="505810"/>
                      <a:pt x="329070" y="497021"/>
                      <a:pt x="357824" y="484986"/>
                    </a:cubicBezTo>
                    <a:cubicBezTo>
                      <a:pt x="386974" y="472690"/>
                      <a:pt x="418416" y="457480"/>
                      <a:pt x="442110" y="436093"/>
                    </a:cubicBezTo>
                    <a:cubicBezTo>
                      <a:pt x="462661" y="417544"/>
                      <a:pt x="471841" y="390170"/>
                      <a:pt x="449831" y="368583"/>
                    </a:cubicBezTo>
                    <a:cubicBezTo>
                      <a:pt x="438375" y="358561"/>
                      <a:pt x="425518" y="350263"/>
                      <a:pt x="411668" y="343950"/>
                    </a:cubicBezTo>
                    <a:cubicBezTo>
                      <a:pt x="401076" y="338457"/>
                      <a:pt x="390173" y="333624"/>
                      <a:pt x="379141" y="329095"/>
                    </a:cubicBezTo>
                    <a:cubicBezTo>
                      <a:pt x="435301" y="319841"/>
                      <a:pt x="487493" y="294258"/>
                      <a:pt x="529207" y="255535"/>
                    </a:cubicBezTo>
                    <a:cubicBezTo>
                      <a:pt x="539447" y="246652"/>
                      <a:pt x="546572" y="234722"/>
                      <a:pt x="549537" y="221494"/>
                    </a:cubicBezTo>
                    <a:cubicBezTo>
                      <a:pt x="551233" y="207628"/>
                      <a:pt x="547389" y="193654"/>
                      <a:pt x="538841" y="182607"/>
                    </a:cubicBezTo>
                    <a:close/>
                    <a:moveTo>
                      <a:pt x="465249" y="149385"/>
                    </a:moveTo>
                    <a:cubicBezTo>
                      <a:pt x="465117" y="149336"/>
                      <a:pt x="464983" y="149295"/>
                      <a:pt x="464846" y="149264"/>
                    </a:cubicBezTo>
                    <a:cubicBezTo>
                      <a:pt x="428856" y="145844"/>
                      <a:pt x="393064" y="152122"/>
                      <a:pt x="357942" y="159843"/>
                    </a:cubicBezTo>
                    <a:cubicBezTo>
                      <a:pt x="366010" y="151748"/>
                      <a:pt x="374165" y="143734"/>
                      <a:pt x="382510" y="135898"/>
                    </a:cubicBezTo>
                    <a:cubicBezTo>
                      <a:pt x="400915" y="118672"/>
                      <a:pt x="419959" y="102184"/>
                      <a:pt x="439641" y="86436"/>
                    </a:cubicBezTo>
                    <a:cubicBezTo>
                      <a:pt x="464106" y="82169"/>
                      <a:pt x="489185" y="82943"/>
                      <a:pt x="513340" y="88711"/>
                    </a:cubicBezTo>
                    <a:cubicBezTo>
                      <a:pt x="514053" y="88891"/>
                      <a:pt x="514808" y="88792"/>
                      <a:pt x="515450" y="88434"/>
                    </a:cubicBezTo>
                    <a:cubicBezTo>
                      <a:pt x="515060" y="89661"/>
                      <a:pt x="514758" y="90939"/>
                      <a:pt x="514304" y="92123"/>
                    </a:cubicBezTo>
                    <a:cubicBezTo>
                      <a:pt x="505145" y="115980"/>
                      <a:pt x="484380" y="133374"/>
                      <a:pt x="465249" y="149385"/>
                    </a:cubicBezTo>
                    <a:close/>
                    <a:moveTo>
                      <a:pt x="516785" y="84140"/>
                    </a:moveTo>
                    <a:cubicBezTo>
                      <a:pt x="516402" y="83452"/>
                      <a:pt x="515740" y="82964"/>
                      <a:pt x="514969" y="82800"/>
                    </a:cubicBezTo>
                    <a:cubicBezTo>
                      <a:pt x="493576" y="77564"/>
                      <a:pt x="471426" y="76159"/>
                      <a:pt x="449543" y="78648"/>
                    </a:cubicBezTo>
                    <a:cubicBezTo>
                      <a:pt x="468372" y="63904"/>
                      <a:pt x="487652" y="49729"/>
                      <a:pt x="507504" y="36360"/>
                    </a:cubicBezTo>
                    <a:cubicBezTo>
                      <a:pt x="507671" y="36248"/>
                      <a:pt x="507743" y="36094"/>
                      <a:pt x="507887" y="35972"/>
                    </a:cubicBezTo>
                    <a:cubicBezTo>
                      <a:pt x="518308" y="49716"/>
                      <a:pt x="521607" y="67581"/>
                      <a:pt x="516785" y="84141"/>
                    </a:cubicBezTo>
                    <a:close/>
                    <a:moveTo>
                      <a:pt x="500184" y="29001"/>
                    </a:moveTo>
                    <a:cubicBezTo>
                      <a:pt x="500465" y="29188"/>
                      <a:pt x="500659" y="29442"/>
                      <a:pt x="500933" y="29634"/>
                    </a:cubicBezTo>
                    <a:cubicBezTo>
                      <a:pt x="481916" y="42612"/>
                      <a:pt x="463385" y="56184"/>
                      <a:pt x="445341" y="70351"/>
                    </a:cubicBezTo>
                    <a:cubicBezTo>
                      <a:pt x="447935" y="64652"/>
                      <a:pt x="449981" y="58721"/>
                      <a:pt x="451451" y="52635"/>
                    </a:cubicBezTo>
                    <a:cubicBezTo>
                      <a:pt x="454219" y="42683"/>
                      <a:pt x="454843" y="32258"/>
                      <a:pt x="453284" y="22047"/>
                    </a:cubicBezTo>
                    <a:cubicBezTo>
                      <a:pt x="469233" y="18311"/>
                      <a:pt x="486006" y="20798"/>
                      <a:pt x="500184" y="29001"/>
                    </a:cubicBezTo>
                    <a:close/>
                    <a:moveTo>
                      <a:pt x="449376" y="22735"/>
                    </a:moveTo>
                    <a:cubicBezTo>
                      <a:pt x="449231" y="26665"/>
                      <a:pt x="449164" y="30599"/>
                      <a:pt x="448796" y="34527"/>
                    </a:cubicBezTo>
                    <a:cubicBezTo>
                      <a:pt x="448231" y="40340"/>
                      <a:pt x="447146" y="46090"/>
                      <a:pt x="445555" y="51710"/>
                    </a:cubicBezTo>
                    <a:cubicBezTo>
                      <a:pt x="442666" y="62188"/>
                      <a:pt x="438106" y="72133"/>
                      <a:pt x="432051" y="81160"/>
                    </a:cubicBezTo>
                    <a:cubicBezTo>
                      <a:pt x="403135" y="104680"/>
                      <a:pt x="375526" y="129764"/>
                      <a:pt x="349347" y="156298"/>
                    </a:cubicBezTo>
                    <a:cubicBezTo>
                      <a:pt x="354161" y="141508"/>
                      <a:pt x="358045" y="126431"/>
                      <a:pt x="360976" y="111155"/>
                    </a:cubicBezTo>
                    <a:cubicBezTo>
                      <a:pt x="362702" y="102133"/>
                      <a:pt x="364100" y="93057"/>
                      <a:pt x="365170" y="83926"/>
                    </a:cubicBezTo>
                    <a:cubicBezTo>
                      <a:pt x="366770" y="75170"/>
                      <a:pt x="367224" y="66244"/>
                      <a:pt x="366521" y="57371"/>
                    </a:cubicBezTo>
                    <a:cubicBezTo>
                      <a:pt x="385158" y="45139"/>
                      <a:pt x="405369" y="35495"/>
                      <a:pt x="426601" y="28702"/>
                    </a:cubicBezTo>
                    <a:cubicBezTo>
                      <a:pt x="434077" y="26294"/>
                      <a:pt x="441680" y="24301"/>
                      <a:pt x="449376" y="22735"/>
                    </a:cubicBezTo>
                    <a:close/>
                    <a:moveTo>
                      <a:pt x="312307" y="8421"/>
                    </a:moveTo>
                    <a:cubicBezTo>
                      <a:pt x="341079" y="5509"/>
                      <a:pt x="346397" y="41496"/>
                      <a:pt x="347987" y="62231"/>
                    </a:cubicBezTo>
                    <a:cubicBezTo>
                      <a:pt x="348199" y="65000"/>
                      <a:pt x="351438" y="67787"/>
                      <a:pt x="354167" y="65777"/>
                    </a:cubicBezTo>
                    <a:cubicBezTo>
                      <a:pt x="356900" y="63747"/>
                      <a:pt x="359787" y="61953"/>
                      <a:pt x="362598" y="60040"/>
                    </a:cubicBezTo>
                    <a:cubicBezTo>
                      <a:pt x="361134" y="67684"/>
                      <a:pt x="360125" y="75407"/>
                      <a:pt x="359576" y="83170"/>
                    </a:cubicBezTo>
                    <a:cubicBezTo>
                      <a:pt x="358217" y="92758"/>
                      <a:pt x="356496" y="102286"/>
                      <a:pt x="354415" y="111755"/>
                    </a:cubicBezTo>
                    <a:cubicBezTo>
                      <a:pt x="350275" y="130310"/>
                      <a:pt x="344813" y="148546"/>
                      <a:pt x="338072" y="166323"/>
                    </a:cubicBezTo>
                    <a:cubicBezTo>
                      <a:pt x="337927" y="166794"/>
                      <a:pt x="337906" y="167293"/>
                      <a:pt x="338009" y="167775"/>
                    </a:cubicBezTo>
                    <a:cubicBezTo>
                      <a:pt x="312166" y="194843"/>
                      <a:pt x="287828" y="223308"/>
                      <a:pt x="265104" y="253041"/>
                    </a:cubicBezTo>
                    <a:cubicBezTo>
                      <a:pt x="268212" y="222757"/>
                      <a:pt x="268955" y="192276"/>
                      <a:pt x="267325" y="161876"/>
                    </a:cubicBezTo>
                    <a:cubicBezTo>
                      <a:pt x="266421" y="145614"/>
                      <a:pt x="264823" y="129414"/>
                      <a:pt x="262532" y="113277"/>
                    </a:cubicBezTo>
                    <a:cubicBezTo>
                      <a:pt x="260938" y="96830"/>
                      <a:pt x="257391" y="80631"/>
                      <a:pt x="251965" y="65023"/>
                    </a:cubicBezTo>
                    <a:cubicBezTo>
                      <a:pt x="255408" y="59540"/>
                      <a:pt x="259012" y="54147"/>
                      <a:pt x="262948" y="48962"/>
                    </a:cubicBezTo>
                    <a:cubicBezTo>
                      <a:pt x="274410" y="33913"/>
                      <a:pt x="292068" y="10469"/>
                      <a:pt x="312307" y="8421"/>
                    </a:cubicBezTo>
                    <a:close/>
                    <a:moveTo>
                      <a:pt x="150716" y="113960"/>
                    </a:moveTo>
                    <a:cubicBezTo>
                      <a:pt x="165005" y="105738"/>
                      <a:pt x="178259" y="119659"/>
                      <a:pt x="187339" y="129466"/>
                    </a:cubicBezTo>
                    <a:cubicBezTo>
                      <a:pt x="197218" y="140274"/>
                      <a:pt x="205368" y="152545"/>
                      <a:pt x="211498" y="165843"/>
                    </a:cubicBezTo>
                    <a:cubicBezTo>
                      <a:pt x="213329" y="169739"/>
                      <a:pt x="218615" y="167371"/>
                      <a:pt x="218908" y="163836"/>
                    </a:cubicBezTo>
                    <a:cubicBezTo>
                      <a:pt x="221742" y="130269"/>
                      <a:pt x="232244" y="97801"/>
                      <a:pt x="249606" y="68933"/>
                    </a:cubicBezTo>
                    <a:cubicBezTo>
                      <a:pt x="250922" y="84068"/>
                      <a:pt x="254237" y="99093"/>
                      <a:pt x="256199" y="114134"/>
                    </a:cubicBezTo>
                    <a:cubicBezTo>
                      <a:pt x="258344" y="130588"/>
                      <a:pt x="259798" y="147116"/>
                      <a:pt x="260562" y="163719"/>
                    </a:cubicBezTo>
                    <a:cubicBezTo>
                      <a:pt x="262046" y="197375"/>
                      <a:pt x="260696" y="231096"/>
                      <a:pt x="256526" y="264526"/>
                    </a:cubicBezTo>
                    <a:cubicBezTo>
                      <a:pt x="226954" y="304296"/>
                      <a:pt x="200311" y="346162"/>
                      <a:pt x="176806" y="389794"/>
                    </a:cubicBezTo>
                    <a:cubicBezTo>
                      <a:pt x="174470" y="349754"/>
                      <a:pt x="170076" y="309861"/>
                      <a:pt x="163640" y="270272"/>
                    </a:cubicBezTo>
                    <a:cubicBezTo>
                      <a:pt x="156609" y="230323"/>
                      <a:pt x="146572" y="187947"/>
                      <a:pt x="125945" y="152472"/>
                    </a:cubicBezTo>
                    <a:cubicBezTo>
                      <a:pt x="127321" y="149100"/>
                      <a:pt x="128587" y="145685"/>
                      <a:pt x="130056" y="142352"/>
                    </a:cubicBezTo>
                    <a:cubicBezTo>
                      <a:pt x="133855" y="130986"/>
                      <a:pt x="141070" y="121071"/>
                      <a:pt x="150716" y="113961"/>
                    </a:cubicBezTo>
                    <a:close/>
                    <a:moveTo>
                      <a:pt x="91189" y="361591"/>
                    </a:moveTo>
                    <a:cubicBezTo>
                      <a:pt x="93026" y="364444"/>
                      <a:pt x="98745" y="363686"/>
                      <a:pt x="98251" y="359678"/>
                    </a:cubicBezTo>
                    <a:cubicBezTo>
                      <a:pt x="91146" y="301235"/>
                      <a:pt x="96478" y="241950"/>
                      <a:pt x="113899" y="185714"/>
                    </a:cubicBezTo>
                    <a:cubicBezTo>
                      <a:pt x="116904" y="175939"/>
                      <a:pt x="120425" y="166339"/>
                      <a:pt x="124175" y="156829"/>
                    </a:cubicBezTo>
                    <a:cubicBezTo>
                      <a:pt x="138878" y="193466"/>
                      <a:pt x="149936" y="231463"/>
                      <a:pt x="157188" y="270269"/>
                    </a:cubicBezTo>
                    <a:cubicBezTo>
                      <a:pt x="164455" y="313309"/>
                      <a:pt x="167107" y="356972"/>
                      <a:pt x="170397" y="400447"/>
                    </a:cubicBezTo>
                    <a:cubicBezTo>
                      <a:pt x="170426" y="400748"/>
                      <a:pt x="170493" y="401043"/>
                      <a:pt x="170598" y="401326"/>
                    </a:cubicBezTo>
                    <a:cubicBezTo>
                      <a:pt x="159940" y="421742"/>
                      <a:pt x="149946" y="442536"/>
                      <a:pt x="140617" y="463710"/>
                    </a:cubicBezTo>
                    <a:cubicBezTo>
                      <a:pt x="129618" y="488875"/>
                      <a:pt x="118973" y="514902"/>
                      <a:pt x="109903" y="541401"/>
                    </a:cubicBezTo>
                    <a:cubicBezTo>
                      <a:pt x="103908" y="508673"/>
                      <a:pt x="95632" y="476403"/>
                      <a:pt x="85137" y="444829"/>
                    </a:cubicBezTo>
                    <a:cubicBezTo>
                      <a:pt x="74934" y="411760"/>
                      <a:pt x="61171" y="379896"/>
                      <a:pt x="44089" y="349798"/>
                    </a:cubicBezTo>
                    <a:cubicBezTo>
                      <a:pt x="60637" y="343128"/>
                      <a:pt x="80670" y="345261"/>
                      <a:pt x="91189" y="361591"/>
                    </a:cubicBezTo>
                    <a:close/>
                    <a:moveTo>
                      <a:pt x="44791" y="526369"/>
                    </a:moveTo>
                    <a:cubicBezTo>
                      <a:pt x="29268" y="500779"/>
                      <a:pt x="18001" y="472840"/>
                      <a:pt x="11429" y="443640"/>
                    </a:cubicBezTo>
                    <a:cubicBezTo>
                      <a:pt x="6343" y="416689"/>
                      <a:pt x="7264" y="383892"/>
                      <a:pt x="26300" y="362148"/>
                    </a:cubicBezTo>
                    <a:cubicBezTo>
                      <a:pt x="30469" y="357466"/>
                      <a:pt x="35542" y="353678"/>
                      <a:pt x="41215" y="351010"/>
                    </a:cubicBezTo>
                    <a:cubicBezTo>
                      <a:pt x="54627" y="383274"/>
                      <a:pt x="69260" y="414732"/>
                      <a:pt x="80212" y="448010"/>
                    </a:cubicBezTo>
                    <a:cubicBezTo>
                      <a:pt x="91369" y="482035"/>
                      <a:pt x="99954" y="516851"/>
                      <a:pt x="105893" y="552163"/>
                    </a:cubicBezTo>
                    <a:cubicBezTo>
                      <a:pt x="105963" y="552342"/>
                      <a:pt x="106052" y="552514"/>
                      <a:pt x="106157" y="552676"/>
                    </a:cubicBezTo>
                    <a:cubicBezTo>
                      <a:pt x="100357" y="570513"/>
                      <a:pt x="95538" y="588654"/>
                      <a:pt x="91721" y="607017"/>
                    </a:cubicBezTo>
                    <a:cubicBezTo>
                      <a:pt x="76164" y="580088"/>
                      <a:pt x="60007" y="553487"/>
                      <a:pt x="44791" y="526369"/>
                    </a:cubicBezTo>
                    <a:close/>
                    <a:moveTo>
                      <a:pt x="285514" y="561441"/>
                    </a:moveTo>
                    <a:cubicBezTo>
                      <a:pt x="280436" y="570067"/>
                      <a:pt x="272460" y="576609"/>
                      <a:pt x="263007" y="579901"/>
                    </a:cubicBezTo>
                    <a:cubicBezTo>
                      <a:pt x="251925" y="584799"/>
                      <a:pt x="240576" y="589071"/>
                      <a:pt x="229014" y="592696"/>
                    </a:cubicBezTo>
                    <a:cubicBezTo>
                      <a:pt x="185612" y="606852"/>
                      <a:pt x="140300" y="614284"/>
                      <a:pt x="94650" y="614735"/>
                    </a:cubicBezTo>
                    <a:cubicBezTo>
                      <a:pt x="95047" y="613787"/>
                      <a:pt x="95000" y="612711"/>
                      <a:pt x="94523" y="611800"/>
                    </a:cubicBezTo>
                    <a:lnTo>
                      <a:pt x="94522" y="611802"/>
                    </a:lnTo>
                    <a:cubicBezTo>
                      <a:pt x="94247" y="611321"/>
                      <a:pt x="93958" y="610847"/>
                      <a:pt x="93682" y="610366"/>
                    </a:cubicBezTo>
                    <a:cubicBezTo>
                      <a:pt x="100229" y="591356"/>
                      <a:pt x="106526" y="572339"/>
                      <a:pt x="113030" y="553409"/>
                    </a:cubicBezTo>
                    <a:cubicBezTo>
                      <a:pt x="170208" y="538086"/>
                      <a:pt x="230467" y="538514"/>
                      <a:pt x="287422" y="554650"/>
                    </a:cubicBezTo>
                    <a:cubicBezTo>
                      <a:pt x="287150" y="557001"/>
                      <a:pt x="286506" y="559293"/>
                      <a:pt x="285514" y="561442"/>
                    </a:cubicBezTo>
                    <a:close/>
                    <a:moveTo>
                      <a:pt x="255172" y="504371"/>
                    </a:moveTo>
                    <a:cubicBezTo>
                      <a:pt x="251067" y="504990"/>
                      <a:pt x="251061" y="510823"/>
                      <a:pt x="254084" y="512696"/>
                    </a:cubicBezTo>
                    <a:cubicBezTo>
                      <a:pt x="266233" y="520222"/>
                      <a:pt x="285586" y="533651"/>
                      <a:pt x="287471" y="549616"/>
                    </a:cubicBezTo>
                    <a:cubicBezTo>
                      <a:pt x="231388" y="533230"/>
                      <a:pt x="171932" y="532226"/>
                      <a:pt x="115328" y="546709"/>
                    </a:cubicBezTo>
                    <a:cubicBezTo>
                      <a:pt x="123165" y="524147"/>
                      <a:pt x="131422" y="501735"/>
                      <a:pt x="140972" y="479649"/>
                    </a:cubicBezTo>
                    <a:cubicBezTo>
                      <a:pt x="152181" y="453725"/>
                      <a:pt x="164430" y="428343"/>
                      <a:pt x="177718" y="403503"/>
                    </a:cubicBezTo>
                    <a:cubicBezTo>
                      <a:pt x="241339" y="393931"/>
                      <a:pt x="306290" y="398569"/>
                      <a:pt x="367905" y="417084"/>
                    </a:cubicBezTo>
                    <a:cubicBezTo>
                      <a:pt x="387356" y="422955"/>
                      <a:pt x="405771" y="430874"/>
                      <a:pt x="424507" y="438510"/>
                    </a:cubicBezTo>
                    <a:cubicBezTo>
                      <a:pt x="422875" y="439696"/>
                      <a:pt x="421241" y="440839"/>
                      <a:pt x="419620" y="441904"/>
                    </a:cubicBezTo>
                    <a:cubicBezTo>
                      <a:pt x="369960" y="474360"/>
                      <a:pt x="313857" y="495671"/>
                      <a:pt x="255172" y="504371"/>
                    </a:cubicBezTo>
                    <a:close/>
                    <a:moveTo>
                      <a:pt x="441265" y="373101"/>
                    </a:moveTo>
                    <a:cubicBezTo>
                      <a:pt x="465657" y="394529"/>
                      <a:pt x="449391" y="418568"/>
                      <a:pt x="429485" y="434676"/>
                    </a:cubicBezTo>
                    <a:cubicBezTo>
                      <a:pt x="390069" y="414943"/>
                      <a:pt x="347566" y="402105"/>
                      <a:pt x="303817" y="396718"/>
                    </a:cubicBezTo>
                    <a:cubicBezTo>
                      <a:pt x="263384" y="390983"/>
                      <a:pt x="222364" y="390703"/>
                      <a:pt x="181857" y="395885"/>
                    </a:cubicBezTo>
                    <a:cubicBezTo>
                      <a:pt x="206110" y="351291"/>
                      <a:pt x="233611" y="308542"/>
                      <a:pt x="264138" y="267983"/>
                    </a:cubicBezTo>
                    <a:cubicBezTo>
                      <a:pt x="313638" y="256949"/>
                      <a:pt x="365187" y="259331"/>
                      <a:pt x="413458" y="274884"/>
                    </a:cubicBezTo>
                    <a:cubicBezTo>
                      <a:pt x="428639" y="280247"/>
                      <a:pt x="443538" y="286377"/>
                      <a:pt x="458098" y="293249"/>
                    </a:cubicBezTo>
                    <a:cubicBezTo>
                      <a:pt x="427584" y="308607"/>
                      <a:pt x="394564" y="318373"/>
                      <a:pt x="360605" y="322086"/>
                    </a:cubicBezTo>
                    <a:cubicBezTo>
                      <a:pt x="357965" y="322174"/>
                      <a:pt x="355896" y="324386"/>
                      <a:pt x="355984" y="327027"/>
                    </a:cubicBezTo>
                    <a:cubicBezTo>
                      <a:pt x="356052" y="329060"/>
                      <a:pt x="357398" y="330828"/>
                      <a:pt x="359340" y="331434"/>
                    </a:cubicBezTo>
                    <a:cubicBezTo>
                      <a:pt x="374534" y="336844"/>
                      <a:pt x="389386" y="343169"/>
                      <a:pt x="403816" y="350374"/>
                    </a:cubicBezTo>
                    <a:cubicBezTo>
                      <a:pt x="417200" y="356353"/>
                      <a:pt x="429781" y="363989"/>
                      <a:pt x="441264" y="373101"/>
                    </a:cubicBezTo>
                    <a:close/>
                    <a:moveTo>
                      <a:pt x="508414" y="260993"/>
                    </a:moveTo>
                    <a:cubicBezTo>
                      <a:pt x="494652" y="271943"/>
                      <a:pt x="479908" y="281599"/>
                      <a:pt x="464371" y="289839"/>
                    </a:cubicBezTo>
                    <a:cubicBezTo>
                      <a:pt x="435353" y="270494"/>
                      <a:pt x="397730" y="260749"/>
                      <a:pt x="363562" y="256192"/>
                    </a:cubicBezTo>
                    <a:cubicBezTo>
                      <a:pt x="332782" y="252136"/>
                      <a:pt x="301551" y="253048"/>
                      <a:pt x="271060" y="258893"/>
                    </a:cubicBezTo>
                    <a:cubicBezTo>
                      <a:pt x="295092" y="227683"/>
                      <a:pt x="320887" y="197871"/>
                      <a:pt x="348317" y="169602"/>
                    </a:cubicBezTo>
                    <a:cubicBezTo>
                      <a:pt x="385786" y="160920"/>
                      <a:pt x="423611" y="152904"/>
                      <a:pt x="462268" y="155864"/>
                    </a:cubicBezTo>
                    <a:cubicBezTo>
                      <a:pt x="462491" y="156651"/>
                      <a:pt x="462910" y="157368"/>
                      <a:pt x="463487" y="157947"/>
                    </a:cubicBezTo>
                    <a:cubicBezTo>
                      <a:pt x="464378" y="158801"/>
                      <a:pt x="465557" y="159289"/>
                      <a:pt x="466790" y="159315"/>
                    </a:cubicBezTo>
                    <a:cubicBezTo>
                      <a:pt x="493656" y="157158"/>
                      <a:pt x="519512" y="170036"/>
                      <a:pt x="533977" y="192777"/>
                    </a:cubicBezTo>
                    <a:cubicBezTo>
                      <a:pt x="550558" y="221233"/>
                      <a:pt x="529891" y="243638"/>
                      <a:pt x="508414" y="2609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" name="Google Shape;615;p9"/>
            <p:cNvGrpSpPr/>
            <p:nvPr/>
          </p:nvGrpSpPr>
          <p:grpSpPr>
            <a:xfrm rot="-6333158">
              <a:off x="8084595" y="4679257"/>
              <a:ext cx="1142455" cy="402624"/>
              <a:chOff x="-396587" y="4771415"/>
              <a:chExt cx="1142555" cy="402659"/>
            </a:xfrm>
          </p:grpSpPr>
          <p:grpSp>
            <p:nvGrpSpPr>
              <p:cNvPr id="616" name="Google Shape;616;p9"/>
              <p:cNvGrpSpPr/>
              <p:nvPr/>
            </p:nvGrpSpPr>
            <p:grpSpPr>
              <a:xfrm>
                <a:off x="-388799" y="4779440"/>
                <a:ext cx="1127010" cy="386620"/>
                <a:chOff x="-373874" y="4605765"/>
                <a:chExt cx="1127010" cy="386620"/>
              </a:xfrm>
            </p:grpSpPr>
            <p:sp>
              <p:nvSpPr>
                <p:cNvPr id="617" name="Google Shape;617;p9"/>
                <p:cNvSpPr/>
                <p:nvPr/>
              </p:nvSpPr>
              <p:spPr>
                <a:xfrm>
                  <a:off x="473828" y="4615252"/>
                  <a:ext cx="277342" cy="208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80" h="121506" extrusionOk="0">
                      <a:moveTo>
                        <a:pt x="0" y="121506"/>
                      </a:moveTo>
                      <a:cubicBezTo>
                        <a:pt x="31131" y="85682"/>
                        <a:pt x="63128" y="46904"/>
                        <a:pt x="69401" y="0"/>
                      </a:cubicBezTo>
                      <a:cubicBezTo>
                        <a:pt x="87497" y="4113"/>
                        <a:pt x="104842" y="11018"/>
                        <a:pt x="120813" y="20468"/>
                      </a:cubicBezTo>
                      <a:cubicBezTo>
                        <a:pt x="139485" y="31603"/>
                        <a:pt x="156795" y="48060"/>
                        <a:pt x="161480" y="69121"/>
                      </a:cubicBezTo>
                      <a:lnTo>
                        <a:pt x="161388" y="69151"/>
                      </a:lnTo>
                      <a:cubicBezTo>
                        <a:pt x="108513" y="89323"/>
                        <a:pt x="54648" y="106797"/>
                        <a:pt x="0" y="12150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9"/>
                <p:cNvSpPr/>
                <p:nvPr/>
              </p:nvSpPr>
              <p:spPr>
                <a:xfrm>
                  <a:off x="183635" y="4605765"/>
                  <a:ext cx="409404" cy="280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72" h="163339" extrusionOk="0">
                      <a:moveTo>
                        <a:pt x="168972" y="127030"/>
                      </a:moveTo>
                      <a:cubicBezTo>
                        <a:pt x="113320" y="142073"/>
                        <a:pt x="56919" y="154192"/>
                        <a:pt x="0" y="163339"/>
                      </a:cubicBezTo>
                      <a:cubicBezTo>
                        <a:pt x="45153" y="128306"/>
                        <a:pt x="74997" y="77157"/>
                        <a:pt x="83278" y="20610"/>
                      </a:cubicBezTo>
                      <a:lnTo>
                        <a:pt x="83063" y="19963"/>
                      </a:lnTo>
                      <a:cubicBezTo>
                        <a:pt x="94380" y="15786"/>
                        <a:pt x="105901" y="12183"/>
                        <a:pt x="117582" y="9169"/>
                      </a:cubicBezTo>
                      <a:cubicBezTo>
                        <a:pt x="156978" y="-1669"/>
                        <a:pt x="198395" y="-2918"/>
                        <a:pt x="238373" y="5525"/>
                      </a:cubicBezTo>
                      <a:cubicBezTo>
                        <a:pt x="232101" y="52428"/>
                        <a:pt x="200103" y="91207"/>
                        <a:pt x="168972" y="12703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9"/>
                <p:cNvSpPr/>
                <p:nvPr/>
              </p:nvSpPr>
              <p:spPr>
                <a:xfrm>
                  <a:off x="-19974" y="4640050"/>
                  <a:ext cx="346652" cy="27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35" h="158227" extrusionOk="0">
                      <a:moveTo>
                        <a:pt x="0" y="158227"/>
                      </a:moveTo>
                      <a:cubicBezTo>
                        <a:pt x="28420" y="140633"/>
                        <a:pt x="46948" y="110734"/>
                        <a:pt x="50054" y="77453"/>
                      </a:cubicBezTo>
                      <a:lnTo>
                        <a:pt x="49132" y="75759"/>
                      </a:lnTo>
                      <a:cubicBezTo>
                        <a:pt x="57664" y="71183"/>
                        <a:pt x="66135" y="66575"/>
                        <a:pt x="74543" y="61938"/>
                      </a:cubicBezTo>
                      <a:cubicBezTo>
                        <a:pt x="115879" y="39238"/>
                        <a:pt x="157491" y="15985"/>
                        <a:pt x="201621" y="0"/>
                      </a:cubicBezTo>
                      <a:lnTo>
                        <a:pt x="201836" y="647"/>
                      </a:lnTo>
                      <a:cubicBezTo>
                        <a:pt x="193554" y="57194"/>
                        <a:pt x="163711" y="108342"/>
                        <a:pt x="118558" y="143376"/>
                      </a:cubicBezTo>
                      <a:lnTo>
                        <a:pt x="118527" y="143437"/>
                      </a:lnTo>
                      <a:cubicBezTo>
                        <a:pt x="79211" y="149824"/>
                        <a:pt x="39702" y="154754"/>
                        <a:pt x="0" y="15822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9"/>
                <p:cNvSpPr/>
                <p:nvPr/>
              </p:nvSpPr>
              <p:spPr>
                <a:xfrm>
                  <a:off x="-169591" y="4770158"/>
                  <a:ext cx="235591" cy="15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1" h="88646" extrusionOk="0">
                      <a:moveTo>
                        <a:pt x="1323" y="88647"/>
                      </a:moveTo>
                      <a:cubicBezTo>
                        <a:pt x="903" y="88271"/>
                        <a:pt x="462" y="87921"/>
                        <a:pt x="0" y="87599"/>
                      </a:cubicBezTo>
                      <a:cubicBezTo>
                        <a:pt x="12710" y="80336"/>
                        <a:pt x="22252" y="68591"/>
                        <a:pt x="26757" y="54663"/>
                      </a:cubicBezTo>
                      <a:lnTo>
                        <a:pt x="26419" y="53954"/>
                      </a:lnTo>
                      <a:cubicBezTo>
                        <a:pt x="63837" y="38146"/>
                        <a:pt x="100397" y="19443"/>
                        <a:pt x="136250" y="0"/>
                      </a:cubicBezTo>
                      <a:lnTo>
                        <a:pt x="137171" y="1694"/>
                      </a:lnTo>
                      <a:cubicBezTo>
                        <a:pt x="134065" y="34975"/>
                        <a:pt x="115537" y="64874"/>
                        <a:pt x="87118" y="82468"/>
                      </a:cubicBezTo>
                      <a:cubicBezTo>
                        <a:pt x="84593" y="82742"/>
                        <a:pt x="82007" y="82985"/>
                        <a:pt x="79452" y="83167"/>
                      </a:cubicBezTo>
                      <a:cubicBezTo>
                        <a:pt x="56918" y="85111"/>
                        <a:pt x="34414" y="86531"/>
                        <a:pt x="11912" y="87951"/>
                      </a:cubicBezTo>
                      <a:cubicBezTo>
                        <a:pt x="8403" y="88193"/>
                        <a:pt x="4832" y="88404"/>
                        <a:pt x="1323" y="8864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9"/>
                <p:cNvSpPr/>
                <p:nvPr/>
              </p:nvSpPr>
              <p:spPr>
                <a:xfrm>
                  <a:off x="-362666" y="4862819"/>
                  <a:ext cx="239040" cy="7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79" h="41977" extrusionOk="0">
                      <a:moveTo>
                        <a:pt x="113745" y="34693"/>
                      </a:moveTo>
                      <a:cubicBezTo>
                        <a:pt x="75880" y="37111"/>
                        <a:pt x="38036" y="39539"/>
                        <a:pt x="213" y="41977"/>
                      </a:cubicBezTo>
                      <a:lnTo>
                        <a:pt x="0" y="40408"/>
                      </a:lnTo>
                      <a:cubicBezTo>
                        <a:pt x="47852" y="33084"/>
                        <a:pt x="94533" y="19498"/>
                        <a:pt x="138842" y="0"/>
                      </a:cubicBezTo>
                      <a:lnTo>
                        <a:pt x="139179" y="709"/>
                      </a:lnTo>
                      <a:cubicBezTo>
                        <a:pt x="134674" y="14637"/>
                        <a:pt x="125132" y="26382"/>
                        <a:pt x="112422" y="33644"/>
                      </a:cubicBezTo>
                      <a:cubicBezTo>
                        <a:pt x="112884" y="33967"/>
                        <a:pt x="113326" y="34317"/>
                        <a:pt x="113745" y="3469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9"/>
                <p:cNvSpPr/>
                <p:nvPr/>
              </p:nvSpPr>
              <p:spPr>
                <a:xfrm>
                  <a:off x="-373874" y="4922400"/>
                  <a:ext cx="240756" cy="59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178" h="34467" extrusionOk="0">
                      <a:moveTo>
                        <a:pt x="6740" y="7285"/>
                      </a:moveTo>
                      <a:cubicBezTo>
                        <a:pt x="44605" y="4867"/>
                        <a:pt x="82449" y="2438"/>
                        <a:pt x="120272" y="0"/>
                      </a:cubicBezTo>
                      <a:cubicBezTo>
                        <a:pt x="131054" y="8535"/>
                        <a:pt x="138173" y="20863"/>
                        <a:pt x="140178" y="34468"/>
                      </a:cubicBezTo>
                      <a:cubicBezTo>
                        <a:pt x="119710" y="32597"/>
                        <a:pt x="99273" y="30203"/>
                        <a:pt x="78869" y="27439"/>
                      </a:cubicBezTo>
                      <a:cubicBezTo>
                        <a:pt x="51941" y="24747"/>
                        <a:pt x="25496" y="18452"/>
                        <a:pt x="244" y="8724"/>
                      </a:cubicBezTo>
                      <a:lnTo>
                        <a:pt x="0" y="6599"/>
                      </a:lnTo>
                      <a:cubicBezTo>
                        <a:pt x="2124" y="6356"/>
                        <a:pt x="4341" y="6081"/>
                        <a:pt x="6527" y="57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9"/>
                <p:cNvSpPr/>
                <p:nvPr/>
              </p:nvSpPr>
              <p:spPr>
                <a:xfrm>
                  <a:off x="-167320" y="4911789"/>
                  <a:ext cx="199333" cy="7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60" h="46361" extrusionOk="0">
                      <a:moveTo>
                        <a:pt x="19906" y="40646"/>
                      </a:moveTo>
                      <a:cubicBezTo>
                        <a:pt x="17901" y="27041"/>
                        <a:pt x="10782" y="14714"/>
                        <a:pt x="0" y="6178"/>
                      </a:cubicBezTo>
                      <a:cubicBezTo>
                        <a:pt x="3509" y="5936"/>
                        <a:pt x="7080" y="5724"/>
                        <a:pt x="10590" y="5482"/>
                      </a:cubicBezTo>
                      <a:cubicBezTo>
                        <a:pt x="33092" y="4063"/>
                        <a:pt x="55595" y="2642"/>
                        <a:pt x="78130" y="698"/>
                      </a:cubicBezTo>
                      <a:cubicBezTo>
                        <a:pt x="80685" y="517"/>
                        <a:pt x="83271" y="274"/>
                        <a:pt x="85795" y="0"/>
                      </a:cubicBezTo>
                      <a:cubicBezTo>
                        <a:pt x="101543" y="10917"/>
                        <a:pt x="112403" y="27553"/>
                        <a:pt x="116061" y="46361"/>
                      </a:cubicBezTo>
                      <a:cubicBezTo>
                        <a:pt x="83956" y="45585"/>
                        <a:pt x="51905" y="43679"/>
                        <a:pt x="19906" y="4064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9"/>
                <p:cNvSpPr/>
                <p:nvPr/>
              </p:nvSpPr>
              <p:spPr>
                <a:xfrm>
                  <a:off x="-19974" y="4886388"/>
                  <a:ext cx="312465" cy="105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930" h="61716" extrusionOk="0">
                      <a:moveTo>
                        <a:pt x="181930" y="57513"/>
                      </a:moveTo>
                      <a:cubicBezTo>
                        <a:pt x="131472" y="61342"/>
                        <a:pt x="80849" y="62557"/>
                        <a:pt x="30265" y="61152"/>
                      </a:cubicBezTo>
                      <a:cubicBezTo>
                        <a:pt x="26607" y="42343"/>
                        <a:pt x="15747" y="25707"/>
                        <a:pt x="0" y="14790"/>
                      </a:cubicBezTo>
                      <a:cubicBezTo>
                        <a:pt x="39651" y="11266"/>
                        <a:pt x="79160" y="6336"/>
                        <a:pt x="118526" y="0"/>
                      </a:cubicBezTo>
                      <a:cubicBezTo>
                        <a:pt x="146833" y="8484"/>
                        <a:pt x="169976" y="28988"/>
                        <a:pt x="181809" y="5606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9"/>
                <p:cNvSpPr/>
                <p:nvPr/>
              </p:nvSpPr>
              <p:spPr>
                <a:xfrm>
                  <a:off x="183582" y="4823926"/>
                  <a:ext cx="442249" cy="161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496" h="93883" extrusionOk="0">
                      <a:moveTo>
                        <a:pt x="244807" y="61652"/>
                      </a:moveTo>
                      <a:cubicBezTo>
                        <a:pt x="212960" y="73949"/>
                        <a:pt x="179602" y="81903"/>
                        <a:pt x="145632" y="85299"/>
                      </a:cubicBezTo>
                      <a:cubicBezTo>
                        <a:pt x="118325" y="88930"/>
                        <a:pt x="90915" y="91791"/>
                        <a:pt x="63404" y="93883"/>
                      </a:cubicBezTo>
                      <a:lnTo>
                        <a:pt x="63283" y="92437"/>
                      </a:lnTo>
                      <a:cubicBezTo>
                        <a:pt x="51450" y="65358"/>
                        <a:pt x="28307" y="44854"/>
                        <a:pt x="0" y="36370"/>
                      </a:cubicBezTo>
                      <a:lnTo>
                        <a:pt x="31" y="36309"/>
                      </a:lnTo>
                      <a:cubicBezTo>
                        <a:pt x="56950" y="27161"/>
                        <a:pt x="113351" y="15042"/>
                        <a:pt x="169003" y="0"/>
                      </a:cubicBezTo>
                      <a:cubicBezTo>
                        <a:pt x="168448" y="646"/>
                        <a:pt x="167863" y="1353"/>
                        <a:pt x="167308" y="1999"/>
                      </a:cubicBezTo>
                      <a:cubicBezTo>
                        <a:pt x="202013" y="8170"/>
                        <a:pt x="233459" y="26309"/>
                        <a:pt x="256176" y="53262"/>
                      </a:cubicBezTo>
                      <a:lnTo>
                        <a:pt x="257496" y="55696"/>
                      </a:lnTo>
                      <a:cubicBezTo>
                        <a:pt x="253338" y="57846"/>
                        <a:pt x="249119" y="59811"/>
                        <a:pt x="244807" y="6165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9"/>
                <p:cNvSpPr/>
                <p:nvPr/>
              </p:nvSpPr>
              <p:spPr>
                <a:xfrm>
                  <a:off x="470917" y="4733960"/>
                  <a:ext cx="282220" cy="185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20" h="108081" extrusionOk="0">
                      <a:moveTo>
                        <a:pt x="163635" y="2002"/>
                      </a:moveTo>
                      <a:cubicBezTo>
                        <a:pt x="165901" y="18332"/>
                        <a:pt x="162514" y="34945"/>
                        <a:pt x="154038" y="49086"/>
                      </a:cubicBezTo>
                      <a:cubicBezTo>
                        <a:pt x="139139" y="74698"/>
                        <a:pt x="116896" y="95249"/>
                        <a:pt x="90189" y="108081"/>
                      </a:cubicBezTo>
                      <a:lnTo>
                        <a:pt x="88869" y="105647"/>
                      </a:lnTo>
                      <a:cubicBezTo>
                        <a:pt x="66151" y="78694"/>
                        <a:pt x="34706" y="60555"/>
                        <a:pt x="0" y="54384"/>
                      </a:cubicBezTo>
                      <a:cubicBezTo>
                        <a:pt x="555" y="53738"/>
                        <a:pt x="1141" y="53031"/>
                        <a:pt x="1696" y="52385"/>
                      </a:cubicBezTo>
                      <a:cubicBezTo>
                        <a:pt x="56343" y="37676"/>
                        <a:pt x="110208" y="20202"/>
                        <a:pt x="163084" y="30"/>
                      </a:cubicBezTo>
                      <a:lnTo>
                        <a:pt x="163176" y="0"/>
                      </a:lnTo>
                      <a:cubicBezTo>
                        <a:pt x="163376" y="656"/>
                        <a:pt x="163529" y="1324"/>
                        <a:pt x="163635" y="200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7" name="Google Shape;627;p9"/>
              <p:cNvSpPr/>
              <p:nvPr/>
            </p:nvSpPr>
            <p:spPr>
              <a:xfrm>
                <a:off x="-396587" y="4771415"/>
                <a:ext cx="1142555" cy="402659"/>
              </a:xfrm>
              <a:custGeom>
                <a:avLst/>
                <a:gdLst/>
                <a:ahLst/>
                <a:cxnLst/>
                <a:rect l="l" t="t" r="r" b="b"/>
                <a:pathLst>
                  <a:path w="665243" h="234445" extrusionOk="0">
                    <a:moveTo>
                      <a:pt x="664664" y="83685"/>
                    </a:moveTo>
                    <a:cubicBezTo>
                      <a:pt x="659198" y="42807"/>
                      <a:pt x="614423" y="19205"/>
                      <a:pt x="578928" y="8752"/>
                    </a:cubicBezTo>
                    <a:cubicBezTo>
                      <a:pt x="485501" y="-18760"/>
                      <a:pt x="391463" y="23497"/>
                      <a:pt x="310716" y="67494"/>
                    </a:cubicBezTo>
                    <a:cubicBezTo>
                      <a:pt x="262172" y="93944"/>
                      <a:pt x="214056" y="121236"/>
                      <a:pt x="163646" y="144057"/>
                    </a:cubicBezTo>
                    <a:cubicBezTo>
                      <a:pt x="112011" y="167586"/>
                      <a:pt x="57559" y="184362"/>
                      <a:pt x="1635" y="193970"/>
                    </a:cubicBezTo>
                    <a:cubicBezTo>
                      <a:pt x="-400" y="194317"/>
                      <a:pt x="-417" y="197022"/>
                      <a:pt x="932" y="198083"/>
                    </a:cubicBezTo>
                    <a:cubicBezTo>
                      <a:pt x="954" y="199771"/>
                      <a:pt x="1985" y="201282"/>
                      <a:pt x="3550" y="201916"/>
                    </a:cubicBezTo>
                    <a:cubicBezTo>
                      <a:pt x="27137" y="211000"/>
                      <a:pt x="51783" y="217047"/>
                      <a:pt x="76896" y="219912"/>
                    </a:cubicBezTo>
                    <a:cubicBezTo>
                      <a:pt x="99016" y="223054"/>
                      <a:pt x="121214" y="225576"/>
                      <a:pt x="143462" y="227690"/>
                    </a:cubicBezTo>
                    <a:cubicBezTo>
                      <a:pt x="144044" y="228582"/>
                      <a:pt x="145238" y="228834"/>
                      <a:pt x="146131" y="228253"/>
                    </a:cubicBezTo>
                    <a:cubicBezTo>
                      <a:pt x="146246" y="228177"/>
                      <a:pt x="146353" y="228090"/>
                      <a:pt x="146450" y="227992"/>
                    </a:cubicBezTo>
                    <a:cubicBezTo>
                      <a:pt x="149123" y="228240"/>
                      <a:pt x="151787" y="228567"/>
                      <a:pt x="154462" y="228801"/>
                    </a:cubicBezTo>
                    <a:cubicBezTo>
                      <a:pt x="207122" y="233418"/>
                      <a:pt x="259992" y="235205"/>
                      <a:pt x="312843" y="234153"/>
                    </a:cubicBezTo>
                    <a:cubicBezTo>
                      <a:pt x="365697" y="233029"/>
                      <a:pt x="418447" y="228967"/>
                      <a:pt x="470849" y="221983"/>
                    </a:cubicBezTo>
                    <a:cubicBezTo>
                      <a:pt x="516740" y="215927"/>
                      <a:pt x="564203" y="207866"/>
                      <a:pt x="603863" y="182462"/>
                    </a:cubicBezTo>
                    <a:cubicBezTo>
                      <a:pt x="635719" y="162056"/>
                      <a:pt x="670147" y="124689"/>
                      <a:pt x="664664" y="83685"/>
                    </a:cubicBezTo>
                    <a:close/>
                    <a:moveTo>
                      <a:pt x="638866" y="52287"/>
                    </a:moveTo>
                    <a:cubicBezTo>
                      <a:pt x="646398" y="59834"/>
                      <a:pt x="651677" y="69331"/>
                      <a:pt x="654109" y="79712"/>
                    </a:cubicBezTo>
                    <a:cubicBezTo>
                      <a:pt x="615135" y="91732"/>
                      <a:pt x="576996" y="106256"/>
                      <a:pt x="537740" y="117531"/>
                    </a:cubicBezTo>
                    <a:cubicBezTo>
                      <a:pt x="527853" y="120371"/>
                      <a:pt x="517945" y="123134"/>
                      <a:pt x="508015" y="125821"/>
                    </a:cubicBezTo>
                    <a:cubicBezTo>
                      <a:pt x="521372" y="110291"/>
                      <a:pt x="533660" y="93873"/>
                      <a:pt x="544794" y="76680"/>
                    </a:cubicBezTo>
                    <a:cubicBezTo>
                      <a:pt x="557192" y="58269"/>
                      <a:pt x="565348" y="37335"/>
                      <a:pt x="568673" y="15389"/>
                    </a:cubicBezTo>
                    <a:cubicBezTo>
                      <a:pt x="595117" y="20726"/>
                      <a:pt x="619477" y="33531"/>
                      <a:pt x="638866" y="52287"/>
                    </a:cubicBezTo>
                    <a:close/>
                    <a:moveTo>
                      <a:pt x="517290" y="9549"/>
                    </a:moveTo>
                    <a:cubicBezTo>
                      <a:pt x="533106" y="9570"/>
                      <a:pt x="548879" y="11203"/>
                      <a:pt x="564363" y="14423"/>
                    </a:cubicBezTo>
                    <a:cubicBezTo>
                      <a:pt x="558988" y="35756"/>
                      <a:pt x="550318" y="56120"/>
                      <a:pt x="538665" y="74780"/>
                    </a:cubicBezTo>
                    <a:cubicBezTo>
                      <a:pt x="525614" y="93739"/>
                      <a:pt x="511362" y="111843"/>
                      <a:pt x="495997" y="128981"/>
                    </a:cubicBezTo>
                    <a:cubicBezTo>
                      <a:pt x="468861" y="136148"/>
                      <a:pt x="441586" y="142783"/>
                      <a:pt x="414142" y="148668"/>
                    </a:cubicBezTo>
                    <a:cubicBezTo>
                      <a:pt x="389699" y="153816"/>
                      <a:pt x="365159" y="158426"/>
                      <a:pt x="340522" y="162496"/>
                    </a:cubicBezTo>
                    <a:cubicBezTo>
                      <a:pt x="359296" y="146154"/>
                      <a:pt x="375187" y="126770"/>
                      <a:pt x="387529" y="105155"/>
                    </a:cubicBezTo>
                    <a:cubicBezTo>
                      <a:pt x="401628" y="82112"/>
                      <a:pt x="410412" y="56215"/>
                      <a:pt x="413244" y="29350"/>
                    </a:cubicBezTo>
                    <a:cubicBezTo>
                      <a:pt x="446483" y="16653"/>
                      <a:pt x="481711" y="9949"/>
                      <a:pt x="517290" y="9549"/>
                    </a:cubicBezTo>
                    <a:close/>
                    <a:moveTo>
                      <a:pt x="409429" y="30797"/>
                    </a:moveTo>
                    <a:cubicBezTo>
                      <a:pt x="403580" y="56206"/>
                      <a:pt x="394359" y="80719"/>
                      <a:pt x="382012" y="103684"/>
                    </a:cubicBezTo>
                    <a:cubicBezTo>
                      <a:pt x="368220" y="126937"/>
                      <a:pt x="350321" y="147494"/>
                      <a:pt x="329187" y="164355"/>
                    </a:cubicBezTo>
                    <a:cubicBezTo>
                      <a:pt x="293470" y="170082"/>
                      <a:pt x="257604" y="174731"/>
                      <a:pt x="221589" y="178300"/>
                    </a:cubicBezTo>
                    <a:cubicBezTo>
                      <a:pt x="244843" y="160567"/>
                      <a:pt x="259495" y="133812"/>
                      <a:pt x="261912" y="104667"/>
                    </a:cubicBezTo>
                    <a:cubicBezTo>
                      <a:pt x="309562" y="78965"/>
                      <a:pt x="358092" y="49966"/>
                      <a:pt x="409429" y="30797"/>
                    </a:cubicBezTo>
                    <a:close/>
                    <a:moveTo>
                      <a:pt x="257946" y="106807"/>
                    </a:moveTo>
                    <a:cubicBezTo>
                      <a:pt x="255380" y="120817"/>
                      <a:pt x="250473" y="134295"/>
                      <a:pt x="243433" y="146677"/>
                    </a:cubicBezTo>
                    <a:cubicBezTo>
                      <a:pt x="235380" y="159716"/>
                      <a:pt x="224550" y="170818"/>
                      <a:pt x="211716" y="179193"/>
                    </a:cubicBezTo>
                    <a:cubicBezTo>
                      <a:pt x="194365" y="180800"/>
                      <a:pt x="176994" y="182221"/>
                      <a:pt x="159596" y="183318"/>
                    </a:cubicBezTo>
                    <a:cubicBezTo>
                      <a:pt x="150027" y="183957"/>
                      <a:pt x="140458" y="184589"/>
                      <a:pt x="130889" y="185215"/>
                    </a:cubicBezTo>
                    <a:cubicBezTo>
                      <a:pt x="134643" y="182199"/>
                      <a:pt x="138142" y="178879"/>
                      <a:pt x="141350" y="175289"/>
                    </a:cubicBezTo>
                    <a:cubicBezTo>
                      <a:pt x="145090" y="170544"/>
                      <a:pt x="148054" y="165236"/>
                      <a:pt x="150134" y="159564"/>
                    </a:cubicBezTo>
                    <a:cubicBezTo>
                      <a:pt x="187276" y="143976"/>
                      <a:pt x="223267" y="125415"/>
                      <a:pt x="257946" y="106806"/>
                    </a:cubicBezTo>
                    <a:close/>
                    <a:moveTo>
                      <a:pt x="56293" y="190275"/>
                    </a:moveTo>
                    <a:cubicBezTo>
                      <a:pt x="86874" y="183210"/>
                      <a:pt x="116794" y="173537"/>
                      <a:pt x="145725" y="161363"/>
                    </a:cubicBezTo>
                    <a:cubicBezTo>
                      <a:pt x="143740" y="165516"/>
                      <a:pt x="141292" y="169431"/>
                      <a:pt x="138427" y="173033"/>
                    </a:cubicBezTo>
                    <a:cubicBezTo>
                      <a:pt x="134394" y="178348"/>
                      <a:pt x="129213" y="182684"/>
                      <a:pt x="123271" y="185719"/>
                    </a:cubicBezTo>
                    <a:cubicBezTo>
                      <a:pt x="100941" y="187186"/>
                      <a:pt x="78615" y="188705"/>
                      <a:pt x="56293" y="190275"/>
                    </a:cubicBezTo>
                    <a:close/>
                    <a:moveTo>
                      <a:pt x="2257" y="198564"/>
                    </a:moveTo>
                    <a:lnTo>
                      <a:pt x="2257" y="198564"/>
                    </a:lnTo>
                    <a:close/>
                    <a:moveTo>
                      <a:pt x="20532" y="199347"/>
                    </a:moveTo>
                    <a:cubicBezTo>
                      <a:pt x="55633" y="197519"/>
                      <a:pt x="90796" y="195715"/>
                      <a:pt x="125935" y="193501"/>
                    </a:cubicBezTo>
                    <a:cubicBezTo>
                      <a:pt x="133437" y="200493"/>
                      <a:pt x="138818" y="209457"/>
                      <a:pt x="141462" y="219365"/>
                    </a:cubicBezTo>
                    <a:cubicBezTo>
                      <a:pt x="123256" y="217662"/>
                      <a:pt x="105070" y="215744"/>
                      <a:pt x="86928" y="213356"/>
                    </a:cubicBezTo>
                    <a:cubicBezTo>
                      <a:pt x="64358" y="211077"/>
                      <a:pt x="42098" y="206381"/>
                      <a:pt x="20532" y="199346"/>
                    </a:cubicBezTo>
                    <a:close/>
                    <a:moveTo>
                      <a:pt x="145794" y="219749"/>
                    </a:moveTo>
                    <a:cubicBezTo>
                      <a:pt x="143703" y="209776"/>
                      <a:pt x="138920" y="200566"/>
                      <a:pt x="131964" y="193120"/>
                    </a:cubicBezTo>
                    <a:cubicBezTo>
                      <a:pt x="158439" y="191412"/>
                      <a:pt x="184895" y="189452"/>
                      <a:pt x="211291" y="186994"/>
                    </a:cubicBezTo>
                    <a:cubicBezTo>
                      <a:pt x="223955" y="196527"/>
                      <a:pt x="233181" y="209913"/>
                      <a:pt x="237583" y="225140"/>
                    </a:cubicBezTo>
                    <a:cubicBezTo>
                      <a:pt x="214875" y="224517"/>
                      <a:pt x="192176" y="223508"/>
                      <a:pt x="169512" y="221847"/>
                    </a:cubicBezTo>
                    <a:cubicBezTo>
                      <a:pt x="161596" y="221260"/>
                      <a:pt x="153698" y="220465"/>
                      <a:pt x="145794" y="219749"/>
                    </a:cubicBezTo>
                    <a:close/>
                    <a:moveTo>
                      <a:pt x="241572" y="225264"/>
                    </a:moveTo>
                    <a:cubicBezTo>
                      <a:pt x="237979" y="210200"/>
                      <a:pt x="229857" y="196599"/>
                      <a:pt x="218299" y="186290"/>
                    </a:cubicBezTo>
                    <a:cubicBezTo>
                      <a:pt x="237284" y="184459"/>
                      <a:pt x="256242" y="182420"/>
                      <a:pt x="275146" y="179988"/>
                    </a:cubicBezTo>
                    <a:cubicBezTo>
                      <a:pt x="293595" y="177652"/>
                      <a:pt x="311987" y="174935"/>
                      <a:pt x="330334" y="171961"/>
                    </a:cubicBezTo>
                    <a:cubicBezTo>
                      <a:pt x="355739" y="180079"/>
                      <a:pt x="376845" y="198015"/>
                      <a:pt x="388956" y="221778"/>
                    </a:cubicBezTo>
                    <a:cubicBezTo>
                      <a:pt x="371150" y="223059"/>
                      <a:pt x="353328" y="224128"/>
                      <a:pt x="335481" y="224738"/>
                    </a:cubicBezTo>
                    <a:cubicBezTo>
                      <a:pt x="304186" y="225938"/>
                      <a:pt x="272869" y="226038"/>
                      <a:pt x="241572" y="225264"/>
                    </a:cubicBezTo>
                    <a:close/>
                    <a:moveTo>
                      <a:pt x="392494" y="221514"/>
                    </a:moveTo>
                    <a:cubicBezTo>
                      <a:pt x="382176" y="198793"/>
                      <a:pt x="363998" y="180563"/>
                      <a:pt x="341307" y="170178"/>
                    </a:cubicBezTo>
                    <a:cubicBezTo>
                      <a:pt x="392714" y="161479"/>
                      <a:pt x="443615" y="150301"/>
                      <a:pt x="494009" y="136641"/>
                    </a:cubicBezTo>
                    <a:cubicBezTo>
                      <a:pt x="494375" y="136975"/>
                      <a:pt x="494808" y="137227"/>
                      <a:pt x="495280" y="137381"/>
                    </a:cubicBezTo>
                    <a:cubicBezTo>
                      <a:pt x="528443" y="143862"/>
                      <a:pt x="558706" y="160668"/>
                      <a:pt x="581738" y="185394"/>
                    </a:cubicBezTo>
                    <a:cubicBezTo>
                      <a:pt x="551835" y="198831"/>
                      <a:pt x="520042" y="207589"/>
                      <a:pt x="487476" y="211359"/>
                    </a:cubicBezTo>
                    <a:cubicBezTo>
                      <a:pt x="455937" y="215848"/>
                      <a:pt x="424252" y="219149"/>
                      <a:pt x="392494" y="221514"/>
                    </a:cubicBezTo>
                    <a:close/>
                    <a:moveTo>
                      <a:pt x="614763" y="164526"/>
                    </a:moveTo>
                    <a:cubicBezTo>
                      <a:pt x="606002" y="171695"/>
                      <a:pt x="596520" y="177935"/>
                      <a:pt x="586470" y="183145"/>
                    </a:cubicBezTo>
                    <a:cubicBezTo>
                      <a:pt x="566228" y="158242"/>
                      <a:pt x="538428" y="140607"/>
                      <a:pt x="507273" y="132908"/>
                    </a:cubicBezTo>
                    <a:cubicBezTo>
                      <a:pt x="513336" y="131206"/>
                      <a:pt x="519408" y="129544"/>
                      <a:pt x="525452" y="127771"/>
                    </a:cubicBezTo>
                    <a:cubicBezTo>
                      <a:pt x="569539" y="115909"/>
                      <a:pt x="612749" y="101002"/>
                      <a:pt x="654771" y="83157"/>
                    </a:cubicBezTo>
                    <a:cubicBezTo>
                      <a:pt x="659503" y="112925"/>
                      <a:pt x="639030" y="144519"/>
                      <a:pt x="614763" y="1645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8" name="Google Shape;62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9" name="Google Shape;62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634;p11"/>
          <p:cNvGrpSpPr/>
          <p:nvPr/>
        </p:nvGrpSpPr>
        <p:grpSpPr>
          <a:xfrm>
            <a:off x="-396191" y="-1211244"/>
            <a:ext cx="9609944" cy="6765008"/>
            <a:chOff x="-396191" y="-1211244"/>
            <a:chExt cx="9609944" cy="6765008"/>
          </a:xfrm>
        </p:grpSpPr>
        <p:sp>
          <p:nvSpPr>
            <p:cNvPr id="635" name="Google Shape;635;p11"/>
            <p:cNvSpPr/>
            <p:nvPr/>
          </p:nvSpPr>
          <p:spPr>
            <a:xfrm rot="10800000">
              <a:off x="-396191" y="-1211244"/>
              <a:ext cx="3047683" cy="2313454"/>
            </a:xfrm>
            <a:custGeom>
              <a:avLst/>
              <a:gdLst/>
              <a:ahLst/>
              <a:cxnLst/>
              <a:rect l="l" t="t" r="r" b="b"/>
              <a:pathLst>
                <a:path w="3047683" h="2313454" extrusionOk="0">
                  <a:moveTo>
                    <a:pt x="2643224" y="18843"/>
                  </a:moveTo>
                  <a:cubicBezTo>
                    <a:pt x="2552762" y="42901"/>
                    <a:pt x="2468544" y="86138"/>
                    <a:pt x="2396299" y="145614"/>
                  </a:cubicBezTo>
                  <a:cubicBezTo>
                    <a:pt x="2309891" y="215639"/>
                    <a:pt x="2243347" y="302693"/>
                    <a:pt x="2184049" y="396040"/>
                  </a:cubicBezTo>
                  <a:cubicBezTo>
                    <a:pt x="2127546" y="484987"/>
                    <a:pt x="2074763" y="576262"/>
                    <a:pt x="2003589" y="654675"/>
                  </a:cubicBezTo>
                  <a:cubicBezTo>
                    <a:pt x="1962247" y="700221"/>
                    <a:pt x="1913465" y="744078"/>
                    <a:pt x="1850065" y="752175"/>
                  </a:cubicBezTo>
                  <a:cubicBezTo>
                    <a:pt x="1783252" y="760710"/>
                    <a:pt x="1713314" y="737810"/>
                    <a:pt x="1649126" y="722531"/>
                  </a:cubicBezTo>
                  <a:cubicBezTo>
                    <a:pt x="1562516" y="701915"/>
                    <a:pt x="1470528" y="688707"/>
                    <a:pt x="1381689" y="701839"/>
                  </a:cubicBezTo>
                  <a:cubicBezTo>
                    <a:pt x="1317499" y="710990"/>
                    <a:pt x="1257043" y="737529"/>
                    <a:pt x="1206880" y="778575"/>
                  </a:cubicBezTo>
                  <a:cubicBezTo>
                    <a:pt x="1155326" y="821002"/>
                    <a:pt x="1114976" y="875297"/>
                    <a:pt x="1078281" y="930571"/>
                  </a:cubicBezTo>
                  <a:cubicBezTo>
                    <a:pt x="1033397" y="998183"/>
                    <a:pt x="992308" y="1068361"/>
                    <a:pt x="949757" y="1137441"/>
                  </a:cubicBezTo>
                  <a:cubicBezTo>
                    <a:pt x="906751" y="1209357"/>
                    <a:pt x="841212" y="1265102"/>
                    <a:pt x="763290" y="1296043"/>
                  </a:cubicBezTo>
                  <a:cubicBezTo>
                    <a:pt x="690062" y="1324778"/>
                    <a:pt x="611144" y="1333692"/>
                    <a:pt x="534801" y="1350646"/>
                  </a:cubicBezTo>
                  <a:cubicBezTo>
                    <a:pt x="448602" y="1369789"/>
                    <a:pt x="362086" y="1401228"/>
                    <a:pt x="295524" y="1461290"/>
                  </a:cubicBezTo>
                  <a:cubicBezTo>
                    <a:pt x="168004" y="1576355"/>
                    <a:pt x="96013" y="1749801"/>
                    <a:pt x="51839" y="1912049"/>
                  </a:cubicBezTo>
                  <a:cubicBezTo>
                    <a:pt x="16758" y="2040897"/>
                    <a:pt x="-4345" y="2178402"/>
                    <a:pt x="794" y="2313471"/>
                  </a:cubicBezTo>
                  <a:lnTo>
                    <a:pt x="3047711" y="2313471"/>
                  </a:lnTo>
                  <a:lnTo>
                    <a:pt x="3047711" y="44890"/>
                  </a:lnTo>
                  <a:cubicBezTo>
                    <a:pt x="2917836" y="-68"/>
                    <a:pt x="2778005" y="-15777"/>
                    <a:pt x="2643224" y="1884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1"/>
            <p:cNvSpPr/>
            <p:nvPr/>
          </p:nvSpPr>
          <p:spPr>
            <a:xfrm rot="10800000">
              <a:off x="7415512" y="4017374"/>
              <a:ext cx="1798241" cy="1536390"/>
            </a:xfrm>
            <a:custGeom>
              <a:avLst/>
              <a:gdLst/>
              <a:ahLst/>
              <a:cxnLst/>
              <a:rect l="l" t="t" r="r" b="b"/>
              <a:pathLst>
                <a:path w="1798241" h="1536390" extrusionOk="0">
                  <a:moveTo>
                    <a:pt x="1608" y="1474223"/>
                  </a:moveTo>
                  <a:cubicBezTo>
                    <a:pt x="54416" y="1511072"/>
                    <a:pt x="116499" y="1532405"/>
                    <a:pt x="180822" y="1535805"/>
                  </a:cubicBezTo>
                  <a:cubicBezTo>
                    <a:pt x="229694" y="1538652"/>
                    <a:pt x="278627" y="1531364"/>
                    <a:pt x="324543" y="1514400"/>
                  </a:cubicBezTo>
                  <a:cubicBezTo>
                    <a:pt x="394477" y="1486854"/>
                    <a:pt x="438033" y="1427945"/>
                    <a:pt x="468525" y="1361746"/>
                  </a:cubicBezTo>
                  <a:cubicBezTo>
                    <a:pt x="499757" y="1293938"/>
                    <a:pt x="520588" y="1221496"/>
                    <a:pt x="558298" y="1156684"/>
                  </a:cubicBezTo>
                  <a:cubicBezTo>
                    <a:pt x="577205" y="1123341"/>
                    <a:pt x="601393" y="1093278"/>
                    <a:pt x="629922" y="1067663"/>
                  </a:cubicBezTo>
                  <a:cubicBezTo>
                    <a:pt x="675520" y="1028895"/>
                    <a:pt x="731454" y="1004269"/>
                    <a:pt x="790861" y="996806"/>
                  </a:cubicBezTo>
                  <a:cubicBezTo>
                    <a:pt x="853772" y="987956"/>
                    <a:pt x="917234" y="994498"/>
                    <a:pt x="980224" y="998780"/>
                  </a:cubicBezTo>
                  <a:cubicBezTo>
                    <a:pt x="1043608" y="1003088"/>
                    <a:pt x="1105471" y="1002525"/>
                    <a:pt x="1167474" y="987172"/>
                  </a:cubicBezTo>
                  <a:cubicBezTo>
                    <a:pt x="1284483" y="958197"/>
                    <a:pt x="1389169" y="891037"/>
                    <a:pt x="1474645" y="807336"/>
                  </a:cubicBezTo>
                  <a:cubicBezTo>
                    <a:pt x="1558829" y="725388"/>
                    <a:pt x="1625789" y="627472"/>
                    <a:pt x="1671598" y="519330"/>
                  </a:cubicBezTo>
                  <a:cubicBezTo>
                    <a:pt x="1711616" y="420433"/>
                    <a:pt x="1742463" y="318075"/>
                    <a:pt x="1763751" y="213544"/>
                  </a:cubicBezTo>
                  <a:cubicBezTo>
                    <a:pt x="1778949" y="143013"/>
                    <a:pt x="1790471" y="71741"/>
                    <a:pt x="1798269" y="16"/>
                  </a:cubicBezTo>
                  <a:lnTo>
                    <a:pt x="27" y="16"/>
                  </a:lnTo>
                  <a:lnTo>
                    <a:pt x="27" y="1473057"/>
                  </a:lnTo>
                  <a:cubicBezTo>
                    <a:pt x="565" y="1473431"/>
                    <a:pt x="1069" y="1473852"/>
                    <a:pt x="1608" y="147422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7" name="Google Shape;637;p11"/>
          <p:cNvGrpSpPr/>
          <p:nvPr/>
        </p:nvGrpSpPr>
        <p:grpSpPr>
          <a:xfrm>
            <a:off x="-514505" y="685048"/>
            <a:ext cx="10104960" cy="2212276"/>
            <a:chOff x="-514505" y="685048"/>
            <a:chExt cx="10104960" cy="2212276"/>
          </a:xfrm>
        </p:grpSpPr>
        <p:grpSp>
          <p:nvGrpSpPr>
            <p:cNvPr id="638" name="Google Shape;638;p11"/>
            <p:cNvGrpSpPr/>
            <p:nvPr/>
          </p:nvGrpSpPr>
          <p:grpSpPr>
            <a:xfrm>
              <a:off x="-514505" y="2453746"/>
              <a:ext cx="1145683" cy="443578"/>
              <a:chOff x="-269530" y="2387071"/>
              <a:chExt cx="1145683" cy="443578"/>
            </a:xfrm>
          </p:grpSpPr>
          <p:sp>
            <p:nvSpPr>
              <p:cNvPr id="639" name="Google Shape;639;p11"/>
              <p:cNvSpPr/>
              <p:nvPr/>
            </p:nvSpPr>
            <p:spPr>
              <a:xfrm>
                <a:off x="-260954" y="2393198"/>
                <a:ext cx="1130586" cy="431009"/>
              </a:xfrm>
              <a:custGeom>
                <a:avLst/>
                <a:gdLst/>
                <a:ahLst/>
                <a:cxnLst/>
                <a:rect l="l" t="t" r="r" b="b"/>
                <a:pathLst>
                  <a:path w="1130586" h="431009" extrusionOk="0">
                    <a:moveTo>
                      <a:pt x="1130776" y="423438"/>
                    </a:moveTo>
                    <a:lnTo>
                      <a:pt x="1129363" y="430585"/>
                    </a:lnTo>
                    <a:cubicBezTo>
                      <a:pt x="753002" y="425820"/>
                      <a:pt x="376611" y="425967"/>
                      <a:pt x="190" y="431026"/>
                    </a:cubicBezTo>
                    <a:lnTo>
                      <a:pt x="190" y="427849"/>
                    </a:lnTo>
                    <a:cubicBezTo>
                      <a:pt x="49839" y="363156"/>
                      <a:pt x="135596" y="337882"/>
                      <a:pt x="212429" y="365298"/>
                    </a:cubicBezTo>
                    <a:cubicBezTo>
                      <a:pt x="204659" y="335919"/>
                      <a:pt x="187002" y="309893"/>
                      <a:pt x="179057" y="280514"/>
                    </a:cubicBezTo>
                    <a:cubicBezTo>
                      <a:pt x="171199" y="251135"/>
                      <a:pt x="177026" y="213728"/>
                      <a:pt x="204218" y="200141"/>
                    </a:cubicBezTo>
                    <a:cubicBezTo>
                      <a:pt x="233264" y="185584"/>
                      <a:pt x="268049" y="206317"/>
                      <a:pt x="288619" y="231373"/>
                    </a:cubicBezTo>
                    <a:cubicBezTo>
                      <a:pt x="309101" y="256517"/>
                      <a:pt x="324198" y="287572"/>
                      <a:pt x="351920" y="304423"/>
                    </a:cubicBezTo>
                    <a:cubicBezTo>
                      <a:pt x="331349" y="251312"/>
                      <a:pt x="312015" y="195818"/>
                      <a:pt x="315723" y="139001"/>
                    </a:cubicBezTo>
                    <a:cubicBezTo>
                      <a:pt x="319343" y="82273"/>
                      <a:pt x="351567" y="23603"/>
                      <a:pt x="405598" y="5605"/>
                    </a:cubicBezTo>
                    <a:cubicBezTo>
                      <a:pt x="451241" y="-9481"/>
                      <a:pt x="502977" y="7458"/>
                      <a:pt x="539615" y="38601"/>
                    </a:cubicBezTo>
                    <a:cubicBezTo>
                      <a:pt x="576254" y="69745"/>
                      <a:pt x="600179" y="113063"/>
                      <a:pt x="620043" y="156823"/>
                    </a:cubicBezTo>
                    <a:cubicBezTo>
                      <a:pt x="648153" y="218727"/>
                      <a:pt x="669723" y="283393"/>
                      <a:pt x="684404" y="349771"/>
                    </a:cubicBezTo>
                    <a:cubicBezTo>
                      <a:pt x="698529" y="299747"/>
                      <a:pt x="724839" y="239578"/>
                      <a:pt x="776751" y="237725"/>
                    </a:cubicBezTo>
                    <a:cubicBezTo>
                      <a:pt x="820099" y="236225"/>
                      <a:pt x="854000" y="290660"/>
                      <a:pt x="833518" y="328773"/>
                    </a:cubicBezTo>
                    <a:cubicBezTo>
                      <a:pt x="909090" y="262480"/>
                      <a:pt x="1024131" y="269960"/>
                      <a:pt x="1090469" y="345479"/>
                    </a:cubicBezTo>
                    <a:cubicBezTo>
                      <a:pt x="1110068" y="367790"/>
                      <a:pt x="1123906" y="394555"/>
                      <a:pt x="1130776" y="4234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1"/>
              <p:cNvSpPr/>
              <p:nvPr/>
            </p:nvSpPr>
            <p:spPr>
              <a:xfrm>
                <a:off x="-269530" y="2387071"/>
                <a:ext cx="1145683" cy="443578"/>
              </a:xfrm>
              <a:custGeom>
                <a:avLst/>
                <a:gdLst/>
                <a:ahLst/>
                <a:cxnLst/>
                <a:rect l="l" t="t" r="r" b="b"/>
                <a:pathLst>
                  <a:path w="1145683" h="443578" extrusionOk="0">
                    <a:moveTo>
                      <a:pt x="1145642" y="427875"/>
                    </a:moveTo>
                    <a:cubicBezTo>
                      <a:pt x="1121548" y="326817"/>
                      <a:pt x="1020036" y="264411"/>
                      <a:pt x="918908" y="288488"/>
                    </a:cubicBezTo>
                    <a:cubicBezTo>
                      <a:pt x="895467" y="294069"/>
                      <a:pt x="873317" y="304095"/>
                      <a:pt x="853659" y="318023"/>
                    </a:cubicBezTo>
                    <a:cubicBezTo>
                      <a:pt x="858804" y="276909"/>
                      <a:pt x="823891" y="232928"/>
                      <a:pt x="779796" y="237809"/>
                    </a:cubicBezTo>
                    <a:cubicBezTo>
                      <a:pt x="732932" y="242998"/>
                      <a:pt x="708345" y="289308"/>
                      <a:pt x="693859" y="331404"/>
                    </a:cubicBezTo>
                    <a:cubicBezTo>
                      <a:pt x="680270" y="276510"/>
                      <a:pt x="662023" y="222874"/>
                      <a:pt x="639316" y="171077"/>
                    </a:cubicBezTo>
                    <a:cubicBezTo>
                      <a:pt x="617256" y="120793"/>
                      <a:pt x="590392" y="69194"/>
                      <a:pt x="546013" y="34960"/>
                    </a:cubicBezTo>
                    <a:cubicBezTo>
                      <a:pt x="506006" y="4099"/>
                      <a:pt x="450409" y="-11342"/>
                      <a:pt x="402391" y="9697"/>
                    </a:cubicBezTo>
                    <a:cubicBezTo>
                      <a:pt x="359747" y="28381"/>
                      <a:pt x="332419" y="71499"/>
                      <a:pt x="322360" y="115673"/>
                    </a:cubicBezTo>
                    <a:cubicBezTo>
                      <a:pt x="308850" y="175002"/>
                      <a:pt x="325950" y="235316"/>
                      <a:pt x="346682" y="291306"/>
                    </a:cubicBezTo>
                    <a:cubicBezTo>
                      <a:pt x="327073" y="271739"/>
                      <a:pt x="314359" y="245857"/>
                      <a:pt x="294927" y="225836"/>
                    </a:cubicBezTo>
                    <a:cubicBezTo>
                      <a:pt x="274510" y="204801"/>
                      <a:pt x="242124" y="186802"/>
                      <a:pt x="212667" y="199635"/>
                    </a:cubicBezTo>
                    <a:cubicBezTo>
                      <a:pt x="185923" y="211286"/>
                      <a:pt x="176512" y="242359"/>
                      <a:pt x="178691" y="269441"/>
                    </a:cubicBezTo>
                    <a:cubicBezTo>
                      <a:pt x="181374" y="302813"/>
                      <a:pt x="200767" y="331465"/>
                      <a:pt x="211883" y="362481"/>
                    </a:cubicBezTo>
                    <a:cubicBezTo>
                      <a:pt x="135193" y="340385"/>
                      <a:pt x="52814" y="367899"/>
                      <a:pt x="4832" y="431636"/>
                    </a:cubicBezTo>
                    <a:cubicBezTo>
                      <a:pt x="4408" y="432203"/>
                      <a:pt x="4130" y="432866"/>
                      <a:pt x="4024" y="433567"/>
                    </a:cubicBezTo>
                    <a:lnTo>
                      <a:pt x="3687" y="433580"/>
                    </a:lnTo>
                    <a:cubicBezTo>
                      <a:pt x="1687" y="433649"/>
                      <a:pt x="122" y="435326"/>
                      <a:pt x="192" y="437325"/>
                    </a:cubicBezTo>
                    <a:cubicBezTo>
                      <a:pt x="259" y="439225"/>
                      <a:pt x="1785" y="440750"/>
                      <a:pt x="3687" y="440817"/>
                    </a:cubicBezTo>
                    <a:cubicBezTo>
                      <a:pt x="77642" y="442524"/>
                      <a:pt x="151732" y="440915"/>
                      <a:pt x="225701" y="440577"/>
                    </a:cubicBezTo>
                    <a:cubicBezTo>
                      <a:pt x="298975" y="440241"/>
                      <a:pt x="372250" y="439991"/>
                      <a:pt x="445526" y="439825"/>
                    </a:cubicBezTo>
                    <a:cubicBezTo>
                      <a:pt x="592812" y="439615"/>
                      <a:pt x="740096" y="439947"/>
                      <a:pt x="887379" y="440821"/>
                    </a:cubicBezTo>
                    <a:cubicBezTo>
                      <a:pt x="929146" y="441102"/>
                      <a:pt x="970912" y="441444"/>
                      <a:pt x="1012678" y="441845"/>
                    </a:cubicBezTo>
                    <a:cubicBezTo>
                      <a:pt x="1054167" y="442243"/>
                      <a:pt x="1096596" y="445312"/>
                      <a:pt x="1137972" y="442248"/>
                    </a:cubicBezTo>
                    <a:cubicBezTo>
                      <a:pt x="1140952" y="442207"/>
                      <a:pt x="1143334" y="439760"/>
                      <a:pt x="1143293" y="436783"/>
                    </a:cubicBezTo>
                    <a:cubicBezTo>
                      <a:pt x="1143284" y="436092"/>
                      <a:pt x="1143142" y="435409"/>
                      <a:pt x="1142874" y="434772"/>
                    </a:cubicBezTo>
                    <a:cubicBezTo>
                      <a:pt x="1145260" y="433370"/>
                      <a:pt x="1146398" y="430536"/>
                      <a:pt x="1145642" y="427875"/>
                    </a:cubicBezTo>
                    <a:close/>
                    <a:moveTo>
                      <a:pt x="1028065" y="428995"/>
                    </a:moveTo>
                    <a:cubicBezTo>
                      <a:pt x="990695" y="428612"/>
                      <a:pt x="953326" y="428278"/>
                      <a:pt x="915956" y="427993"/>
                    </a:cubicBezTo>
                    <a:cubicBezTo>
                      <a:pt x="842682" y="427432"/>
                      <a:pt x="769407" y="427066"/>
                      <a:pt x="696130" y="426893"/>
                    </a:cubicBezTo>
                    <a:cubicBezTo>
                      <a:pt x="548846" y="426631"/>
                      <a:pt x="401562" y="427219"/>
                      <a:pt x="254277" y="428658"/>
                    </a:cubicBezTo>
                    <a:cubicBezTo>
                      <a:pt x="174713" y="429565"/>
                      <a:pt x="94937" y="429547"/>
                      <a:pt x="15426" y="433132"/>
                    </a:cubicBezTo>
                    <a:cubicBezTo>
                      <a:pt x="64847" y="373412"/>
                      <a:pt x="146395" y="351002"/>
                      <a:pt x="219423" y="377074"/>
                    </a:cubicBezTo>
                    <a:cubicBezTo>
                      <a:pt x="223706" y="378687"/>
                      <a:pt x="227660" y="373891"/>
                      <a:pt x="226583" y="369919"/>
                    </a:cubicBezTo>
                    <a:cubicBezTo>
                      <a:pt x="217882" y="337845"/>
                      <a:pt x="197043" y="309513"/>
                      <a:pt x="191580" y="276559"/>
                    </a:cubicBezTo>
                    <a:cubicBezTo>
                      <a:pt x="187349" y="251037"/>
                      <a:pt x="194250" y="216070"/>
                      <a:pt x="223308" y="208794"/>
                    </a:cubicBezTo>
                    <a:cubicBezTo>
                      <a:pt x="254742" y="200921"/>
                      <a:pt x="283192" y="228412"/>
                      <a:pt x="300115" y="251294"/>
                    </a:cubicBezTo>
                    <a:cubicBezTo>
                      <a:pt x="317386" y="274649"/>
                      <a:pt x="332316" y="299906"/>
                      <a:pt x="357416" y="315839"/>
                    </a:cubicBezTo>
                    <a:cubicBezTo>
                      <a:pt x="361682" y="318547"/>
                      <a:pt x="368411" y="313970"/>
                      <a:pt x="366450" y="308898"/>
                    </a:cubicBezTo>
                    <a:cubicBezTo>
                      <a:pt x="345961" y="255891"/>
                      <a:pt x="325966" y="199809"/>
                      <a:pt x="330695" y="142060"/>
                    </a:cubicBezTo>
                    <a:cubicBezTo>
                      <a:pt x="334322" y="97772"/>
                      <a:pt x="356192" y="51095"/>
                      <a:pt x="395151" y="27438"/>
                    </a:cubicBezTo>
                    <a:cubicBezTo>
                      <a:pt x="439118" y="741"/>
                      <a:pt x="494411" y="12794"/>
                      <a:pt x="534146" y="41655"/>
                    </a:cubicBezTo>
                    <a:cubicBezTo>
                      <a:pt x="577371" y="73051"/>
                      <a:pt x="603349" y="122404"/>
                      <a:pt x="624730" y="170026"/>
                    </a:cubicBezTo>
                    <a:cubicBezTo>
                      <a:pt x="651666" y="230310"/>
                      <a:pt x="672432" y="293162"/>
                      <a:pt x="686710" y="357623"/>
                    </a:cubicBezTo>
                    <a:cubicBezTo>
                      <a:pt x="687765" y="361078"/>
                      <a:pt x="691423" y="363024"/>
                      <a:pt x="694880" y="361970"/>
                    </a:cubicBezTo>
                    <a:cubicBezTo>
                      <a:pt x="696964" y="361335"/>
                      <a:pt x="698595" y="359705"/>
                      <a:pt x="699230" y="357623"/>
                    </a:cubicBezTo>
                    <a:cubicBezTo>
                      <a:pt x="710125" y="319503"/>
                      <a:pt x="728231" y="265346"/>
                      <a:pt x="770980" y="252720"/>
                    </a:cubicBezTo>
                    <a:cubicBezTo>
                      <a:pt x="814686" y="239811"/>
                      <a:pt x="857019" y="290851"/>
                      <a:pt x="836461" y="331670"/>
                    </a:cubicBezTo>
                    <a:cubicBezTo>
                      <a:pt x="834742" y="334833"/>
                      <a:pt x="835915" y="338790"/>
                      <a:pt x="839081" y="340508"/>
                    </a:cubicBezTo>
                    <a:cubicBezTo>
                      <a:pt x="841553" y="341850"/>
                      <a:pt x="844607" y="341456"/>
                      <a:pt x="846658" y="339532"/>
                    </a:cubicBezTo>
                    <a:cubicBezTo>
                      <a:pt x="919722" y="275772"/>
                      <a:pt x="1030676" y="283273"/>
                      <a:pt x="1094480" y="356288"/>
                    </a:cubicBezTo>
                    <a:cubicBezTo>
                      <a:pt x="1113174" y="377680"/>
                      <a:pt x="1126394" y="403287"/>
                      <a:pt x="1133005" y="430909"/>
                    </a:cubicBezTo>
                    <a:cubicBezTo>
                      <a:pt x="1098321" y="427924"/>
                      <a:pt x="1062827" y="429350"/>
                      <a:pt x="1028065" y="4289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1" name="Google Shape;641;p11"/>
            <p:cNvGrpSpPr/>
            <p:nvPr/>
          </p:nvGrpSpPr>
          <p:grpSpPr>
            <a:xfrm>
              <a:off x="8424008" y="685047"/>
              <a:ext cx="1166447" cy="549813"/>
              <a:chOff x="4496533" y="-114840"/>
              <a:chExt cx="1166447" cy="549813"/>
            </a:xfrm>
          </p:grpSpPr>
          <p:sp>
            <p:nvSpPr>
              <p:cNvPr id="642" name="Google Shape;642;p11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1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4" name="Google Shape;644;p11"/>
          <p:cNvGrpSpPr/>
          <p:nvPr/>
        </p:nvGrpSpPr>
        <p:grpSpPr>
          <a:xfrm>
            <a:off x="1739106" y="167263"/>
            <a:ext cx="5783108" cy="4751793"/>
            <a:chOff x="1739106" y="167263"/>
            <a:chExt cx="5783108" cy="4751793"/>
          </a:xfrm>
        </p:grpSpPr>
        <p:grpSp>
          <p:nvGrpSpPr>
            <p:cNvPr id="645" name="Google Shape;645;p11"/>
            <p:cNvGrpSpPr/>
            <p:nvPr/>
          </p:nvGrpSpPr>
          <p:grpSpPr>
            <a:xfrm>
              <a:off x="1739106" y="4571297"/>
              <a:ext cx="714324" cy="347759"/>
              <a:chOff x="482844" y="1192072"/>
              <a:chExt cx="714324" cy="347759"/>
            </a:xfrm>
          </p:grpSpPr>
          <p:sp>
            <p:nvSpPr>
              <p:cNvPr id="646" name="Google Shape;646;p11"/>
              <p:cNvSpPr/>
              <p:nvPr/>
            </p:nvSpPr>
            <p:spPr>
              <a:xfrm>
                <a:off x="9839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1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" name="Google Shape;648;p11"/>
            <p:cNvGrpSpPr/>
            <p:nvPr/>
          </p:nvGrpSpPr>
          <p:grpSpPr>
            <a:xfrm>
              <a:off x="6751382" y="167263"/>
              <a:ext cx="770832" cy="372229"/>
              <a:chOff x="749957" y="2992438"/>
              <a:chExt cx="770832" cy="372229"/>
            </a:xfrm>
          </p:grpSpPr>
          <p:sp>
            <p:nvSpPr>
              <p:cNvPr id="649" name="Google Shape;649;p11"/>
              <p:cNvSpPr/>
              <p:nvPr/>
            </p:nvSpPr>
            <p:spPr>
              <a:xfrm>
                <a:off x="1307533" y="29924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1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1" name="Google Shape;651;p11"/>
          <p:cNvGrpSpPr/>
          <p:nvPr/>
        </p:nvGrpSpPr>
        <p:grpSpPr>
          <a:xfrm>
            <a:off x="-396191" y="3884117"/>
            <a:ext cx="1827234" cy="1488094"/>
            <a:chOff x="-396191" y="3884117"/>
            <a:chExt cx="1827234" cy="1488094"/>
          </a:xfrm>
        </p:grpSpPr>
        <p:grpSp>
          <p:nvGrpSpPr>
            <p:cNvPr id="652" name="Google Shape;652;p11"/>
            <p:cNvGrpSpPr/>
            <p:nvPr/>
          </p:nvGrpSpPr>
          <p:grpSpPr>
            <a:xfrm rot="168500" flipH="1">
              <a:off x="33849" y="3903025"/>
              <a:ext cx="806197" cy="1401960"/>
              <a:chOff x="3484347" y="4604001"/>
              <a:chExt cx="806115" cy="1401818"/>
            </a:xfrm>
          </p:grpSpPr>
          <p:sp>
            <p:nvSpPr>
              <p:cNvPr id="653" name="Google Shape;653;p11"/>
              <p:cNvSpPr/>
              <p:nvPr/>
            </p:nvSpPr>
            <p:spPr>
              <a:xfrm>
                <a:off x="4037609" y="4918083"/>
                <a:ext cx="114243" cy="196263"/>
              </a:xfrm>
              <a:custGeom>
                <a:avLst/>
                <a:gdLst/>
                <a:ahLst/>
                <a:cxnLst/>
                <a:rect l="l" t="t" r="r" b="b"/>
                <a:pathLst>
                  <a:path w="83086" h="142737" extrusionOk="0">
                    <a:moveTo>
                      <a:pt x="83277" y="54286"/>
                    </a:moveTo>
                    <a:cubicBezTo>
                      <a:pt x="83237" y="67076"/>
                      <a:pt x="82137" y="79839"/>
                      <a:pt x="79989" y="92447"/>
                    </a:cubicBezTo>
                    <a:lnTo>
                      <a:pt x="79550" y="92398"/>
                    </a:lnTo>
                    <a:cubicBezTo>
                      <a:pt x="49368" y="102433"/>
                      <a:pt x="22116" y="119725"/>
                      <a:pt x="190" y="142753"/>
                    </a:cubicBezTo>
                    <a:cubicBezTo>
                      <a:pt x="5717" y="109992"/>
                      <a:pt x="12374" y="77444"/>
                      <a:pt x="20163" y="45112"/>
                    </a:cubicBezTo>
                    <a:cubicBezTo>
                      <a:pt x="33894" y="25690"/>
                      <a:pt x="52613" y="10330"/>
                      <a:pt x="74347" y="647"/>
                    </a:cubicBezTo>
                    <a:lnTo>
                      <a:pt x="77438" y="16"/>
                    </a:lnTo>
                    <a:cubicBezTo>
                      <a:pt x="81188" y="17866"/>
                      <a:pt x="83144" y="36047"/>
                      <a:pt x="83277" y="542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1"/>
              <p:cNvSpPr/>
              <p:nvPr/>
            </p:nvSpPr>
            <p:spPr>
              <a:xfrm>
                <a:off x="4065082" y="4811150"/>
                <a:ext cx="78752" cy="168900"/>
              </a:xfrm>
              <a:custGeom>
                <a:avLst/>
                <a:gdLst/>
                <a:ahLst/>
                <a:cxnLst/>
                <a:rect l="l" t="t" r="r" b="b"/>
                <a:pathLst>
                  <a:path w="57274" h="122836" extrusionOk="0">
                    <a:moveTo>
                      <a:pt x="35416" y="16"/>
                    </a:moveTo>
                    <a:cubicBezTo>
                      <a:pt x="44227" y="25493"/>
                      <a:pt x="51588" y="51448"/>
                      <a:pt x="57465" y="77756"/>
                    </a:cubicBezTo>
                    <a:lnTo>
                      <a:pt x="54374" y="78388"/>
                    </a:lnTo>
                    <a:cubicBezTo>
                      <a:pt x="32640" y="88070"/>
                      <a:pt x="13921" y="103431"/>
                      <a:pt x="190" y="122852"/>
                    </a:cubicBezTo>
                    <a:cubicBezTo>
                      <a:pt x="10061" y="81432"/>
                      <a:pt x="21741" y="40509"/>
                      <a:pt x="35231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1"/>
              <p:cNvSpPr/>
              <p:nvPr/>
            </p:nvSpPr>
            <p:spPr>
              <a:xfrm>
                <a:off x="4022785" y="5045158"/>
                <a:ext cx="124541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5" h="125319" extrusionOk="0">
                    <a:moveTo>
                      <a:pt x="90326" y="16"/>
                    </a:moveTo>
                    <a:lnTo>
                      <a:pt x="90765" y="64"/>
                    </a:lnTo>
                    <a:cubicBezTo>
                      <a:pt x="84449" y="34139"/>
                      <a:pt x="73043" y="67070"/>
                      <a:pt x="56928" y="97756"/>
                    </a:cubicBezTo>
                    <a:lnTo>
                      <a:pt x="56344" y="97425"/>
                    </a:lnTo>
                    <a:cubicBezTo>
                      <a:pt x="35410" y="101379"/>
                      <a:pt x="15976" y="111038"/>
                      <a:pt x="190" y="125335"/>
                    </a:cubicBezTo>
                    <a:cubicBezTo>
                      <a:pt x="3168" y="100278"/>
                      <a:pt x="6760" y="75290"/>
                      <a:pt x="10966" y="50370"/>
                    </a:cubicBezTo>
                    <a:cubicBezTo>
                      <a:pt x="32892" y="27342"/>
                      <a:pt x="60145" y="10051"/>
                      <a:pt x="90326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1"/>
              <p:cNvSpPr/>
              <p:nvPr/>
            </p:nvSpPr>
            <p:spPr>
              <a:xfrm>
                <a:off x="3700198" y="5172341"/>
                <a:ext cx="121648" cy="162162"/>
              </a:xfrm>
              <a:custGeom>
                <a:avLst/>
                <a:gdLst/>
                <a:ahLst/>
                <a:cxnLst/>
                <a:rect l="l" t="t" r="r" b="b"/>
                <a:pathLst>
                  <a:path w="88471" h="117936" extrusionOk="0">
                    <a:moveTo>
                      <a:pt x="76752" y="58388"/>
                    </a:moveTo>
                    <a:cubicBezTo>
                      <a:pt x="75509" y="78937"/>
                      <a:pt x="79611" y="99458"/>
                      <a:pt x="88661" y="117952"/>
                    </a:cubicBezTo>
                    <a:cubicBezTo>
                      <a:pt x="66392" y="103393"/>
                      <a:pt x="43615" y="89400"/>
                      <a:pt x="20487" y="76165"/>
                    </a:cubicBezTo>
                    <a:cubicBezTo>
                      <a:pt x="22096" y="76079"/>
                      <a:pt x="23617" y="75983"/>
                      <a:pt x="25215" y="75983"/>
                    </a:cubicBezTo>
                    <a:cubicBezTo>
                      <a:pt x="13002" y="53873"/>
                      <a:pt x="4545" y="29890"/>
                      <a:pt x="190" y="5012"/>
                    </a:cubicBezTo>
                    <a:lnTo>
                      <a:pt x="2347" y="16"/>
                    </a:lnTo>
                    <a:cubicBezTo>
                      <a:pt x="20625" y="7886"/>
                      <a:pt x="37565" y="18552"/>
                      <a:pt x="52559" y="31630"/>
                    </a:cubicBezTo>
                    <a:cubicBezTo>
                      <a:pt x="61653" y="39580"/>
                      <a:pt x="70071" y="48269"/>
                      <a:pt x="77728" y="576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1"/>
              <p:cNvSpPr/>
              <p:nvPr/>
            </p:nvSpPr>
            <p:spPr>
              <a:xfrm>
                <a:off x="3498389" y="5152703"/>
                <a:ext cx="236141" cy="124336"/>
              </a:xfrm>
              <a:custGeom>
                <a:avLst/>
                <a:gdLst/>
                <a:ahLst/>
                <a:cxnLst/>
                <a:rect l="l" t="t" r="r" b="b"/>
                <a:pathLst>
                  <a:path w="171739" h="90426" extrusionOk="0">
                    <a:moveTo>
                      <a:pt x="37650" y="3279"/>
                    </a:moveTo>
                    <a:cubicBezTo>
                      <a:pt x="54100" y="947"/>
                      <a:pt x="70702" y="-138"/>
                      <a:pt x="87315" y="33"/>
                    </a:cubicBezTo>
                    <a:cubicBezTo>
                      <a:pt x="108607" y="901"/>
                      <a:pt x="129548" y="5737"/>
                      <a:pt x="149061" y="14293"/>
                    </a:cubicBezTo>
                    <a:lnTo>
                      <a:pt x="146904" y="19289"/>
                    </a:lnTo>
                    <a:cubicBezTo>
                      <a:pt x="151259" y="44167"/>
                      <a:pt x="159716" y="68150"/>
                      <a:pt x="171929" y="90261"/>
                    </a:cubicBezTo>
                    <a:cubicBezTo>
                      <a:pt x="170331" y="90260"/>
                      <a:pt x="168810" y="90356"/>
                      <a:pt x="167201" y="90443"/>
                    </a:cubicBezTo>
                    <a:cubicBezTo>
                      <a:pt x="113427" y="59397"/>
                      <a:pt x="57642" y="31967"/>
                      <a:pt x="219" y="8333"/>
                    </a:cubicBezTo>
                    <a:lnTo>
                      <a:pt x="190" y="7798"/>
                    </a:lnTo>
                    <a:cubicBezTo>
                      <a:pt x="12709" y="6265"/>
                      <a:pt x="25131" y="4812"/>
                      <a:pt x="37650" y="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1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1"/>
              <p:cNvSpPr/>
              <p:nvPr/>
            </p:nvSpPr>
            <p:spPr>
              <a:xfrm>
                <a:off x="3750306" y="4893183"/>
                <a:ext cx="87614" cy="197332"/>
              </a:xfrm>
              <a:custGeom>
                <a:avLst/>
                <a:gdLst/>
                <a:ahLst/>
                <a:cxnLst/>
                <a:rect l="l" t="t" r="r" b="b"/>
                <a:pathLst>
                  <a:path w="63719" h="143514" extrusionOk="0">
                    <a:moveTo>
                      <a:pt x="63909" y="87663"/>
                    </a:moveTo>
                    <a:lnTo>
                      <a:pt x="62301" y="87750"/>
                    </a:lnTo>
                    <a:cubicBezTo>
                      <a:pt x="48918" y="104189"/>
                      <a:pt x="39001" y="123162"/>
                      <a:pt x="33147" y="143530"/>
                    </a:cubicBezTo>
                    <a:cubicBezTo>
                      <a:pt x="30935" y="142662"/>
                      <a:pt x="28722" y="141794"/>
                      <a:pt x="26509" y="140925"/>
                    </a:cubicBezTo>
                    <a:cubicBezTo>
                      <a:pt x="17610" y="121201"/>
                      <a:pt x="8837" y="101402"/>
                      <a:pt x="190" y="81528"/>
                    </a:cubicBezTo>
                    <a:cubicBezTo>
                      <a:pt x="9791" y="51676"/>
                      <a:pt x="25137" y="23986"/>
                      <a:pt x="45367" y="16"/>
                    </a:cubicBezTo>
                    <a:cubicBezTo>
                      <a:pt x="55547" y="28242"/>
                      <a:pt x="61787" y="57735"/>
                      <a:pt x="63909" y="876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1"/>
              <p:cNvSpPr/>
              <p:nvPr/>
            </p:nvSpPr>
            <p:spPr>
              <a:xfrm>
                <a:off x="3594050" y="4615799"/>
                <a:ext cx="218314" cy="389359"/>
              </a:xfrm>
              <a:custGeom>
                <a:avLst/>
                <a:gdLst/>
                <a:ahLst/>
                <a:cxnLst/>
                <a:rect l="l" t="t" r="r" b="b"/>
                <a:pathLst>
                  <a:path w="158774" h="283170" extrusionOk="0">
                    <a:moveTo>
                      <a:pt x="144573" y="167489"/>
                    </a:moveTo>
                    <a:cubicBezTo>
                      <a:pt x="149987" y="178615"/>
                      <a:pt x="154791" y="190027"/>
                      <a:pt x="158964" y="201674"/>
                    </a:cubicBezTo>
                    <a:cubicBezTo>
                      <a:pt x="138735" y="225644"/>
                      <a:pt x="123388" y="253334"/>
                      <a:pt x="113787" y="283187"/>
                    </a:cubicBezTo>
                    <a:cubicBezTo>
                      <a:pt x="73038" y="189954"/>
                      <a:pt x="35172" y="95564"/>
                      <a:pt x="190" y="16"/>
                    </a:cubicBezTo>
                    <a:cubicBezTo>
                      <a:pt x="59597" y="44730"/>
                      <a:pt x="111989" y="100557"/>
                      <a:pt x="144573" y="167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1"/>
              <p:cNvSpPr/>
              <p:nvPr/>
            </p:nvSpPr>
            <p:spPr>
              <a:xfrm>
                <a:off x="3944369" y="5040972"/>
                <a:ext cx="93203" cy="181625"/>
              </a:xfrm>
              <a:custGeom>
                <a:avLst/>
                <a:gdLst/>
                <a:ahLst/>
                <a:cxnLst/>
                <a:rect l="l" t="t" r="r" b="b"/>
                <a:pathLst>
                  <a:path w="67784" h="132091" extrusionOk="0">
                    <a:moveTo>
                      <a:pt x="66667" y="54776"/>
                    </a:moveTo>
                    <a:cubicBezTo>
                      <a:pt x="67077" y="54289"/>
                      <a:pt x="67575" y="53813"/>
                      <a:pt x="67975" y="53413"/>
                    </a:cubicBezTo>
                    <a:cubicBezTo>
                      <a:pt x="63768" y="78333"/>
                      <a:pt x="60175" y="103321"/>
                      <a:pt x="57198" y="128378"/>
                    </a:cubicBezTo>
                    <a:cubicBezTo>
                      <a:pt x="55822" y="129556"/>
                      <a:pt x="54525" y="130831"/>
                      <a:pt x="53227" y="132107"/>
                    </a:cubicBezTo>
                    <a:cubicBezTo>
                      <a:pt x="42595" y="111279"/>
                      <a:pt x="25441" y="94495"/>
                      <a:pt x="4381" y="84310"/>
                    </a:cubicBezTo>
                    <a:cubicBezTo>
                      <a:pt x="2133" y="72621"/>
                      <a:pt x="784" y="60778"/>
                      <a:pt x="344" y="48884"/>
                    </a:cubicBezTo>
                    <a:cubicBezTo>
                      <a:pt x="-267" y="32512"/>
                      <a:pt x="939" y="16122"/>
                      <a:pt x="3940" y="16"/>
                    </a:cubicBezTo>
                    <a:cubicBezTo>
                      <a:pt x="27559" y="14915"/>
                      <a:pt x="48720" y="33388"/>
                      <a:pt x="66667" y="54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1"/>
              <p:cNvSpPr/>
              <p:nvPr/>
            </p:nvSpPr>
            <p:spPr>
              <a:xfrm>
                <a:off x="4000744" y="4804930"/>
                <a:ext cx="112750" cy="183392"/>
              </a:xfrm>
              <a:custGeom>
                <a:avLst/>
                <a:gdLst/>
                <a:ahLst/>
                <a:cxnLst/>
                <a:rect l="l" t="t" r="r" b="b"/>
                <a:pathLst>
                  <a:path w="82000" h="133376" extrusionOk="0">
                    <a:moveTo>
                      <a:pt x="12043" y="72610"/>
                    </a:moveTo>
                    <a:cubicBezTo>
                      <a:pt x="35183" y="48382"/>
                      <a:pt x="65836" y="30054"/>
                      <a:pt x="80652" y="16"/>
                    </a:cubicBezTo>
                    <a:cubicBezTo>
                      <a:pt x="81197" y="1497"/>
                      <a:pt x="81645" y="3056"/>
                      <a:pt x="82190" y="4537"/>
                    </a:cubicBezTo>
                    <a:lnTo>
                      <a:pt x="82005" y="4605"/>
                    </a:lnTo>
                    <a:cubicBezTo>
                      <a:pt x="68517" y="45001"/>
                      <a:pt x="56837" y="85924"/>
                      <a:pt x="46964" y="127373"/>
                    </a:cubicBezTo>
                    <a:cubicBezTo>
                      <a:pt x="45501" y="129341"/>
                      <a:pt x="44125" y="131318"/>
                      <a:pt x="42827" y="133392"/>
                    </a:cubicBezTo>
                    <a:cubicBezTo>
                      <a:pt x="30009" y="116539"/>
                      <a:pt x="15743" y="100838"/>
                      <a:pt x="190" y="86466"/>
                    </a:cubicBezTo>
                    <a:cubicBezTo>
                      <a:pt x="3868" y="81621"/>
                      <a:pt x="7825" y="76994"/>
                      <a:pt x="12043" y="726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1"/>
              <p:cNvSpPr/>
              <p:nvPr/>
            </p:nvSpPr>
            <p:spPr>
              <a:xfrm>
                <a:off x="3949529" y="4923845"/>
                <a:ext cx="115510" cy="192378"/>
              </a:xfrm>
              <a:custGeom>
                <a:avLst/>
                <a:gdLst/>
                <a:ahLst/>
                <a:cxnLst/>
                <a:rect l="l" t="t" r="r" b="b"/>
                <a:pathLst>
                  <a:path w="84007" h="139911" extrusionOk="0">
                    <a:moveTo>
                      <a:pt x="80060" y="46942"/>
                    </a:moveTo>
                    <a:cubicBezTo>
                      <a:pt x="81358" y="44868"/>
                      <a:pt x="82734" y="42891"/>
                      <a:pt x="84197" y="40923"/>
                    </a:cubicBezTo>
                    <a:cubicBezTo>
                      <a:pt x="76408" y="73256"/>
                      <a:pt x="69751" y="105803"/>
                      <a:pt x="64224" y="138564"/>
                    </a:cubicBezTo>
                    <a:cubicBezTo>
                      <a:pt x="63824" y="138964"/>
                      <a:pt x="63326" y="139440"/>
                      <a:pt x="62917" y="139927"/>
                    </a:cubicBezTo>
                    <a:cubicBezTo>
                      <a:pt x="44970" y="118540"/>
                      <a:pt x="23809" y="100066"/>
                      <a:pt x="190" y="85167"/>
                    </a:cubicBezTo>
                    <a:cubicBezTo>
                      <a:pt x="5662" y="54232"/>
                      <a:pt x="18425" y="25044"/>
                      <a:pt x="37424" y="16"/>
                    </a:cubicBezTo>
                    <a:cubicBezTo>
                      <a:pt x="52976" y="14387"/>
                      <a:pt x="67243" y="30089"/>
                      <a:pt x="80060" y="469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1"/>
              <p:cNvSpPr/>
              <p:nvPr/>
            </p:nvSpPr>
            <p:spPr>
              <a:xfrm>
                <a:off x="3950134" y="5156920"/>
                <a:ext cx="72622" cy="152164"/>
              </a:xfrm>
              <a:custGeom>
                <a:avLst/>
                <a:gdLst/>
                <a:ahLst/>
                <a:cxnLst/>
                <a:rect l="l" t="t" r="r" b="b"/>
                <a:pathLst>
                  <a:path w="52816" h="110665" extrusionOk="0">
                    <a:moveTo>
                      <a:pt x="53007" y="44083"/>
                    </a:moveTo>
                    <a:cubicBezTo>
                      <a:pt x="50352" y="66247"/>
                      <a:pt x="48321" y="88392"/>
                      <a:pt x="46807" y="110682"/>
                    </a:cubicBezTo>
                    <a:cubicBezTo>
                      <a:pt x="23966" y="77308"/>
                      <a:pt x="8109" y="39666"/>
                      <a:pt x="190" y="16"/>
                    </a:cubicBezTo>
                    <a:cubicBezTo>
                      <a:pt x="21251" y="10201"/>
                      <a:pt x="38404" y="26985"/>
                      <a:pt x="49036" y="47812"/>
                    </a:cubicBezTo>
                    <a:cubicBezTo>
                      <a:pt x="50334" y="46537"/>
                      <a:pt x="51631" y="45262"/>
                      <a:pt x="53007" y="44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1"/>
              <p:cNvSpPr/>
              <p:nvPr/>
            </p:nvSpPr>
            <p:spPr>
              <a:xfrm>
                <a:off x="4022785" y="5152168"/>
                <a:ext cx="81213" cy="143773"/>
              </a:xfrm>
              <a:custGeom>
                <a:avLst/>
                <a:gdLst/>
                <a:ahLst/>
                <a:cxnLst/>
                <a:rect l="l" t="t" r="r" b="b"/>
                <a:pathLst>
                  <a:path w="59064" h="104562" extrusionOk="0">
                    <a:moveTo>
                      <a:pt x="1709" y="37709"/>
                    </a:moveTo>
                    <a:cubicBezTo>
                      <a:pt x="1791" y="60031"/>
                      <a:pt x="1256" y="82262"/>
                      <a:pt x="190" y="104578"/>
                    </a:cubicBezTo>
                    <a:cubicBezTo>
                      <a:pt x="26726" y="74056"/>
                      <a:pt x="46817" y="38490"/>
                      <a:pt x="59255" y="16"/>
                    </a:cubicBezTo>
                    <a:cubicBezTo>
                      <a:pt x="37159" y="7708"/>
                      <a:pt x="18186" y="22406"/>
                      <a:pt x="5223" y="41871"/>
                    </a:cubicBezTo>
                    <a:cubicBezTo>
                      <a:pt x="4081" y="40454"/>
                      <a:pt x="2940" y="39038"/>
                      <a:pt x="1709" y="37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1"/>
              <p:cNvSpPr/>
              <p:nvPr/>
            </p:nvSpPr>
            <p:spPr>
              <a:xfrm>
                <a:off x="3771445" y="5220073"/>
                <a:ext cx="90228" cy="139466"/>
              </a:xfrm>
              <a:custGeom>
                <a:avLst/>
                <a:gdLst/>
                <a:ahLst/>
                <a:cxnLst/>
                <a:rect l="l" t="t" r="r" b="b"/>
                <a:pathLst>
                  <a:path w="65620" h="101430" extrusionOk="0">
                    <a:moveTo>
                      <a:pt x="7557" y="68508"/>
                    </a:moveTo>
                    <a:cubicBezTo>
                      <a:pt x="27282" y="78985"/>
                      <a:pt x="46633" y="89962"/>
                      <a:pt x="65810" y="101447"/>
                    </a:cubicBezTo>
                    <a:cubicBezTo>
                      <a:pt x="51434" y="63652"/>
                      <a:pt x="29563" y="29152"/>
                      <a:pt x="1509" y="16"/>
                    </a:cubicBezTo>
                    <a:cubicBezTo>
                      <a:pt x="-2148" y="23110"/>
                      <a:pt x="1847" y="46765"/>
                      <a:pt x="12887" y="67380"/>
                    </a:cubicBezTo>
                    <a:cubicBezTo>
                      <a:pt x="11099" y="67716"/>
                      <a:pt x="9311" y="68052"/>
                      <a:pt x="7557" y="685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1"/>
              <p:cNvSpPr/>
              <p:nvPr/>
            </p:nvSpPr>
            <p:spPr>
              <a:xfrm>
                <a:off x="3709824" y="5334565"/>
                <a:ext cx="159611" cy="48720"/>
              </a:xfrm>
              <a:custGeom>
                <a:avLst/>
                <a:gdLst/>
                <a:ahLst/>
                <a:cxnLst/>
                <a:rect l="l" t="t" r="r" b="b"/>
                <a:pathLst>
                  <a:path w="116081" h="35433" extrusionOk="0">
                    <a:moveTo>
                      <a:pt x="81663" y="16"/>
                    </a:moveTo>
                    <a:cubicBezTo>
                      <a:pt x="93339" y="7622"/>
                      <a:pt x="104820" y="15384"/>
                      <a:pt x="116272" y="23409"/>
                    </a:cubicBezTo>
                    <a:lnTo>
                      <a:pt x="116066" y="23652"/>
                    </a:lnTo>
                    <a:cubicBezTo>
                      <a:pt x="102759" y="21900"/>
                      <a:pt x="89809" y="27291"/>
                      <a:pt x="76889" y="30820"/>
                    </a:cubicBezTo>
                    <a:cubicBezTo>
                      <a:pt x="51685" y="37401"/>
                      <a:pt x="25160" y="36958"/>
                      <a:pt x="190" y="29539"/>
                    </a:cubicBezTo>
                    <a:lnTo>
                      <a:pt x="717" y="28000"/>
                    </a:lnTo>
                    <a:cubicBezTo>
                      <a:pt x="26376" y="15090"/>
                      <a:pt x="53789" y="6007"/>
                      <a:pt x="82083" y="1039"/>
                    </a:cubicBezTo>
                    <a:cubicBezTo>
                      <a:pt x="81907" y="714"/>
                      <a:pt x="81767" y="371"/>
                      <a:pt x="81664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1"/>
              <p:cNvSpPr/>
              <p:nvPr/>
            </p:nvSpPr>
            <p:spPr>
              <a:xfrm>
                <a:off x="3626302" y="5277086"/>
                <a:ext cx="196092" cy="98051"/>
              </a:xfrm>
              <a:custGeom>
                <a:avLst/>
                <a:gdLst/>
                <a:ahLst/>
                <a:cxnLst/>
                <a:rect l="l" t="t" r="r" b="b"/>
                <a:pathLst>
                  <a:path w="142612" h="71310" extrusionOk="0">
                    <a:moveTo>
                      <a:pt x="142383" y="41803"/>
                    </a:moveTo>
                    <a:cubicBezTo>
                      <a:pt x="142486" y="42158"/>
                      <a:pt x="142627" y="42501"/>
                      <a:pt x="142802" y="42826"/>
                    </a:cubicBezTo>
                    <a:cubicBezTo>
                      <a:pt x="114508" y="47794"/>
                      <a:pt x="87095" y="56877"/>
                      <a:pt x="61436" y="69787"/>
                    </a:cubicBezTo>
                    <a:lnTo>
                      <a:pt x="60909" y="71326"/>
                    </a:lnTo>
                    <a:cubicBezTo>
                      <a:pt x="47621" y="67432"/>
                      <a:pt x="34982" y="61594"/>
                      <a:pt x="23403" y="54002"/>
                    </a:cubicBezTo>
                    <a:cubicBezTo>
                      <a:pt x="15089" y="48467"/>
                      <a:pt x="7317" y="42161"/>
                      <a:pt x="190" y="35165"/>
                    </a:cubicBezTo>
                    <a:cubicBezTo>
                      <a:pt x="19357" y="14286"/>
                      <a:pt x="45903" y="1680"/>
                      <a:pt x="74208" y="16"/>
                    </a:cubicBezTo>
                    <a:cubicBezTo>
                      <a:pt x="97337" y="13251"/>
                      <a:pt x="120114" y="27244"/>
                      <a:pt x="142383" y="418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1"/>
              <p:cNvSpPr/>
              <p:nvPr/>
            </p:nvSpPr>
            <p:spPr>
              <a:xfrm>
                <a:off x="3491952" y="5163407"/>
                <a:ext cx="236074" cy="161967"/>
              </a:xfrm>
              <a:custGeom>
                <a:avLst/>
                <a:gdLst/>
                <a:ahLst/>
                <a:cxnLst/>
                <a:rect l="l" t="t" r="r" b="b"/>
                <a:pathLst>
                  <a:path w="171690" h="117794" extrusionOk="0">
                    <a:moveTo>
                      <a:pt x="4899" y="551"/>
                    </a:moveTo>
                    <a:cubicBezTo>
                      <a:pt x="62322" y="24185"/>
                      <a:pt x="118107" y="51615"/>
                      <a:pt x="171881" y="82660"/>
                    </a:cubicBezTo>
                    <a:cubicBezTo>
                      <a:pt x="143576" y="84324"/>
                      <a:pt x="117029" y="96930"/>
                      <a:pt x="97862" y="117810"/>
                    </a:cubicBezTo>
                    <a:cubicBezTo>
                      <a:pt x="61691" y="82969"/>
                      <a:pt x="38574" y="33871"/>
                      <a:pt x="190" y="558"/>
                    </a:cubicBezTo>
                    <a:cubicBezTo>
                      <a:pt x="1721" y="374"/>
                      <a:pt x="3339" y="200"/>
                      <a:pt x="487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1"/>
              <p:cNvSpPr/>
              <p:nvPr/>
            </p:nvSpPr>
            <p:spPr>
              <a:xfrm>
                <a:off x="3694750" y="5067242"/>
                <a:ext cx="127471" cy="97717"/>
              </a:xfrm>
              <a:custGeom>
                <a:avLst/>
                <a:gdLst/>
                <a:ahLst/>
                <a:cxnLst/>
                <a:rect l="l" t="t" r="r" b="b"/>
                <a:pathLst>
                  <a:path w="92706" h="71067" extrusionOk="0">
                    <a:moveTo>
                      <a:pt x="92897" y="71083"/>
                    </a:moveTo>
                    <a:cubicBezTo>
                      <a:pt x="58694" y="52035"/>
                      <a:pt x="27462" y="28093"/>
                      <a:pt x="190" y="16"/>
                    </a:cubicBezTo>
                    <a:cubicBezTo>
                      <a:pt x="23007" y="1536"/>
                      <a:pt x="45480" y="6377"/>
                      <a:pt x="66898" y="14385"/>
                    </a:cubicBezTo>
                    <a:cubicBezTo>
                      <a:pt x="74376" y="30933"/>
                      <a:pt x="81874" y="47305"/>
                      <a:pt x="89459" y="63687"/>
                    </a:cubicBezTo>
                    <a:cubicBezTo>
                      <a:pt x="90599" y="66211"/>
                      <a:pt x="91748" y="68647"/>
                      <a:pt x="92897" y="71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1"/>
              <p:cNvSpPr/>
              <p:nvPr/>
            </p:nvSpPr>
            <p:spPr>
              <a:xfrm>
                <a:off x="3636502" y="4981616"/>
                <a:ext cx="149948" cy="105351"/>
              </a:xfrm>
              <a:custGeom>
                <a:avLst/>
                <a:gdLst/>
                <a:ahLst/>
                <a:cxnLst/>
                <a:rect l="l" t="t" r="r" b="b"/>
                <a:pathLst>
                  <a:path w="109053" h="76619" extrusionOk="0">
                    <a:moveTo>
                      <a:pt x="82924" y="17239"/>
                    </a:moveTo>
                    <a:cubicBezTo>
                      <a:pt x="91541" y="37109"/>
                      <a:pt x="100314" y="56908"/>
                      <a:pt x="109243" y="76636"/>
                    </a:cubicBezTo>
                    <a:cubicBezTo>
                      <a:pt x="87826" y="68627"/>
                      <a:pt x="65353" y="63787"/>
                      <a:pt x="42536" y="62266"/>
                    </a:cubicBezTo>
                    <a:cubicBezTo>
                      <a:pt x="25065" y="44005"/>
                      <a:pt x="10755" y="22968"/>
                      <a:pt x="190" y="16"/>
                    </a:cubicBezTo>
                    <a:cubicBezTo>
                      <a:pt x="28514" y="1112"/>
                      <a:pt x="56410" y="7292"/>
                      <a:pt x="82544" y="182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1"/>
              <p:cNvSpPr/>
              <p:nvPr/>
            </p:nvSpPr>
            <p:spPr>
              <a:xfrm>
                <a:off x="3586958" y="4610367"/>
                <a:ext cx="163284" cy="396195"/>
              </a:xfrm>
              <a:custGeom>
                <a:avLst/>
                <a:gdLst/>
                <a:ahLst/>
                <a:cxnLst/>
                <a:rect l="l" t="t" r="r" b="b"/>
                <a:pathLst>
                  <a:path w="118752" h="288142" extrusionOk="0">
                    <a:moveTo>
                      <a:pt x="118943" y="287136"/>
                    </a:moveTo>
                    <a:lnTo>
                      <a:pt x="118562" y="288158"/>
                    </a:lnTo>
                    <a:cubicBezTo>
                      <a:pt x="92429" y="277189"/>
                      <a:pt x="64533" y="271008"/>
                      <a:pt x="36208" y="269912"/>
                    </a:cubicBezTo>
                    <a:cubicBezTo>
                      <a:pt x="33110" y="263134"/>
                      <a:pt x="30447" y="256165"/>
                      <a:pt x="28236" y="249048"/>
                    </a:cubicBezTo>
                    <a:cubicBezTo>
                      <a:pt x="21258" y="223625"/>
                      <a:pt x="17026" y="197529"/>
                      <a:pt x="15614" y="171205"/>
                    </a:cubicBezTo>
                    <a:cubicBezTo>
                      <a:pt x="10451" y="114081"/>
                      <a:pt x="5309" y="57018"/>
                      <a:pt x="190" y="16"/>
                    </a:cubicBezTo>
                    <a:cubicBezTo>
                      <a:pt x="1915" y="1274"/>
                      <a:pt x="3630" y="2619"/>
                      <a:pt x="5346" y="3965"/>
                    </a:cubicBezTo>
                    <a:cubicBezTo>
                      <a:pt x="40332" y="99483"/>
                      <a:pt x="78197" y="193873"/>
                      <a:pt x="118943" y="2871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1"/>
              <p:cNvSpPr/>
              <p:nvPr/>
            </p:nvSpPr>
            <p:spPr>
              <a:xfrm>
                <a:off x="4124065" y="4882373"/>
                <a:ext cx="19790" cy="44505"/>
              </a:xfrm>
              <a:custGeom>
                <a:avLst/>
                <a:gdLst/>
                <a:ahLst/>
                <a:cxnLst/>
                <a:rect l="l" t="t" r="r" b="b"/>
                <a:pathLst>
                  <a:path w="14393" h="32367" extrusionOk="0">
                    <a:moveTo>
                      <a:pt x="8301" y="16"/>
                    </a:moveTo>
                    <a:cubicBezTo>
                      <a:pt x="6138" y="10945"/>
                      <a:pt x="3296" y="21831"/>
                      <a:pt x="190" y="32383"/>
                    </a:cubicBezTo>
                    <a:cubicBezTo>
                      <a:pt x="3876" y="30296"/>
                      <a:pt x="7624" y="28324"/>
                      <a:pt x="11494" y="26608"/>
                    </a:cubicBezTo>
                    <a:lnTo>
                      <a:pt x="14584" y="25977"/>
                    </a:lnTo>
                    <a:cubicBezTo>
                      <a:pt x="12798" y="17267"/>
                      <a:pt x="10617" y="8626"/>
                      <a:pt x="8301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1"/>
              <p:cNvSpPr/>
              <p:nvPr/>
            </p:nvSpPr>
            <p:spPr>
              <a:xfrm>
                <a:off x="4022786" y="5045158"/>
                <a:ext cx="124539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4" h="125319" extrusionOk="0">
                    <a:moveTo>
                      <a:pt x="90327" y="16"/>
                    </a:moveTo>
                    <a:cubicBezTo>
                      <a:pt x="69817" y="6849"/>
                      <a:pt x="50600" y="17075"/>
                      <a:pt x="33478" y="30267"/>
                    </a:cubicBezTo>
                    <a:cubicBezTo>
                      <a:pt x="24683" y="52065"/>
                      <a:pt x="15033" y="73546"/>
                      <a:pt x="4257" y="94353"/>
                    </a:cubicBezTo>
                    <a:cubicBezTo>
                      <a:pt x="2817" y="104671"/>
                      <a:pt x="1418" y="114994"/>
                      <a:pt x="190" y="125335"/>
                    </a:cubicBezTo>
                    <a:cubicBezTo>
                      <a:pt x="15976" y="111038"/>
                      <a:pt x="35409" y="101378"/>
                      <a:pt x="56343" y="97424"/>
                    </a:cubicBezTo>
                    <a:lnTo>
                      <a:pt x="56928" y="97756"/>
                    </a:lnTo>
                    <a:cubicBezTo>
                      <a:pt x="73042" y="67070"/>
                      <a:pt x="84448" y="34139"/>
                      <a:pt x="90765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1"/>
              <p:cNvSpPr/>
              <p:nvPr/>
            </p:nvSpPr>
            <p:spPr>
              <a:xfrm>
                <a:off x="3700198" y="5172340"/>
                <a:ext cx="116331" cy="149296"/>
              </a:xfrm>
              <a:custGeom>
                <a:avLst/>
                <a:gdLst/>
                <a:ahLst/>
                <a:cxnLst/>
                <a:rect l="l" t="t" r="r" b="b"/>
                <a:pathLst>
                  <a:path w="84604" h="108579" extrusionOk="0">
                    <a:moveTo>
                      <a:pt x="84794" y="108595"/>
                    </a:moveTo>
                    <a:cubicBezTo>
                      <a:pt x="78544" y="92629"/>
                      <a:pt x="75801" y="75506"/>
                      <a:pt x="76752" y="58388"/>
                    </a:cubicBezTo>
                    <a:lnTo>
                      <a:pt x="77728" y="57610"/>
                    </a:lnTo>
                    <a:cubicBezTo>
                      <a:pt x="70070" y="48270"/>
                      <a:pt x="61653" y="39580"/>
                      <a:pt x="52559" y="31630"/>
                    </a:cubicBezTo>
                    <a:cubicBezTo>
                      <a:pt x="37565" y="18552"/>
                      <a:pt x="20624" y="7886"/>
                      <a:pt x="2346" y="16"/>
                    </a:cubicBezTo>
                    <a:lnTo>
                      <a:pt x="190" y="5013"/>
                    </a:lnTo>
                    <a:cubicBezTo>
                      <a:pt x="2949" y="20401"/>
                      <a:pt x="7284" y="35466"/>
                      <a:pt x="13127" y="49968"/>
                    </a:cubicBezTo>
                    <a:cubicBezTo>
                      <a:pt x="41056" y="63980"/>
                      <a:pt x="65532" y="84002"/>
                      <a:pt x="84794" y="1085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1"/>
              <p:cNvSpPr/>
              <p:nvPr/>
            </p:nvSpPr>
            <p:spPr>
              <a:xfrm>
                <a:off x="3498389" y="5152703"/>
                <a:ext cx="219520" cy="88314"/>
              </a:xfrm>
              <a:custGeom>
                <a:avLst/>
                <a:gdLst/>
                <a:ahLst/>
                <a:cxnLst/>
                <a:rect l="l" t="t" r="r" b="b"/>
                <a:pathLst>
                  <a:path w="159651" h="64228" extrusionOk="0">
                    <a:moveTo>
                      <a:pt x="59149" y="24209"/>
                    </a:moveTo>
                    <a:cubicBezTo>
                      <a:pt x="93851" y="34498"/>
                      <a:pt x="127552" y="47898"/>
                      <a:pt x="159841" y="64245"/>
                    </a:cubicBezTo>
                    <a:cubicBezTo>
                      <a:pt x="153998" y="49742"/>
                      <a:pt x="149663" y="34678"/>
                      <a:pt x="146904" y="19290"/>
                    </a:cubicBezTo>
                    <a:lnTo>
                      <a:pt x="149061" y="14292"/>
                    </a:lnTo>
                    <a:cubicBezTo>
                      <a:pt x="129548" y="5737"/>
                      <a:pt x="108607" y="901"/>
                      <a:pt x="87316" y="33"/>
                    </a:cubicBezTo>
                    <a:cubicBezTo>
                      <a:pt x="70703" y="-139"/>
                      <a:pt x="54100" y="946"/>
                      <a:pt x="37650" y="3279"/>
                    </a:cubicBezTo>
                    <a:cubicBezTo>
                      <a:pt x="25131" y="4811"/>
                      <a:pt x="12709" y="6266"/>
                      <a:pt x="190" y="7798"/>
                    </a:cubicBezTo>
                    <a:lnTo>
                      <a:pt x="219" y="8334"/>
                    </a:lnTo>
                    <a:cubicBezTo>
                      <a:pt x="11438" y="12952"/>
                      <a:pt x="22544" y="17836"/>
                      <a:pt x="33638" y="22744"/>
                    </a:cubicBezTo>
                    <a:cubicBezTo>
                      <a:pt x="42120" y="20944"/>
                      <a:pt x="50929" y="21450"/>
                      <a:pt x="59149" y="242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1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1"/>
              <p:cNvSpPr/>
              <p:nvPr/>
            </p:nvSpPr>
            <p:spPr>
              <a:xfrm>
                <a:off x="4009455" y="5174921"/>
                <a:ext cx="18917" cy="47728"/>
              </a:xfrm>
              <a:custGeom>
                <a:avLst/>
                <a:gdLst/>
                <a:ahLst/>
                <a:cxnLst/>
                <a:rect l="l" t="t" r="r" b="b"/>
                <a:pathLst>
                  <a:path w="13758" h="34711" extrusionOk="0">
                    <a:moveTo>
                      <a:pt x="190" y="24966"/>
                    </a:moveTo>
                    <a:cubicBezTo>
                      <a:pt x="2273" y="28113"/>
                      <a:pt x="4183" y="31372"/>
                      <a:pt x="5910" y="34727"/>
                    </a:cubicBezTo>
                    <a:cubicBezTo>
                      <a:pt x="7208" y="33451"/>
                      <a:pt x="8505" y="32175"/>
                      <a:pt x="9881" y="30998"/>
                    </a:cubicBezTo>
                    <a:cubicBezTo>
                      <a:pt x="11110" y="20657"/>
                      <a:pt x="12509" y="10334"/>
                      <a:pt x="13948" y="16"/>
                    </a:cubicBezTo>
                    <a:cubicBezTo>
                      <a:pt x="9572" y="8466"/>
                      <a:pt x="4950" y="16762"/>
                      <a:pt x="190" y="249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11"/>
              <p:cNvSpPr/>
              <p:nvPr/>
            </p:nvSpPr>
            <p:spPr>
              <a:xfrm>
                <a:off x="3980221" y="5209240"/>
                <a:ext cx="42549" cy="99866"/>
              </a:xfrm>
              <a:custGeom>
                <a:avLst/>
                <a:gdLst/>
                <a:ahLst/>
                <a:cxnLst/>
                <a:rect l="l" t="t" r="r" b="b"/>
                <a:pathLst>
                  <a:path w="30945" h="72630" extrusionOk="0">
                    <a:moveTo>
                      <a:pt x="27164" y="9777"/>
                    </a:moveTo>
                    <a:cubicBezTo>
                      <a:pt x="25436" y="6422"/>
                      <a:pt x="23527" y="3163"/>
                      <a:pt x="21444" y="16"/>
                    </a:cubicBezTo>
                    <a:cubicBezTo>
                      <a:pt x="18389" y="5282"/>
                      <a:pt x="15329" y="10544"/>
                      <a:pt x="12104" y="15693"/>
                    </a:cubicBezTo>
                    <a:cubicBezTo>
                      <a:pt x="9000" y="20768"/>
                      <a:pt x="4957" y="25206"/>
                      <a:pt x="190" y="28768"/>
                    </a:cubicBezTo>
                    <a:cubicBezTo>
                      <a:pt x="7299" y="44007"/>
                      <a:pt x="15573" y="58676"/>
                      <a:pt x="24936" y="72646"/>
                    </a:cubicBezTo>
                    <a:cubicBezTo>
                      <a:pt x="26450" y="50355"/>
                      <a:pt x="28480" y="28211"/>
                      <a:pt x="31135" y="6048"/>
                    </a:cubicBezTo>
                    <a:cubicBezTo>
                      <a:pt x="29759" y="7226"/>
                      <a:pt x="28462" y="8501"/>
                      <a:pt x="27164" y="97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11"/>
              <p:cNvSpPr/>
              <p:nvPr/>
            </p:nvSpPr>
            <p:spPr>
              <a:xfrm>
                <a:off x="3827745" y="5338521"/>
                <a:ext cx="41737" cy="30667"/>
              </a:xfrm>
              <a:custGeom>
                <a:avLst/>
                <a:gdLst/>
                <a:ahLst/>
                <a:cxnLst/>
                <a:rect l="l" t="t" r="r" b="b"/>
                <a:pathLst>
                  <a:path w="30354" h="22303" extrusionOk="0">
                    <a:moveTo>
                      <a:pt x="190" y="16"/>
                    </a:moveTo>
                    <a:cubicBezTo>
                      <a:pt x="4383" y="7134"/>
                      <a:pt x="7964" y="14595"/>
                      <a:pt x="10895" y="22319"/>
                    </a:cubicBezTo>
                    <a:cubicBezTo>
                      <a:pt x="17226" y="20616"/>
                      <a:pt x="23817" y="20093"/>
                      <a:pt x="30339" y="20777"/>
                    </a:cubicBezTo>
                    <a:lnTo>
                      <a:pt x="30544" y="20533"/>
                    </a:lnTo>
                    <a:cubicBezTo>
                      <a:pt x="20499" y="13496"/>
                      <a:pt x="10390" y="6723"/>
                      <a:pt x="190" y="16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11"/>
              <p:cNvSpPr/>
              <p:nvPr/>
            </p:nvSpPr>
            <p:spPr>
              <a:xfrm>
                <a:off x="3491953" y="5163407"/>
                <a:ext cx="524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38127" h="22400" extrusionOk="0">
                    <a:moveTo>
                      <a:pt x="38317" y="14961"/>
                    </a:moveTo>
                    <a:cubicBezTo>
                      <a:pt x="27223" y="10054"/>
                      <a:pt x="16117" y="5169"/>
                      <a:pt x="4898" y="551"/>
                    </a:cubicBezTo>
                    <a:lnTo>
                      <a:pt x="4869" y="16"/>
                    </a:lnTo>
                    <a:cubicBezTo>
                      <a:pt x="3338" y="199"/>
                      <a:pt x="1720" y="374"/>
                      <a:pt x="190" y="558"/>
                    </a:cubicBezTo>
                    <a:cubicBezTo>
                      <a:pt x="7829" y="7333"/>
                      <a:pt x="14982" y="14637"/>
                      <a:pt x="21595" y="22416"/>
                    </a:cubicBezTo>
                    <a:cubicBezTo>
                      <a:pt x="26615" y="18841"/>
                      <a:pt x="32301" y="16306"/>
                      <a:pt x="38317" y="149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11"/>
              <p:cNvSpPr/>
              <p:nvPr/>
            </p:nvSpPr>
            <p:spPr>
              <a:xfrm>
                <a:off x="3718412" y="5074710"/>
                <a:ext cx="103819" cy="90254"/>
              </a:xfrm>
              <a:custGeom>
                <a:avLst/>
                <a:gdLst/>
                <a:ahLst/>
                <a:cxnLst/>
                <a:rect l="l" t="t" r="r" b="b"/>
                <a:pathLst>
                  <a:path w="75505" h="65639" extrusionOk="0">
                    <a:moveTo>
                      <a:pt x="190" y="11446"/>
                    </a:moveTo>
                    <a:cubicBezTo>
                      <a:pt x="23341" y="32168"/>
                      <a:pt x="48655" y="50342"/>
                      <a:pt x="75696" y="65655"/>
                    </a:cubicBezTo>
                    <a:cubicBezTo>
                      <a:pt x="74546" y="63219"/>
                      <a:pt x="73397" y="60782"/>
                      <a:pt x="72257" y="58258"/>
                    </a:cubicBezTo>
                    <a:cubicBezTo>
                      <a:pt x="64673" y="41877"/>
                      <a:pt x="57174" y="25504"/>
                      <a:pt x="49695" y="8956"/>
                    </a:cubicBezTo>
                    <a:cubicBezTo>
                      <a:pt x="39846" y="5314"/>
                      <a:pt x="29767" y="2327"/>
                      <a:pt x="19523" y="16"/>
                    </a:cubicBezTo>
                    <a:cubicBezTo>
                      <a:pt x="14102" y="5337"/>
                      <a:pt x="7467" y="9260"/>
                      <a:pt x="190" y="11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11"/>
              <p:cNvSpPr/>
              <p:nvPr/>
            </p:nvSpPr>
            <p:spPr>
              <a:xfrm>
                <a:off x="3745005" y="5026612"/>
                <a:ext cx="41486" cy="60372"/>
              </a:xfrm>
              <a:custGeom>
                <a:avLst/>
                <a:gdLst/>
                <a:ahLst/>
                <a:cxnLst/>
                <a:rect l="l" t="t" r="r" b="b"/>
                <a:pathLst>
                  <a:path w="30172" h="43907" extrusionOk="0">
                    <a:moveTo>
                      <a:pt x="30362" y="43923"/>
                    </a:moveTo>
                    <a:cubicBezTo>
                      <a:pt x="23783" y="29342"/>
                      <a:pt x="17344" y="14677"/>
                      <a:pt x="10908" y="16"/>
                    </a:cubicBezTo>
                    <a:cubicBezTo>
                      <a:pt x="10973" y="2817"/>
                      <a:pt x="11017" y="5552"/>
                      <a:pt x="11036" y="8178"/>
                    </a:cubicBezTo>
                    <a:cubicBezTo>
                      <a:pt x="11234" y="18218"/>
                      <a:pt x="7315" y="27902"/>
                      <a:pt x="190" y="34982"/>
                    </a:cubicBezTo>
                    <a:cubicBezTo>
                      <a:pt x="10434" y="37293"/>
                      <a:pt x="20513" y="40280"/>
                      <a:pt x="30362" y="439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11"/>
              <p:cNvSpPr/>
              <p:nvPr/>
            </p:nvSpPr>
            <p:spPr>
              <a:xfrm>
                <a:off x="3580591" y="4604001"/>
                <a:ext cx="709871" cy="1401818"/>
              </a:xfrm>
              <a:custGeom>
                <a:avLst/>
                <a:gdLst/>
                <a:ahLst/>
                <a:cxnLst/>
                <a:rect l="l" t="t" r="r" b="b"/>
                <a:pathLst>
                  <a:path w="516270" h="1019504" extrusionOk="0">
                    <a:moveTo>
                      <a:pt x="515434" y="1010234"/>
                    </a:moveTo>
                    <a:cubicBezTo>
                      <a:pt x="436259" y="886734"/>
                      <a:pt x="362295" y="760112"/>
                      <a:pt x="293542" y="630369"/>
                    </a:cubicBezTo>
                    <a:cubicBezTo>
                      <a:pt x="253650" y="554817"/>
                      <a:pt x="215638" y="478358"/>
                      <a:pt x="179507" y="400992"/>
                    </a:cubicBezTo>
                    <a:cubicBezTo>
                      <a:pt x="179659" y="400770"/>
                      <a:pt x="179790" y="400535"/>
                      <a:pt x="179899" y="400289"/>
                    </a:cubicBezTo>
                    <a:cubicBezTo>
                      <a:pt x="204206" y="324469"/>
                      <a:pt x="191904" y="240808"/>
                      <a:pt x="156769" y="170400"/>
                    </a:cubicBezTo>
                    <a:cubicBezTo>
                      <a:pt x="122601" y="101929"/>
                      <a:pt x="68135" y="45938"/>
                      <a:pt x="7178" y="635"/>
                    </a:cubicBezTo>
                    <a:cubicBezTo>
                      <a:pt x="4943" y="-647"/>
                      <a:pt x="2091" y="125"/>
                      <a:pt x="808" y="2359"/>
                    </a:cubicBezTo>
                    <a:cubicBezTo>
                      <a:pt x="409" y="3054"/>
                      <a:pt x="196" y="3841"/>
                      <a:pt x="190" y="4642"/>
                    </a:cubicBezTo>
                    <a:cubicBezTo>
                      <a:pt x="4416" y="51452"/>
                      <a:pt x="8642" y="98261"/>
                      <a:pt x="12870" y="145071"/>
                    </a:cubicBezTo>
                    <a:cubicBezTo>
                      <a:pt x="16562" y="185962"/>
                      <a:pt x="17699" y="228871"/>
                      <a:pt x="32972" y="267507"/>
                    </a:cubicBezTo>
                    <a:cubicBezTo>
                      <a:pt x="57324" y="329113"/>
                      <a:pt x="111450" y="376997"/>
                      <a:pt x="169247" y="407470"/>
                    </a:cubicBezTo>
                    <a:cubicBezTo>
                      <a:pt x="170138" y="409393"/>
                      <a:pt x="171002" y="411328"/>
                      <a:pt x="171895" y="413250"/>
                    </a:cubicBezTo>
                    <a:cubicBezTo>
                      <a:pt x="233703" y="546308"/>
                      <a:pt x="301270" y="676460"/>
                      <a:pt x="374595" y="803707"/>
                    </a:cubicBezTo>
                    <a:cubicBezTo>
                      <a:pt x="416122" y="875747"/>
                      <a:pt x="459436" y="946712"/>
                      <a:pt x="504535" y="1016600"/>
                    </a:cubicBezTo>
                    <a:cubicBezTo>
                      <a:pt x="508923" y="1023396"/>
                      <a:pt x="519835" y="1017100"/>
                      <a:pt x="515434" y="1010234"/>
                    </a:cubicBezTo>
                    <a:close/>
                    <a:moveTo>
                      <a:pt x="173558" y="388334"/>
                    </a:moveTo>
                    <a:cubicBezTo>
                      <a:pt x="168526" y="377510"/>
                      <a:pt x="163571" y="366649"/>
                      <a:pt x="158610" y="355792"/>
                    </a:cubicBezTo>
                    <a:cubicBezTo>
                      <a:pt x="158949" y="355456"/>
                      <a:pt x="159207" y="355047"/>
                      <a:pt x="159364" y="354597"/>
                    </a:cubicBezTo>
                    <a:cubicBezTo>
                      <a:pt x="164652" y="337779"/>
                      <a:pt x="172538" y="321891"/>
                      <a:pt x="182735" y="307507"/>
                    </a:cubicBezTo>
                    <a:cubicBezTo>
                      <a:pt x="183660" y="334753"/>
                      <a:pt x="180567" y="361987"/>
                      <a:pt x="173558" y="388334"/>
                    </a:cubicBezTo>
                    <a:close/>
                    <a:moveTo>
                      <a:pt x="88118" y="335217"/>
                    </a:moveTo>
                    <a:cubicBezTo>
                      <a:pt x="71544" y="318280"/>
                      <a:pt x="57771" y="298815"/>
                      <a:pt x="47318" y="277553"/>
                    </a:cubicBezTo>
                    <a:cubicBezTo>
                      <a:pt x="71688" y="280141"/>
                      <a:pt x="95635" y="285774"/>
                      <a:pt x="118600" y="294320"/>
                    </a:cubicBezTo>
                    <a:cubicBezTo>
                      <a:pt x="125927" y="311250"/>
                      <a:pt x="133352" y="328139"/>
                      <a:pt x="140873" y="344984"/>
                    </a:cubicBezTo>
                    <a:cubicBezTo>
                      <a:pt x="123864" y="339154"/>
                      <a:pt x="106088" y="335863"/>
                      <a:pt x="88118" y="335217"/>
                    </a:cubicBezTo>
                    <a:close/>
                    <a:moveTo>
                      <a:pt x="182314" y="297509"/>
                    </a:moveTo>
                    <a:cubicBezTo>
                      <a:pt x="170059" y="312534"/>
                      <a:pt x="160850" y="329801"/>
                      <a:pt x="155202" y="348345"/>
                    </a:cubicBezTo>
                    <a:cubicBezTo>
                      <a:pt x="146063" y="328267"/>
                      <a:pt x="137034" y="308136"/>
                      <a:pt x="128115" y="287955"/>
                    </a:cubicBezTo>
                    <a:cubicBezTo>
                      <a:pt x="136894" y="262676"/>
                      <a:pt x="149829" y="239036"/>
                      <a:pt x="166389" y="218009"/>
                    </a:cubicBezTo>
                    <a:cubicBezTo>
                      <a:pt x="175100" y="243713"/>
                      <a:pt x="180452" y="270434"/>
                      <a:pt x="182314" y="297509"/>
                    </a:cubicBezTo>
                    <a:close/>
                    <a:moveTo>
                      <a:pt x="147046" y="171870"/>
                    </a:moveTo>
                    <a:cubicBezTo>
                      <a:pt x="153560" y="184618"/>
                      <a:pt x="159255" y="197768"/>
                      <a:pt x="164100" y="211238"/>
                    </a:cubicBezTo>
                    <a:cubicBezTo>
                      <a:pt x="147323" y="231806"/>
                      <a:pt x="133951" y="254926"/>
                      <a:pt x="124492" y="279721"/>
                    </a:cubicBezTo>
                    <a:cubicBezTo>
                      <a:pt x="117717" y="264280"/>
                      <a:pt x="111006" y="248810"/>
                      <a:pt x="104356" y="233311"/>
                    </a:cubicBezTo>
                    <a:cubicBezTo>
                      <a:pt x="74163" y="162772"/>
                      <a:pt x="46962" y="91016"/>
                      <a:pt x="17393" y="20238"/>
                    </a:cubicBezTo>
                    <a:cubicBezTo>
                      <a:pt x="70992" y="60905"/>
                      <a:pt x="115210" y="112619"/>
                      <a:pt x="147046" y="171870"/>
                    </a:cubicBezTo>
                    <a:close/>
                    <a:moveTo>
                      <a:pt x="21272" y="136294"/>
                    </a:moveTo>
                    <a:cubicBezTo>
                      <a:pt x="17760" y="97085"/>
                      <a:pt x="14247" y="57875"/>
                      <a:pt x="10735" y="18665"/>
                    </a:cubicBezTo>
                    <a:cubicBezTo>
                      <a:pt x="31878" y="84598"/>
                      <a:pt x="58072" y="149173"/>
                      <a:pt x="84313" y="213169"/>
                    </a:cubicBezTo>
                    <a:cubicBezTo>
                      <a:pt x="94354" y="237653"/>
                      <a:pt x="104633" y="262037"/>
                      <a:pt x="115150" y="286320"/>
                    </a:cubicBezTo>
                    <a:cubicBezTo>
                      <a:pt x="92717" y="277523"/>
                      <a:pt x="68902" y="272769"/>
                      <a:pt x="44808" y="272278"/>
                    </a:cubicBezTo>
                    <a:cubicBezTo>
                      <a:pt x="42863" y="267894"/>
                      <a:pt x="41037" y="263427"/>
                      <a:pt x="39409" y="258823"/>
                    </a:cubicBezTo>
                    <a:cubicBezTo>
                      <a:pt x="25645" y="219896"/>
                      <a:pt x="24923" y="177041"/>
                      <a:pt x="21272" y="136294"/>
                    </a:cubicBezTo>
                    <a:close/>
                    <a:moveTo>
                      <a:pt x="92864" y="340006"/>
                    </a:moveTo>
                    <a:cubicBezTo>
                      <a:pt x="110269" y="342729"/>
                      <a:pt x="127424" y="346864"/>
                      <a:pt x="144157" y="352369"/>
                    </a:cubicBezTo>
                    <a:cubicBezTo>
                      <a:pt x="150807" y="367196"/>
                      <a:pt x="157533" y="381989"/>
                      <a:pt x="164336" y="396748"/>
                    </a:cubicBezTo>
                    <a:cubicBezTo>
                      <a:pt x="138769" y="380136"/>
                      <a:pt x="114838" y="361137"/>
                      <a:pt x="92864" y="3400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11"/>
              <p:cNvSpPr/>
              <p:nvPr/>
            </p:nvSpPr>
            <p:spPr>
              <a:xfrm>
                <a:off x="3484347" y="5145074"/>
                <a:ext cx="474511" cy="289409"/>
              </a:xfrm>
              <a:custGeom>
                <a:avLst/>
                <a:gdLst/>
                <a:ahLst/>
                <a:cxnLst/>
                <a:rect l="l" t="t" r="r" b="b"/>
                <a:pathLst>
                  <a:path w="345099" h="210479" extrusionOk="0">
                    <a:moveTo>
                      <a:pt x="343637" y="201281"/>
                    </a:moveTo>
                    <a:cubicBezTo>
                      <a:pt x="323447" y="185211"/>
                      <a:pt x="302472" y="170070"/>
                      <a:pt x="281143" y="155430"/>
                    </a:cubicBezTo>
                    <a:cubicBezTo>
                      <a:pt x="281699" y="154357"/>
                      <a:pt x="281768" y="153097"/>
                      <a:pt x="281331" y="151970"/>
                    </a:cubicBezTo>
                    <a:cubicBezTo>
                      <a:pt x="264322" y="98905"/>
                      <a:pt x="228737" y="53749"/>
                      <a:pt x="181105" y="24783"/>
                    </a:cubicBezTo>
                    <a:cubicBezTo>
                      <a:pt x="157724" y="11236"/>
                      <a:pt x="131648" y="2991"/>
                      <a:pt x="104724" y="633"/>
                    </a:cubicBezTo>
                    <a:cubicBezTo>
                      <a:pt x="71906" y="-2043"/>
                      <a:pt x="38199" y="4622"/>
                      <a:pt x="5681" y="8446"/>
                    </a:cubicBezTo>
                    <a:cubicBezTo>
                      <a:pt x="1489" y="8939"/>
                      <a:pt x="-2005" y="14229"/>
                      <a:pt x="1865" y="17652"/>
                    </a:cubicBezTo>
                    <a:cubicBezTo>
                      <a:pt x="44048" y="54954"/>
                      <a:pt x="66920" y="109357"/>
                      <a:pt x="110742" y="144996"/>
                    </a:cubicBezTo>
                    <a:cubicBezTo>
                      <a:pt x="132373" y="162721"/>
                      <a:pt x="158591" y="173953"/>
                      <a:pt x="186353" y="177388"/>
                    </a:cubicBezTo>
                    <a:cubicBezTo>
                      <a:pt x="200217" y="179137"/>
                      <a:pt x="214261" y="178855"/>
                      <a:pt x="228043" y="176550"/>
                    </a:cubicBezTo>
                    <a:cubicBezTo>
                      <a:pt x="244376" y="173770"/>
                      <a:pt x="259443" y="166720"/>
                      <a:pt x="275920" y="165066"/>
                    </a:cubicBezTo>
                    <a:cubicBezTo>
                      <a:pt x="296570" y="179568"/>
                      <a:pt x="317001" y="194414"/>
                      <a:pt x="337212" y="209604"/>
                    </a:cubicBezTo>
                    <a:cubicBezTo>
                      <a:pt x="341973" y="213194"/>
                      <a:pt x="348347" y="205030"/>
                      <a:pt x="343637" y="201281"/>
                    </a:cubicBezTo>
                    <a:close/>
                    <a:moveTo>
                      <a:pt x="246804" y="132689"/>
                    </a:moveTo>
                    <a:cubicBezTo>
                      <a:pt x="243152" y="124432"/>
                      <a:pt x="240441" y="115792"/>
                      <a:pt x="238722" y="106930"/>
                    </a:cubicBezTo>
                    <a:cubicBezTo>
                      <a:pt x="237751" y="101839"/>
                      <a:pt x="237125" y="96689"/>
                      <a:pt x="236848" y="91514"/>
                    </a:cubicBezTo>
                    <a:cubicBezTo>
                      <a:pt x="236811" y="90832"/>
                      <a:pt x="236845" y="90085"/>
                      <a:pt x="236858" y="89357"/>
                    </a:cubicBezTo>
                    <a:cubicBezTo>
                      <a:pt x="249897" y="107051"/>
                      <a:pt x="260593" y="126354"/>
                      <a:pt x="268680" y="146788"/>
                    </a:cubicBezTo>
                    <a:cubicBezTo>
                      <a:pt x="261464" y="141967"/>
                      <a:pt x="254117" y="137359"/>
                      <a:pt x="246804" y="132689"/>
                    </a:cubicBezTo>
                    <a:close/>
                    <a:moveTo>
                      <a:pt x="230182" y="80773"/>
                    </a:moveTo>
                    <a:cubicBezTo>
                      <a:pt x="229833" y="84610"/>
                      <a:pt x="229905" y="88473"/>
                      <a:pt x="230398" y="92294"/>
                    </a:cubicBezTo>
                    <a:cubicBezTo>
                      <a:pt x="230726" y="97788"/>
                      <a:pt x="231405" y="103256"/>
                      <a:pt x="232430" y="108664"/>
                    </a:cubicBezTo>
                    <a:cubicBezTo>
                      <a:pt x="233609" y="114787"/>
                      <a:pt x="235261" y="120810"/>
                      <a:pt x="237369" y="126678"/>
                    </a:cubicBezTo>
                    <a:cubicBezTo>
                      <a:pt x="220132" y="115879"/>
                      <a:pt x="202743" y="105346"/>
                      <a:pt x="185106" y="95330"/>
                    </a:cubicBezTo>
                    <a:cubicBezTo>
                      <a:pt x="185083" y="94955"/>
                      <a:pt x="184992" y="94587"/>
                      <a:pt x="184837" y="94245"/>
                    </a:cubicBezTo>
                    <a:cubicBezTo>
                      <a:pt x="173461" y="72462"/>
                      <a:pt x="164750" y="49390"/>
                      <a:pt x="158890" y="25527"/>
                    </a:cubicBezTo>
                    <a:cubicBezTo>
                      <a:pt x="163526" y="27579"/>
                      <a:pt x="168106" y="29760"/>
                      <a:pt x="172559" y="32195"/>
                    </a:cubicBezTo>
                    <a:cubicBezTo>
                      <a:pt x="194710" y="44539"/>
                      <a:pt x="214274" y="61032"/>
                      <a:pt x="230182" y="80773"/>
                    </a:cubicBezTo>
                    <a:close/>
                    <a:moveTo>
                      <a:pt x="93338" y="10820"/>
                    </a:moveTo>
                    <a:cubicBezTo>
                      <a:pt x="114821" y="11207"/>
                      <a:pt x="136026" y="15737"/>
                      <a:pt x="155789" y="24162"/>
                    </a:cubicBezTo>
                    <a:cubicBezTo>
                      <a:pt x="155651" y="24353"/>
                      <a:pt x="155576" y="24583"/>
                      <a:pt x="155576" y="24819"/>
                    </a:cubicBezTo>
                    <a:cubicBezTo>
                      <a:pt x="158200" y="47573"/>
                      <a:pt x="164971" y="69655"/>
                      <a:pt x="175553" y="89971"/>
                    </a:cubicBezTo>
                    <a:cubicBezTo>
                      <a:pt x="126326" y="62085"/>
                      <a:pt x="75181" y="37727"/>
                      <a:pt x="22501" y="17080"/>
                    </a:cubicBezTo>
                    <a:cubicBezTo>
                      <a:pt x="45932" y="13291"/>
                      <a:pt x="69606" y="11199"/>
                      <a:pt x="93338" y="10820"/>
                    </a:cubicBezTo>
                    <a:close/>
                    <a:moveTo>
                      <a:pt x="19267" y="19556"/>
                    </a:moveTo>
                    <a:cubicBezTo>
                      <a:pt x="69161" y="42662"/>
                      <a:pt x="118043" y="66876"/>
                      <a:pt x="165661" y="94330"/>
                    </a:cubicBezTo>
                    <a:cubicBezTo>
                      <a:pt x="142719" y="97819"/>
                      <a:pt x="121479" y="108500"/>
                      <a:pt x="105004" y="124832"/>
                    </a:cubicBezTo>
                    <a:cubicBezTo>
                      <a:pt x="72766" y="92931"/>
                      <a:pt x="51167" y="51811"/>
                      <a:pt x="19268" y="19556"/>
                    </a:cubicBezTo>
                    <a:close/>
                    <a:moveTo>
                      <a:pt x="109759" y="129520"/>
                    </a:moveTo>
                    <a:cubicBezTo>
                      <a:pt x="118443" y="121031"/>
                      <a:pt x="128453" y="114013"/>
                      <a:pt x="139396" y="108742"/>
                    </a:cubicBezTo>
                    <a:cubicBezTo>
                      <a:pt x="150547" y="103635"/>
                      <a:pt x="162502" y="100502"/>
                      <a:pt x="174727" y="99484"/>
                    </a:cubicBezTo>
                    <a:cubicBezTo>
                      <a:pt x="176275" y="100395"/>
                      <a:pt x="177855" y="101224"/>
                      <a:pt x="179401" y="102143"/>
                    </a:cubicBezTo>
                    <a:cubicBezTo>
                      <a:pt x="198516" y="113492"/>
                      <a:pt x="217184" y="125456"/>
                      <a:pt x="235678" y="137666"/>
                    </a:cubicBezTo>
                    <a:cubicBezTo>
                      <a:pt x="211485" y="142546"/>
                      <a:pt x="188089" y="150770"/>
                      <a:pt x="166166" y="162100"/>
                    </a:cubicBezTo>
                    <a:cubicBezTo>
                      <a:pt x="146181" y="156143"/>
                      <a:pt x="127761" y="145847"/>
                      <a:pt x="112222" y="131947"/>
                    </a:cubicBezTo>
                    <a:cubicBezTo>
                      <a:pt x="111358" y="131175"/>
                      <a:pt x="110607" y="130305"/>
                      <a:pt x="109759" y="129520"/>
                    </a:cubicBezTo>
                    <a:close/>
                    <a:moveTo>
                      <a:pt x="239446" y="163691"/>
                    </a:moveTo>
                    <a:cubicBezTo>
                      <a:pt x="224676" y="167320"/>
                      <a:pt x="209424" y="168587"/>
                      <a:pt x="194258" y="167445"/>
                    </a:cubicBezTo>
                    <a:cubicBezTo>
                      <a:pt x="187671" y="166899"/>
                      <a:pt x="181133" y="165870"/>
                      <a:pt x="174696" y="164367"/>
                    </a:cubicBezTo>
                    <a:cubicBezTo>
                      <a:pt x="196720" y="154671"/>
                      <a:pt x="219745" y="147428"/>
                      <a:pt x="243354" y="142767"/>
                    </a:cubicBezTo>
                    <a:cubicBezTo>
                      <a:pt x="250784" y="147735"/>
                      <a:pt x="258228" y="152687"/>
                      <a:pt x="265578" y="157772"/>
                    </a:cubicBezTo>
                    <a:cubicBezTo>
                      <a:pt x="256755" y="159215"/>
                      <a:pt x="248028" y="161192"/>
                      <a:pt x="239446" y="163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1"/>
              <p:cNvSpPr/>
              <p:nvPr/>
            </p:nvSpPr>
            <p:spPr>
              <a:xfrm>
                <a:off x="3938187" y="4798147"/>
                <a:ext cx="219424" cy="729614"/>
              </a:xfrm>
              <a:custGeom>
                <a:avLst/>
                <a:gdLst/>
                <a:ahLst/>
                <a:cxnLst/>
                <a:rect l="l" t="t" r="r" b="b"/>
                <a:pathLst>
                  <a:path w="159581" h="530628" extrusionOk="0">
                    <a:moveTo>
                      <a:pt x="131016" y="3617"/>
                    </a:moveTo>
                    <a:cubicBezTo>
                      <a:pt x="130192" y="929"/>
                      <a:pt x="127344" y="-583"/>
                      <a:pt x="124654" y="240"/>
                    </a:cubicBezTo>
                    <a:cubicBezTo>
                      <a:pt x="123478" y="600"/>
                      <a:pt x="122472" y="1373"/>
                      <a:pt x="121822" y="2416"/>
                    </a:cubicBezTo>
                    <a:cubicBezTo>
                      <a:pt x="105209" y="34539"/>
                      <a:pt x="72610" y="52666"/>
                      <a:pt x="49282" y="79168"/>
                    </a:cubicBezTo>
                    <a:cubicBezTo>
                      <a:pt x="26884" y="105106"/>
                      <a:pt x="11539" y="136364"/>
                      <a:pt x="4719" y="169939"/>
                    </a:cubicBezTo>
                    <a:cubicBezTo>
                      <a:pt x="-8563" y="239188"/>
                      <a:pt x="7664" y="310835"/>
                      <a:pt x="49491" y="367620"/>
                    </a:cubicBezTo>
                    <a:cubicBezTo>
                      <a:pt x="44874" y="420087"/>
                      <a:pt x="44029" y="472817"/>
                      <a:pt x="46962" y="525404"/>
                    </a:cubicBezTo>
                    <a:cubicBezTo>
                      <a:pt x="47068" y="528402"/>
                      <a:pt x="49586" y="530746"/>
                      <a:pt x="52586" y="530640"/>
                    </a:cubicBezTo>
                    <a:cubicBezTo>
                      <a:pt x="55437" y="530540"/>
                      <a:pt x="57725" y="528253"/>
                      <a:pt x="57825" y="525404"/>
                    </a:cubicBezTo>
                    <a:cubicBezTo>
                      <a:pt x="57717" y="473844"/>
                      <a:pt x="58588" y="422646"/>
                      <a:pt x="61776" y="371528"/>
                    </a:cubicBezTo>
                    <a:cubicBezTo>
                      <a:pt x="63906" y="373317"/>
                      <a:pt x="67085" y="373041"/>
                      <a:pt x="68875" y="370911"/>
                    </a:cubicBezTo>
                    <a:cubicBezTo>
                      <a:pt x="69015" y="370745"/>
                      <a:pt x="69143" y="370570"/>
                      <a:pt x="69260" y="370387"/>
                    </a:cubicBezTo>
                    <a:cubicBezTo>
                      <a:pt x="103752" y="316973"/>
                      <a:pt x="138833" y="261283"/>
                      <a:pt x="153595" y="198670"/>
                    </a:cubicBezTo>
                    <a:cubicBezTo>
                      <a:pt x="169473" y="131318"/>
                      <a:pt x="152133" y="67658"/>
                      <a:pt x="131016" y="3617"/>
                    </a:cubicBezTo>
                    <a:close/>
                    <a:moveTo>
                      <a:pt x="147242" y="178471"/>
                    </a:moveTo>
                    <a:cubicBezTo>
                      <a:pt x="121972" y="186727"/>
                      <a:pt x="98873" y="200534"/>
                      <a:pt x="79642" y="218879"/>
                    </a:cubicBezTo>
                    <a:cubicBezTo>
                      <a:pt x="84409" y="191359"/>
                      <a:pt x="89865" y="163971"/>
                      <a:pt x="96008" y="136716"/>
                    </a:cubicBezTo>
                    <a:cubicBezTo>
                      <a:pt x="96553" y="134310"/>
                      <a:pt x="97192" y="131929"/>
                      <a:pt x="97756" y="129528"/>
                    </a:cubicBezTo>
                    <a:cubicBezTo>
                      <a:pt x="110434" y="113365"/>
                      <a:pt x="126662" y="100333"/>
                      <a:pt x="145186" y="91440"/>
                    </a:cubicBezTo>
                    <a:cubicBezTo>
                      <a:pt x="145859" y="94930"/>
                      <a:pt x="146690" y="98385"/>
                      <a:pt x="147249" y="101899"/>
                    </a:cubicBezTo>
                    <a:cubicBezTo>
                      <a:pt x="151293" y="127263"/>
                      <a:pt x="151291" y="153108"/>
                      <a:pt x="147242" y="178471"/>
                    </a:cubicBezTo>
                    <a:close/>
                    <a:moveTo>
                      <a:pt x="56595" y="300475"/>
                    </a:moveTo>
                    <a:cubicBezTo>
                      <a:pt x="46629" y="283302"/>
                      <a:pt x="31749" y="269503"/>
                      <a:pt x="13868" y="260853"/>
                    </a:cubicBezTo>
                    <a:cubicBezTo>
                      <a:pt x="8906" y="234891"/>
                      <a:pt x="8465" y="208268"/>
                      <a:pt x="12566" y="182156"/>
                    </a:cubicBezTo>
                    <a:cubicBezTo>
                      <a:pt x="21773" y="189108"/>
                      <a:pt x="31154" y="195786"/>
                      <a:pt x="39863" y="203416"/>
                    </a:cubicBezTo>
                    <a:cubicBezTo>
                      <a:pt x="49510" y="211950"/>
                      <a:pt x="58560" y="221134"/>
                      <a:pt x="66952" y="230904"/>
                    </a:cubicBezTo>
                    <a:cubicBezTo>
                      <a:pt x="65126" y="241485"/>
                      <a:pt x="63413" y="252086"/>
                      <a:pt x="61812" y="262707"/>
                    </a:cubicBezTo>
                    <a:cubicBezTo>
                      <a:pt x="59931" y="275235"/>
                      <a:pt x="58192" y="287824"/>
                      <a:pt x="56595" y="300475"/>
                    </a:cubicBezTo>
                    <a:close/>
                    <a:moveTo>
                      <a:pt x="144139" y="86133"/>
                    </a:moveTo>
                    <a:cubicBezTo>
                      <a:pt x="127555" y="93824"/>
                      <a:pt x="112700" y="104790"/>
                      <a:pt x="100469" y="118370"/>
                    </a:cubicBezTo>
                    <a:cubicBezTo>
                      <a:pt x="108542" y="85591"/>
                      <a:pt x="117812" y="53132"/>
                      <a:pt x="125897" y="20364"/>
                    </a:cubicBezTo>
                    <a:cubicBezTo>
                      <a:pt x="133165" y="41941"/>
                      <a:pt x="139255" y="63896"/>
                      <a:pt x="144139" y="86133"/>
                    </a:cubicBezTo>
                    <a:close/>
                    <a:moveTo>
                      <a:pt x="65804" y="76300"/>
                    </a:moveTo>
                    <a:cubicBezTo>
                      <a:pt x="84241" y="58221"/>
                      <a:pt x="105613" y="42927"/>
                      <a:pt x="121003" y="22307"/>
                    </a:cubicBezTo>
                    <a:cubicBezTo>
                      <a:pt x="107473" y="58183"/>
                      <a:pt x="96336" y="94915"/>
                      <a:pt x="87666" y="132263"/>
                    </a:cubicBezTo>
                    <a:cubicBezTo>
                      <a:pt x="87584" y="132591"/>
                      <a:pt x="87514" y="132923"/>
                      <a:pt x="87432" y="133251"/>
                    </a:cubicBezTo>
                    <a:cubicBezTo>
                      <a:pt x="76294" y="118978"/>
                      <a:pt x="63915" y="105717"/>
                      <a:pt x="50439" y="93622"/>
                    </a:cubicBezTo>
                    <a:cubicBezTo>
                      <a:pt x="55172" y="87515"/>
                      <a:pt x="60305" y="81728"/>
                      <a:pt x="65804" y="76300"/>
                    </a:cubicBezTo>
                    <a:close/>
                    <a:moveTo>
                      <a:pt x="48307" y="96352"/>
                    </a:moveTo>
                    <a:cubicBezTo>
                      <a:pt x="61689" y="109972"/>
                      <a:pt x="74264" y="124362"/>
                      <a:pt x="85969" y="139446"/>
                    </a:cubicBezTo>
                    <a:cubicBezTo>
                      <a:pt x="79182" y="167289"/>
                      <a:pt x="73289" y="195323"/>
                      <a:pt x="68290" y="223548"/>
                    </a:cubicBezTo>
                    <a:cubicBezTo>
                      <a:pt x="52706" y="205079"/>
                      <a:pt x="34146" y="189340"/>
                      <a:pt x="13374" y="176979"/>
                    </a:cubicBezTo>
                    <a:cubicBezTo>
                      <a:pt x="14192" y="172636"/>
                      <a:pt x="15150" y="168314"/>
                      <a:pt x="16249" y="164012"/>
                    </a:cubicBezTo>
                    <a:cubicBezTo>
                      <a:pt x="22394" y="139577"/>
                      <a:pt x="33286" y="116587"/>
                      <a:pt x="48307" y="96352"/>
                    </a:cubicBezTo>
                    <a:close/>
                    <a:moveTo>
                      <a:pt x="15571" y="269594"/>
                    </a:moveTo>
                    <a:cubicBezTo>
                      <a:pt x="15406" y="268851"/>
                      <a:pt x="15293" y="268099"/>
                      <a:pt x="15135" y="267355"/>
                    </a:cubicBezTo>
                    <a:cubicBezTo>
                      <a:pt x="31902" y="277968"/>
                      <a:pt x="45655" y="292712"/>
                      <a:pt x="55074" y="310169"/>
                    </a:cubicBezTo>
                    <a:cubicBezTo>
                      <a:pt x="55148" y="310313"/>
                      <a:pt x="55287" y="310381"/>
                      <a:pt x="55381" y="310503"/>
                    </a:cubicBezTo>
                    <a:cubicBezTo>
                      <a:pt x="53499" y="325938"/>
                      <a:pt x="51792" y="341420"/>
                      <a:pt x="50387" y="356956"/>
                    </a:cubicBezTo>
                    <a:cubicBezTo>
                      <a:pt x="34895" y="329536"/>
                      <a:pt x="23184" y="300150"/>
                      <a:pt x="15571" y="269594"/>
                    </a:cubicBezTo>
                    <a:close/>
                    <a:moveTo>
                      <a:pt x="62302" y="362571"/>
                    </a:moveTo>
                    <a:cubicBezTo>
                      <a:pt x="63627" y="343058"/>
                      <a:pt x="65361" y="323549"/>
                      <a:pt x="67504" y="304044"/>
                    </a:cubicBezTo>
                    <a:cubicBezTo>
                      <a:pt x="80158" y="293686"/>
                      <a:pt x="94844" y="286093"/>
                      <a:pt x="110614" y="281754"/>
                    </a:cubicBezTo>
                    <a:cubicBezTo>
                      <a:pt x="96108" y="309616"/>
                      <a:pt x="79210" y="336362"/>
                      <a:pt x="62302" y="362571"/>
                    </a:cubicBezTo>
                    <a:close/>
                    <a:moveTo>
                      <a:pt x="114124" y="274772"/>
                    </a:moveTo>
                    <a:cubicBezTo>
                      <a:pt x="97579" y="278329"/>
                      <a:pt x="81988" y="285388"/>
                      <a:pt x="68403" y="295473"/>
                    </a:cubicBezTo>
                    <a:cubicBezTo>
                      <a:pt x="69636" y="284824"/>
                      <a:pt x="71005" y="274171"/>
                      <a:pt x="72512" y="263515"/>
                    </a:cubicBezTo>
                    <a:cubicBezTo>
                      <a:pt x="74168" y="251879"/>
                      <a:pt x="75972" y="240265"/>
                      <a:pt x="77925" y="228673"/>
                    </a:cubicBezTo>
                    <a:cubicBezTo>
                      <a:pt x="97627" y="209762"/>
                      <a:pt x="120801" y="194834"/>
                      <a:pt x="146171" y="184710"/>
                    </a:cubicBezTo>
                    <a:cubicBezTo>
                      <a:pt x="145246" y="189697"/>
                      <a:pt x="144219" y="194675"/>
                      <a:pt x="142980" y="199630"/>
                    </a:cubicBezTo>
                    <a:cubicBezTo>
                      <a:pt x="136156" y="225662"/>
                      <a:pt x="126479" y="250862"/>
                      <a:pt x="114124" y="274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7" name="Google Shape;687;p11"/>
            <p:cNvGrpSpPr/>
            <p:nvPr/>
          </p:nvGrpSpPr>
          <p:grpSpPr>
            <a:xfrm rot="-628100">
              <a:off x="-71568" y="4733703"/>
              <a:ext cx="1472605" cy="465482"/>
              <a:chOff x="-214172" y="5156855"/>
              <a:chExt cx="1683830" cy="532260"/>
            </a:xfrm>
          </p:grpSpPr>
          <p:sp>
            <p:nvSpPr>
              <p:cNvPr id="688" name="Google Shape;688;p11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1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11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1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1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11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11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1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1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1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11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1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1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1" name="Google Shape;701;p11"/>
            <p:cNvGrpSpPr/>
            <p:nvPr/>
          </p:nvGrpSpPr>
          <p:grpSpPr>
            <a:xfrm rot="-1409475">
              <a:off x="-309988" y="4663970"/>
              <a:ext cx="736671" cy="585689"/>
              <a:chOff x="969638" y="5223655"/>
              <a:chExt cx="736688" cy="585703"/>
            </a:xfrm>
          </p:grpSpPr>
          <p:sp>
            <p:nvSpPr>
              <p:cNvPr id="702" name="Google Shape;702;p11"/>
              <p:cNvSpPr/>
              <p:nvPr/>
            </p:nvSpPr>
            <p:spPr>
              <a:xfrm rot="-1596821" flipH="1">
                <a:off x="1058432" y="5563427"/>
                <a:ext cx="179241" cy="189847"/>
              </a:xfrm>
              <a:custGeom>
                <a:avLst/>
                <a:gdLst/>
                <a:ahLst/>
                <a:cxnLst/>
                <a:rect l="l" t="t" r="r" b="b"/>
                <a:pathLst>
                  <a:path w="136093" h="144146" extrusionOk="0">
                    <a:moveTo>
                      <a:pt x="136094" y="143067"/>
                    </a:moveTo>
                    <a:cubicBezTo>
                      <a:pt x="99855" y="88789"/>
                      <a:pt x="55346" y="40517"/>
                      <a:pt x="4182" y="0"/>
                    </a:cubicBezTo>
                    <a:lnTo>
                      <a:pt x="0" y="5317"/>
                    </a:lnTo>
                    <a:cubicBezTo>
                      <a:pt x="14712" y="39165"/>
                      <a:pt x="33198" y="71245"/>
                      <a:pt x="55106" y="100948"/>
                    </a:cubicBezTo>
                    <a:lnTo>
                      <a:pt x="54977" y="100996"/>
                    </a:lnTo>
                    <a:cubicBezTo>
                      <a:pt x="81680" y="115169"/>
                      <a:pt x="108223" y="129698"/>
                      <a:pt x="134588" y="1441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1"/>
              <p:cNvSpPr/>
              <p:nvPr/>
            </p:nvSpPr>
            <p:spPr>
              <a:xfrm rot="-1596821" flipH="1">
                <a:off x="1125659" y="5453894"/>
                <a:ext cx="183632" cy="200585"/>
              </a:xfrm>
              <a:custGeom>
                <a:avLst/>
                <a:gdLst/>
                <a:ahLst/>
                <a:cxnLst/>
                <a:rect l="l" t="t" r="r" b="b"/>
                <a:pathLst>
                  <a:path w="139427" h="152299" extrusionOk="0">
                    <a:moveTo>
                      <a:pt x="0" y="3254"/>
                    </a:moveTo>
                    <a:cubicBezTo>
                      <a:pt x="12220" y="39116"/>
                      <a:pt x="29451" y="73069"/>
                      <a:pt x="51181" y="104105"/>
                    </a:cubicBezTo>
                    <a:cubicBezTo>
                      <a:pt x="49667" y="104379"/>
                      <a:pt x="48112" y="104741"/>
                      <a:pt x="46598" y="105015"/>
                    </a:cubicBezTo>
                    <a:cubicBezTo>
                      <a:pt x="77796" y="120003"/>
                      <a:pt x="108705" y="135982"/>
                      <a:pt x="139299" y="152300"/>
                    </a:cubicBezTo>
                    <a:lnTo>
                      <a:pt x="139428" y="152252"/>
                    </a:lnTo>
                    <a:cubicBezTo>
                      <a:pt x="117519" y="122549"/>
                      <a:pt x="99034" y="90469"/>
                      <a:pt x="84322" y="56620"/>
                    </a:cubicBezTo>
                    <a:lnTo>
                      <a:pt x="88504" y="51304"/>
                    </a:lnTo>
                    <a:cubicBezTo>
                      <a:pt x="80231" y="44922"/>
                      <a:pt x="71620" y="38815"/>
                      <a:pt x="62824" y="32997"/>
                    </a:cubicBezTo>
                    <a:cubicBezTo>
                      <a:pt x="43381" y="20192"/>
                      <a:pt x="22834" y="9149"/>
                      <a:pt x="1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1"/>
              <p:cNvSpPr/>
              <p:nvPr/>
            </p:nvSpPr>
            <p:spPr>
              <a:xfrm rot="-1596821" flipH="1">
                <a:off x="1207464" y="5371251"/>
                <a:ext cx="192823" cy="172109"/>
              </a:xfrm>
              <a:custGeom>
                <a:avLst/>
                <a:gdLst/>
                <a:ahLst/>
                <a:cxnLst/>
                <a:rect l="l" t="t" r="r" b="b"/>
                <a:pathLst>
                  <a:path w="146406" h="130678" extrusionOk="0">
                    <a:moveTo>
                      <a:pt x="0" y="0"/>
                    </a:moveTo>
                    <a:cubicBezTo>
                      <a:pt x="8739" y="32739"/>
                      <a:pt x="25576" y="62753"/>
                      <a:pt x="48960" y="87277"/>
                    </a:cubicBezTo>
                    <a:cubicBezTo>
                      <a:pt x="47994" y="87639"/>
                      <a:pt x="47027" y="88001"/>
                      <a:pt x="46084" y="88428"/>
                    </a:cubicBezTo>
                    <a:cubicBezTo>
                      <a:pt x="78378" y="101242"/>
                      <a:pt x="110270" y="115529"/>
                      <a:pt x="141823" y="130678"/>
                    </a:cubicBezTo>
                    <a:cubicBezTo>
                      <a:pt x="143338" y="130404"/>
                      <a:pt x="144892" y="130042"/>
                      <a:pt x="146407" y="129768"/>
                    </a:cubicBezTo>
                    <a:cubicBezTo>
                      <a:pt x="124677" y="98733"/>
                      <a:pt x="107446" y="64780"/>
                      <a:pt x="95225" y="28918"/>
                    </a:cubicBezTo>
                    <a:lnTo>
                      <a:pt x="96651" y="25663"/>
                    </a:lnTo>
                    <a:cubicBezTo>
                      <a:pt x="65904" y="12308"/>
                      <a:pt x="33322" y="3657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1"/>
              <p:cNvSpPr/>
              <p:nvPr/>
            </p:nvSpPr>
            <p:spPr>
              <a:xfrm rot="-1596821" flipH="1">
                <a:off x="1309885" y="5317969"/>
                <a:ext cx="178519" cy="118664"/>
              </a:xfrm>
              <a:custGeom>
                <a:avLst/>
                <a:gdLst/>
                <a:ahLst/>
                <a:cxnLst/>
                <a:rect l="l" t="t" r="r" b="b"/>
                <a:pathLst>
                  <a:path w="135545" h="90099" extrusionOk="0">
                    <a:moveTo>
                      <a:pt x="379" y="7597"/>
                    </a:moveTo>
                    <a:cubicBezTo>
                      <a:pt x="5741" y="25993"/>
                      <a:pt x="16161" y="42513"/>
                      <a:pt x="30453" y="55276"/>
                    </a:cubicBezTo>
                    <a:cubicBezTo>
                      <a:pt x="65113" y="65082"/>
                      <a:pt x="99232" y="76706"/>
                      <a:pt x="132670" y="90100"/>
                    </a:cubicBezTo>
                    <a:cubicBezTo>
                      <a:pt x="133612" y="89673"/>
                      <a:pt x="134579" y="89311"/>
                      <a:pt x="135546" y="88948"/>
                    </a:cubicBezTo>
                    <a:cubicBezTo>
                      <a:pt x="112161" y="64425"/>
                      <a:pt x="95324" y="34411"/>
                      <a:pt x="86585" y="1672"/>
                    </a:cubicBezTo>
                    <a:cubicBezTo>
                      <a:pt x="65977" y="-587"/>
                      <a:pt x="45181" y="-557"/>
                      <a:pt x="24579" y="1760"/>
                    </a:cubicBezTo>
                    <a:cubicBezTo>
                      <a:pt x="16338" y="2718"/>
                      <a:pt x="8153" y="4022"/>
                      <a:pt x="0" y="5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1"/>
              <p:cNvSpPr/>
              <p:nvPr/>
            </p:nvSpPr>
            <p:spPr>
              <a:xfrm rot="-1596821" flipH="1">
                <a:off x="1426194" y="5271088"/>
                <a:ext cx="153660" cy="65415"/>
              </a:xfrm>
              <a:custGeom>
                <a:avLst/>
                <a:gdLst/>
                <a:ahLst/>
                <a:cxnLst/>
                <a:rect l="l" t="t" r="r" b="b"/>
                <a:pathLst>
                  <a:path w="116670" h="49668" extrusionOk="0">
                    <a:moveTo>
                      <a:pt x="0" y="25115"/>
                    </a:moveTo>
                    <a:lnTo>
                      <a:pt x="410" y="26210"/>
                    </a:lnTo>
                    <a:cubicBezTo>
                      <a:pt x="39711" y="31018"/>
                      <a:pt x="78581" y="38861"/>
                      <a:pt x="116671" y="49669"/>
                    </a:cubicBezTo>
                    <a:cubicBezTo>
                      <a:pt x="102379" y="36905"/>
                      <a:pt x="91959" y="20385"/>
                      <a:pt x="86596" y="1990"/>
                    </a:cubicBezTo>
                    <a:lnTo>
                      <a:pt x="86218" y="0"/>
                    </a:lnTo>
                    <a:cubicBezTo>
                      <a:pt x="56940" y="6398"/>
                      <a:pt x="28134" y="14789"/>
                      <a:pt x="0" y="251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1"/>
              <p:cNvSpPr/>
              <p:nvPr/>
            </p:nvSpPr>
            <p:spPr>
              <a:xfrm rot="-1596821" flipH="1">
                <a:off x="1440721" y="5299409"/>
                <a:ext cx="160673" cy="72379"/>
              </a:xfrm>
              <a:custGeom>
                <a:avLst/>
                <a:gdLst/>
                <a:ahLst/>
                <a:cxnLst/>
                <a:rect l="l" t="t" r="r" b="b"/>
                <a:pathLst>
                  <a:path w="121995" h="54956" extrusionOk="0">
                    <a:moveTo>
                      <a:pt x="4519" y="1095"/>
                    </a:moveTo>
                    <a:lnTo>
                      <a:pt x="4109" y="0"/>
                    </a:lnTo>
                    <a:cubicBezTo>
                      <a:pt x="2731" y="443"/>
                      <a:pt x="1378" y="950"/>
                      <a:pt x="0" y="1393"/>
                    </a:cubicBezTo>
                    <a:cubicBezTo>
                      <a:pt x="18453" y="19247"/>
                      <a:pt x="36907" y="37102"/>
                      <a:pt x="55361" y="54956"/>
                    </a:cubicBezTo>
                    <a:lnTo>
                      <a:pt x="57125" y="53192"/>
                    </a:lnTo>
                    <a:cubicBezTo>
                      <a:pt x="76552" y="39515"/>
                      <a:pt x="98664" y="30125"/>
                      <a:pt x="121996" y="25642"/>
                    </a:cubicBezTo>
                    <a:cubicBezTo>
                      <a:pt x="121570" y="25303"/>
                      <a:pt x="121164" y="24939"/>
                      <a:pt x="120779" y="24554"/>
                    </a:cubicBezTo>
                    <a:cubicBezTo>
                      <a:pt x="82689" y="13746"/>
                      <a:pt x="43820" y="5903"/>
                      <a:pt x="4519" y="10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1"/>
              <p:cNvSpPr/>
              <p:nvPr/>
            </p:nvSpPr>
            <p:spPr>
              <a:xfrm rot="-1596821" flipH="1">
                <a:off x="1343470" y="5371878"/>
                <a:ext cx="220781" cy="118513"/>
              </a:xfrm>
              <a:custGeom>
                <a:avLst/>
                <a:gdLst/>
                <a:ahLst/>
                <a:cxnLst/>
                <a:rect l="l" t="t" r="r" b="b"/>
                <a:pathLst>
                  <a:path w="167634" h="89984" extrusionOk="0">
                    <a:moveTo>
                      <a:pt x="0" y="30402"/>
                    </a:moveTo>
                    <a:cubicBezTo>
                      <a:pt x="6798" y="36968"/>
                      <a:pt x="13596" y="43535"/>
                      <a:pt x="20395" y="50102"/>
                    </a:cubicBezTo>
                    <a:cubicBezTo>
                      <a:pt x="34330" y="63549"/>
                      <a:pt x="48312" y="77125"/>
                      <a:pt x="62836" y="89985"/>
                    </a:cubicBezTo>
                    <a:lnTo>
                      <a:pt x="65970" y="86384"/>
                    </a:lnTo>
                    <a:cubicBezTo>
                      <a:pt x="97964" y="65692"/>
                      <a:pt x="132038" y="48411"/>
                      <a:pt x="167635" y="34824"/>
                    </a:cubicBezTo>
                    <a:cubicBezTo>
                      <a:pt x="134197" y="21430"/>
                      <a:pt x="100078" y="9806"/>
                      <a:pt x="65418" y="0"/>
                    </a:cubicBezTo>
                    <a:cubicBezTo>
                      <a:pt x="65802" y="386"/>
                      <a:pt x="66209" y="749"/>
                      <a:pt x="66634" y="1088"/>
                    </a:cubicBezTo>
                    <a:cubicBezTo>
                      <a:pt x="43303" y="5571"/>
                      <a:pt x="21191" y="14962"/>
                      <a:pt x="1764" y="286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1"/>
              <p:cNvSpPr/>
              <p:nvPr/>
            </p:nvSpPr>
            <p:spPr>
              <a:xfrm rot="-1596821" flipH="1">
                <a:off x="1253458" y="5458459"/>
                <a:ext cx="264116" cy="138315"/>
              </a:xfrm>
              <a:custGeom>
                <a:avLst/>
                <a:gdLst/>
                <a:ahLst/>
                <a:cxnLst/>
                <a:rect l="l" t="t" r="r" b="b"/>
                <a:pathLst>
                  <a:path w="200537" h="105019" extrusionOk="0">
                    <a:moveTo>
                      <a:pt x="67059" y="104633"/>
                    </a:moveTo>
                    <a:cubicBezTo>
                      <a:pt x="67324" y="104754"/>
                      <a:pt x="67526" y="104900"/>
                      <a:pt x="67792" y="105020"/>
                    </a:cubicBezTo>
                    <a:lnTo>
                      <a:pt x="70588" y="99929"/>
                    </a:lnTo>
                    <a:cubicBezTo>
                      <a:pt x="109297" y="71659"/>
                      <a:pt x="153605" y="51993"/>
                      <a:pt x="200538" y="42250"/>
                    </a:cubicBezTo>
                    <a:cubicBezTo>
                      <a:pt x="168984" y="27101"/>
                      <a:pt x="137093" y="12814"/>
                      <a:pt x="104799" y="0"/>
                    </a:cubicBezTo>
                    <a:cubicBezTo>
                      <a:pt x="69202" y="13587"/>
                      <a:pt x="35128" y="30868"/>
                      <a:pt x="3134" y="51560"/>
                    </a:cubicBezTo>
                    <a:lnTo>
                      <a:pt x="0" y="55161"/>
                    </a:lnTo>
                    <a:cubicBezTo>
                      <a:pt x="20576" y="73933"/>
                      <a:pt x="43050" y="90513"/>
                      <a:pt x="67059" y="1046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1"/>
              <p:cNvSpPr/>
              <p:nvPr/>
            </p:nvSpPr>
            <p:spPr>
              <a:xfrm rot="-1596821" flipH="1">
                <a:off x="1165962" y="5555752"/>
                <a:ext cx="296922" cy="131348"/>
              </a:xfrm>
              <a:custGeom>
                <a:avLst/>
                <a:gdLst/>
                <a:ahLst/>
                <a:cxnLst/>
                <a:rect l="l" t="t" r="r" b="b"/>
                <a:pathLst>
                  <a:path w="225446" h="99729" extrusionOk="0">
                    <a:moveTo>
                      <a:pt x="2796" y="57679"/>
                    </a:moveTo>
                    <a:lnTo>
                      <a:pt x="0" y="62769"/>
                    </a:lnTo>
                    <a:cubicBezTo>
                      <a:pt x="34956" y="82034"/>
                      <a:pt x="73215" y="94571"/>
                      <a:pt x="112793" y="99730"/>
                    </a:cubicBezTo>
                    <a:lnTo>
                      <a:pt x="113560" y="94517"/>
                    </a:lnTo>
                    <a:cubicBezTo>
                      <a:pt x="147859" y="72450"/>
                      <a:pt x="185710" y="56472"/>
                      <a:pt x="225447" y="47285"/>
                    </a:cubicBezTo>
                    <a:cubicBezTo>
                      <a:pt x="194852" y="30967"/>
                      <a:pt x="163944" y="14988"/>
                      <a:pt x="132746" y="0"/>
                    </a:cubicBezTo>
                    <a:cubicBezTo>
                      <a:pt x="85813" y="9743"/>
                      <a:pt x="41506" y="29409"/>
                      <a:pt x="2796" y="576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1"/>
              <p:cNvSpPr/>
              <p:nvPr/>
            </p:nvSpPr>
            <p:spPr>
              <a:xfrm rot="-1596821" flipH="1">
                <a:off x="1089852" y="5670932"/>
                <a:ext cx="253219" cy="74784"/>
              </a:xfrm>
              <a:custGeom>
                <a:avLst/>
                <a:gdLst/>
                <a:ahLst/>
                <a:cxnLst/>
                <a:rect l="l" t="t" r="r" b="b"/>
                <a:pathLst>
                  <a:path w="192263" h="56782" extrusionOk="0">
                    <a:moveTo>
                      <a:pt x="766" y="47232"/>
                    </a:moveTo>
                    <a:lnTo>
                      <a:pt x="0" y="52445"/>
                    </a:lnTo>
                    <a:cubicBezTo>
                      <a:pt x="62997" y="61468"/>
                      <a:pt x="129402" y="55467"/>
                      <a:pt x="192264" y="43150"/>
                    </a:cubicBezTo>
                    <a:cubicBezTo>
                      <a:pt x="165899" y="28703"/>
                      <a:pt x="139356" y="14174"/>
                      <a:pt x="112654" y="0"/>
                    </a:cubicBezTo>
                    <a:cubicBezTo>
                      <a:pt x="72917" y="9187"/>
                      <a:pt x="35066" y="25166"/>
                      <a:pt x="766" y="472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1"/>
              <p:cNvSpPr/>
              <p:nvPr/>
            </p:nvSpPr>
            <p:spPr>
              <a:xfrm rot="-1596821" flipH="1">
                <a:off x="1007020" y="5354782"/>
                <a:ext cx="661924" cy="323449"/>
              </a:xfrm>
              <a:custGeom>
                <a:avLst/>
                <a:gdLst/>
                <a:ahLst/>
                <a:cxnLst/>
                <a:rect l="l" t="t" r="r" b="b"/>
                <a:pathLst>
                  <a:path w="502583" h="245587" extrusionOk="0">
                    <a:moveTo>
                      <a:pt x="502177" y="229102"/>
                    </a:moveTo>
                    <a:cubicBezTo>
                      <a:pt x="501327" y="227808"/>
                      <a:pt x="500440" y="226522"/>
                      <a:pt x="499580" y="225231"/>
                    </a:cubicBezTo>
                    <a:cubicBezTo>
                      <a:pt x="499349" y="224662"/>
                      <a:pt x="499003" y="224147"/>
                      <a:pt x="498564" y="223718"/>
                    </a:cubicBezTo>
                    <a:cubicBezTo>
                      <a:pt x="417542" y="102792"/>
                      <a:pt x="290523" y="-7539"/>
                      <a:pt x="136113" y="404"/>
                    </a:cubicBezTo>
                    <a:cubicBezTo>
                      <a:pt x="90231" y="2765"/>
                      <a:pt x="46456" y="17168"/>
                      <a:pt x="3292" y="31843"/>
                    </a:cubicBezTo>
                    <a:cubicBezTo>
                      <a:pt x="859" y="32562"/>
                      <a:pt x="-530" y="35118"/>
                      <a:pt x="190" y="37550"/>
                    </a:cubicBezTo>
                    <a:cubicBezTo>
                      <a:pt x="399" y="38258"/>
                      <a:pt x="776" y="38905"/>
                      <a:pt x="1288" y="39436"/>
                    </a:cubicBezTo>
                    <a:cubicBezTo>
                      <a:pt x="30586" y="67948"/>
                      <a:pt x="59753" y="96604"/>
                      <a:pt x="89240" y="124921"/>
                    </a:cubicBezTo>
                    <a:cubicBezTo>
                      <a:pt x="115493" y="151448"/>
                      <a:pt x="144357" y="175256"/>
                      <a:pt x="175392" y="195985"/>
                    </a:cubicBezTo>
                    <a:cubicBezTo>
                      <a:pt x="235550" y="233978"/>
                      <a:pt x="307348" y="246942"/>
                      <a:pt x="377649" y="245478"/>
                    </a:cubicBezTo>
                    <a:cubicBezTo>
                      <a:pt x="417728" y="244970"/>
                      <a:pt x="457639" y="240204"/>
                      <a:pt x="496710" y="231260"/>
                    </a:cubicBezTo>
                    <a:cubicBezTo>
                      <a:pt x="497021" y="231137"/>
                      <a:pt x="497316" y="230979"/>
                      <a:pt x="497590" y="230788"/>
                    </a:cubicBezTo>
                    <a:cubicBezTo>
                      <a:pt x="497757" y="231023"/>
                      <a:pt x="497936" y="231249"/>
                      <a:pt x="498102" y="231484"/>
                    </a:cubicBezTo>
                    <a:cubicBezTo>
                      <a:pt x="499846" y="233903"/>
                      <a:pt x="503870" y="231678"/>
                      <a:pt x="502177" y="229102"/>
                    </a:cubicBezTo>
                    <a:close/>
                    <a:moveTo>
                      <a:pt x="419317" y="136112"/>
                    </a:moveTo>
                    <a:cubicBezTo>
                      <a:pt x="444096" y="161981"/>
                      <a:pt x="467170" y="189432"/>
                      <a:pt x="488393" y="218290"/>
                    </a:cubicBezTo>
                    <a:cubicBezTo>
                      <a:pt x="464694" y="206402"/>
                      <a:pt x="441273" y="193979"/>
                      <a:pt x="417884" y="181492"/>
                    </a:cubicBezTo>
                    <a:cubicBezTo>
                      <a:pt x="407147" y="166911"/>
                      <a:pt x="397209" y="151758"/>
                      <a:pt x="388114" y="136099"/>
                    </a:cubicBezTo>
                    <a:cubicBezTo>
                      <a:pt x="383606" y="128309"/>
                      <a:pt x="379292" y="120411"/>
                      <a:pt x="375171" y="112405"/>
                    </a:cubicBezTo>
                    <a:cubicBezTo>
                      <a:pt x="371411" y="103776"/>
                      <a:pt x="366994" y="95447"/>
                      <a:pt x="361959" y="87494"/>
                    </a:cubicBezTo>
                    <a:cubicBezTo>
                      <a:pt x="361601" y="86926"/>
                      <a:pt x="360850" y="86755"/>
                      <a:pt x="360282" y="87113"/>
                    </a:cubicBezTo>
                    <a:cubicBezTo>
                      <a:pt x="359840" y="87391"/>
                      <a:pt x="359625" y="87919"/>
                      <a:pt x="359747" y="88427"/>
                    </a:cubicBezTo>
                    <a:lnTo>
                      <a:pt x="359747" y="88427"/>
                    </a:lnTo>
                    <a:cubicBezTo>
                      <a:pt x="361971" y="96906"/>
                      <a:pt x="365272" y="105065"/>
                      <a:pt x="369571" y="112705"/>
                    </a:cubicBezTo>
                    <a:cubicBezTo>
                      <a:pt x="373734" y="121169"/>
                      <a:pt x="378150" y="129502"/>
                      <a:pt x="382822" y="137702"/>
                    </a:cubicBezTo>
                    <a:cubicBezTo>
                      <a:pt x="390336" y="150809"/>
                      <a:pt x="398599" y="163458"/>
                      <a:pt x="407267" y="175827"/>
                    </a:cubicBezTo>
                    <a:cubicBezTo>
                      <a:pt x="381820" y="162250"/>
                      <a:pt x="356309" y="148789"/>
                      <a:pt x="330400" y="136075"/>
                    </a:cubicBezTo>
                    <a:cubicBezTo>
                      <a:pt x="330507" y="135646"/>
                      <a:pt x="330505" y="135196"/>
                      <a:pt x="330393" y="134767"/>
                    </a:cubicBezTo>
                    <a:cubicBezTo>
                      <a:pt x="330332" y="134553"/>
                      <a:pt x="330245" y="134346"/>
                      <a:pt x="330134" y="134153"/>
                    </a:cubicBezTo>
                    <a:cubicBezTo>
                      <a:pt x="309702" y="103444"/>
                      <a:pt x="292582" y="70657"/>
                      <a:pt x="279059" y="36340"/>
                    </a:cubicBezTo>
                    <a:cubicBezTo>
                      <a:pt x="331771" y="60306"/>
                      <a:pt x="379387" y="94178"/>
                      <a:pt x="419316" y="136112"/>
                    </a:cubicBezTo>
                    <a:close/>
                    <a:moveTo>
                      <a:pt x="275132" y="34628"/>
                    </a:moveTo>
                    <a:cubicBezTo>
                      <a:pt x="275126" y="34804"/>
                      <a:pt x="275021" y="34925"/>
                      <a:pt x="275077" y="35130"/>
                    </a:cubicBezTo>
                    <a:lnTo>
                      <a:pt x="275077" y="35130"/>
                    </a:lnTo>
                    <a:cubicBezTo>
                      <a:pt x="285475" y="69749"/>
                      <a:pt x="301359" y="102477"/>
                      <a:pt x="322123" y="132066"/>
                    </a:cubicBezTo>
                    <a:cubicBezTo>
                      <a:pt x="318962" y="130542"/>
                      <a:pt x="315824" y="128975"/>
                      <a:pt x="312649" y="127478"/>
                    </a:cubicBezTo>
                    <a:cubicBezTo>
                      <a:pt x="286808" y="114897"/>
                      <a:pt x="260526" y="103325"/>
                      <a:pt x="233805" y="92761"/>
                    </a:cubicBezTo>
                    <a:cubicBezTo>
                      <a:pt x="233809" y="92513"/>
                      <a:pt x="233786" y="92266"/>
                      <a:pt x="233736" y="92023"/>
                    </a:cubicBezTo>
                    <a:cubicBezTo>
                      <a:pt x="233571" y="91474"/>
                      <a:pt x="233278" y="90972"/>
                      <a:pt x="232883" y="90557"/>
                    </a:cubicBezTo>
                    <a:cubicBezTo>
                      <a:pt x="221151" y="78225"/>
                      <a:pt x="210987" y="64492"/>
                      <a:pt x="202621" y="49670"/>
                    </a:cubicBezTo>
                    <a:cubicBezTo>
                      <a:pt x="198766" y="42844"/>
                      <a:pt x="195266" y="35769"/>
                      <a:pt x="192100" y="28598"/>
                    </a:cubicBezTo>
                    <a:cubicBezTo>
                      <a:pt x="189467" y="22634"/>
                      <a:pt x="187436" y="16351"/>
                      <a:pt x="184937" y="10314"/>
                    </a:cubicBezTo>
                    <a:cubicBezTo>
                      <a:pt x="201166" y="12157"/>
                      <a:pt x="217215" y="15334"/>
                      <a:pt x="232922" y="19810"/>
                    </a:cubicBezTo>
                    <a:cubicBezTo>
                      <a:pt x="247296" y="23838"/>
                      <a:pt x="261395" y="28787"/>
                      <a:pt x="275132" y="34628"/>
                    </a:cubicBezTo>
                    <a:close/>
                    <a:moveTo>
                      <a:pt x="180670" y="9818"/>
                    </a:moveTo>
                    <a:cubicBezTo>
                      <a:pt x="183331" y="25107"/>
                      <a:pt x="188815" y="39767"/>
                      <a:pt x="196840" y="53049"/>
                    </a:cubicBezTo>
                    <a:cubicBezTo>
                      <a:pt x="203595" y="65341"/>
                      <a:pt x="211582" y="76914"/>
                      <a:pt x="220678" y="87591"/>
                    </a:cubicBezTo>
                    <a:cubicBezTo>
                      <a:pt x="189654" y="75709"/>
                      <a:pt x="158142" y="65191"/>
                      <a:pt x="126143" y="56038"/>
                    </a:cubicBezTo>
                    <a:cubicBezTo>
                      <a:pt x="113755" y="44034"/>
                      <a:pt x="104108" y="29494"/>
                      <a:pt x="97863" y="13415"/>
                    </a:cubicBezTo>
                    <a:cubicBezTo>
                      <a:pt x="106084" y="11824"/>
                      <a:pt x="114353" y="10472"/>
                      <a:pt x="122711" y="9605"/>
                    </a:cubicBezTo>
                    <a:cubicBezTo>
                      <a:pt x="141992" y="7791"/>
                      <a:pt x="161403" y="7862"/>
                      <a:pt x="180670" y="9818"/>
                    </a:cubicBezTo>
                    <a:close/>
                    <a:moveTo>
                      <a:pt x="13781" y="38868"/>
                    </a:moveTo>
                    <a:cubicBezTo>
                      <a:pt x="47589" y="44405"/>
                      <a:pt x="81040" y="51608"/>
                      <a:pt x="114134" y="60477"/>
                    </a:cubicBezTo>
                    <a:cubicBezTo>
                      <a:pt x="106328" y="62591"/>
                      <a:pt x="98708" y="65342"/>
                      <a:pt x="91352" y="68701"/>
                    </a:cubicBezTo>
                    <a:cubicBezTo>
                      <a:pt x="85880" y="71245"/>
                      <a:pt x="80667" y="74199"/>
                      <a:pt x="75454" y="77225"/>
                    </a:cubicBezTo>
                    <a:cubicBezTo>
                      <a:pt x="70834" y="79601"/>
                      <a:pt x="66507" y="82505"/>
                      <a:pt x="62557" y="85879"/>
                    </a:cubicBezTo>
                    <a:cubicBezTo>
                      <a:pt x="46296" y="70211"/>
                      <a:pt x="30037" y="54541"/>
                      <a:pt x="13782" y="38868"/>
                    </a:cubicBezTo>
                    <a:close/>
                    <a:moveTo>
                      <a:pt x="21374" y="35193"/>
                    </a:moveTo>
                    <a:cubicBezTo>
                      <a:pt x="45117" y="26633"/>
                      <a:pt x="69382" y="19596"/>
                      <a:pt x="94022" y="14126"/>
                    </a:cubicBezTo>
                    <a:cubicBezTo>
                      <a:pt x="97667" y="28517"/>
                      <a:pt x="104725" y="41819"/>
                      <a:pt x="114598" y="52906"/>
                    </a:cubicBezTo>
                    <a:cubicBezTo>
                      <a:pt x="84013" y="44665"/>
                      <a:pt x="52850" y="38744"/>
                      <a:pt x="21375" y="35193"/>
                    </a:cubicBezTo>
                    <a:close/>
                    <a:moveTo>
                      <a:pt x="64439" y="87683"/>
                    </a:moveTo>
                    <a:cubicBezTo>
                      <a:pt x="68797" y="85391"/>
                      <a:pt x="72892" y="82621"/>
                      <a:pt x="77241" y="80284"/>
                    </a:cubicBezTo>
                    <a:cubicBezTo>
                      <a:pt x="82617" y="77480"/>
                      <a:pt x="88169" y="75027"/>
                      <a:pt x="93862" y="72942"/>
                    </a:cubicBezTo>
                    <a:cubicBezTo>
                      <a:pt x="104195" y="69000"/>
                      <a:pt x="114826" y="65886"/>
                      <a:pt x="125653" y="63631"/>
                    </a:cubicBezTo>
                    <a:cubicBezTo>
                      <a:pt x="152097" y="71042"/>
                      <a:pt x="178234" y="79482"/>
                      <a:pt x="204064" y="88953"/>
                    </a:cubicBezTo>
                    <a:cubicBezTo>
                      <a:pt x="208564" y="90691"/>
                      <a:pt x="212994" y="92597"/>
                      <a:pt x="217478" y="94374"/>
                    </a:cubicBezTo>
                    <a:cubicBezTo>
                      <a:pt x="184713" y="107174"/>
                      <a:pt x="153498" y="123630"/>
                      <a:pt x="124425" y="143430"/>
                    </a:cubicBezTo>
                    <a:cubicBezTo>
                      <a:pt x="124165" y="143623"/>
                      <a:pt x="123939" y="143857"/>
                      <a:pt x="123755" y="144124"/>
                    </a:cubicBezTo>
                    <a:cubicBezTo>
                      <a:pt x="116437" y="137642"/>
                      <a:pt x="109309" y="130948"/>
                      <a:pt x="102371" y="124041"/>
                    </a:cubicBezTo>
                    <a:cubicBezTo>
                      <a:pt x="89669" y="111984"/>
                      <a:pt x="77025" y="99865"/>
                      <a:pt x="64439" y="87683"/>
                    </a:cubicBezTo>
                    <a:close/>
                    <a:moveTo>
                      <a:pt x="127999" y="147691"/>
                    </a:moveTo>
                    <a:cubicBezTo>
                      <a:pt x="144253" y="138132"/>
                      <a:pt x="160228" y="128387"/>
                      <a:pt x="177166" y="120030"/>
                    </a:cubicBezTo>
                    <a:cubicBezTo>
                      <a:pt x="193479" y="111980"/>
                      <a:pt x="210172" y="104865"/>
                      <a:pt x="227111" y="98266"/>
                    </a:cubicBezTo>
                    <a:cubicBezTo>
                      <a:pt x="256280" y="110033"/>
                      <a:pt x="285096" y="122604"/>
                      <a:pt x="313561" y="135980"/>
                    </a:cubicBezTo>
                    <a:cubicBezTo>
                      <a:pt x="269767" y="146501"/>
                      <a:pt x="228479" y="165559"/>
                      <a:pt x="192061" y="192061"/>
                    </a:cubicBezTo>
                    <a:cubicBezTo>
                      <a:pt x="191470" y="192479"/>
                      <a:pt x="191098" y="193141"/>
                      <a:pt x="191050" y="193864"/>
                    </a:cubicBezTo>
                    <a:cubicBezTo>
                      <a:pt x="190440" y="193521"/>
                      <a:pt x="189814" y="193208"/>
                      <a:pt x="189207" y="192861"/>
                    </a:cubicBezTo>
                    <a:cubicBezTo>
                      <a:pt x="167639" y="179452"/>
                      <a:pt x="147171" y="164348"/>
                      <a:pt x="127999" y="147691"/>
                    </a:cubicBezTo>
                    <a:close/>
                    <a:moveTo>
                      <a:pt x="194869" y="195943"/>
                    </a:moveTo>
                    <a:cubicBezTo>
                      <a:pt x="232730" y="168714"/>
                      <a:pt x="275793" y="149574"/>
                      <a:pt x="321374" y="139716"/>
                    </a:cubicBezTo>
                    <a:cubicBezTo>
                      <a:pt x="345174" y="151069"/>
                      <a:pt x="368792" y="162806"/>
                      <a:pt x="392037" y="175279"/>
                    </a:cubicBezTo>
                    <a:cubicBezTo>
                      <a:pt x="397001" y="177879"/>
                      <a:pt x="401974" y="180486"/>
                      <a:pt x="406954" y="183100"/>
                    </a:cubicBezTo>
                    <a:cubicBezTo>
                      <a:pt x="369879" y="192326"/>
                      <a:pt x="334610" y="207692"/>
                      <a:pt x="302607" y="228559"/>
                    </a:cubicBezTo>
                    <a:cubicBezTo>
                      <a:pt x="301815" y="229067"/>
                      <a:pt x="301348" y="229953"/>
                      <a:pt x="301376" y="230894"/>
                    </a:cubicBezTo>
                    <a:cubicBezTo>
                      <a:pt x="295849" y="230074"/>
                      <a:pt x="290320" y="229171"/>
                      <a:pt x="284784" y="228079"/>
                    </a:cubicBezTo>
                    <a:cubicBezTo>
                      <a:pt x="253323" y="222110"/>
                      <a:pt x="222986" y="211267"/>
                      <a:pt x="194869" y="195943"/>
                    </a:cubicBezTo>
                    <a:close/>
                    <a:moveTo>
                      <a:pt x="308010" y="231820"/>
                    </a:moveTo>
                    <a:cubicBezTo>
                      <a:pt x="341011" y="211606"/>
                      <a:pt x="376877" y="196496"/>
                      <a:pt x="414394" y="187001"/>
                    </a:cubicBezTo>
                    <a:cubicBezTo>
                      <a:pt x="437234" y="199010"/>
                      <a:pt x="459996" y="211308"/>
                      <a:pt x="482214" y="224353"/>
                    </a:cubicBezTo>
                    <a:cubicBezTo>
                      <a:pt x="424112" y="232848"/>
                      <a:pt x="366296" y="239380"/>
                      <a:pt x="308010" y="2318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3" name="Google Shape;71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14" name="Google Shape;714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6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13"/>
          <p:cNvGrpSpPr/>
          <p:nvPr/>
        </p:nvGrpSpPr>
        <p:grpSpPr>
          <a:xfrm>
            <a:off x="-396191" y="-1211244"/>
            <a:ext cx="9609944" cy="6765008"/>
            <a:chOff x="-396191" y="-1211244"/>
            <a:chExt cx="9609944" cy="6765008"/>
          </a:xfrm>
        </p:grpSpPr>
        <p:sp>
          <p:nvSpPr>
            <p:cNvPr id="718" name="Google Shape;718;p13"/>
            <p:cNvSpPr/>
            <p:nvPr/>
          </p:nvSpPr>
          <p:spPr>
            <a:xfrm rot="10800000">
              <a:off x="-396191" y="-1211244"/>
              <a:ext cx="3047683" cy="2313454"/>
            </a:xfrm>
            <a:custGeom>
              <a:avLst/>
              <a:gdLst/>
              <a:ahLst/>
              <a:cxnLst/>
              <a:rect l="l" t="t" r="r" b="b"/>
              <a:pathLst>
                <a:path w="3047683" h="2313454" extrusionOk="0">
                  <a:moveTo>
                    <a:pt x="2643224" y="18843"/>
                  </a:moveTo>
                  <a:cubicBezTo>
                    <a:pt x="2552762" y="42901"/>
                    <a:pt x="2468544" y="86138"/>
                    <a:pt x="2396299" y="145614"/>
                  </a:cubicBezTo>
                  <a:cubicBezTo>
                    <a:pt x="2309891" y="215639"/>
                    <a:pt x="2243347" y="302693"/>
                    <a:pt x="2184049" y="396040"/>
                  </a:cubicBezTo>
                  <a:cubicBezTo>
                    <a:pt x="2127546" y="484987"/>
                    <a:pt x="2074763" y="576262"/>
                    <a:pt x="2003589" y="654675"/>
                  </a:cubicBezTo>
                  <a:cubicBezTo>
                    <a:pt x="1962247" y="700221"/>
                    <a:pt x="1913465" y="744078"/>
                    <a:pt x="1850065" y="752175"/>
                  </a:cubicBezTo>
                  <a:cubicBezTo>
                    <a:pt x="1783252" y="760710"/>
                    <a:pt x="1713314" y="737810"/>
                    <a:pt x="1649126" y="722531"/>
                  </a:cubicBezTo>
                  <a:cubicBezTo>
                    <a:pt x="1562516" y="701915"/>
                    <a:pt x="1470528" y="688707"/>
                    <a:pt x="1381689" y="701839"/>
                  </a:cubicBezTo>
                  <a:cubicBezTo>
                    <a:pt x="1317499" y="710990"/>
                    <a:pt x="1257043" y="737529"/>
                    <a:pt x="1206880" y="778575"/>
                  </a:cubicBezTo>
                  <a:cubicBezTo>
                    <a:pt x="1155326" y="821002"/>
                    <a:pt x="1114976" y="875297"/>
                    <a:pt x="1078281" y="930571"/>
                  </a:cubicBezTo>
                  <a:cubicBezTo>
                    <a:pt x="1033397" y="998183"/>
                    <a:pt x="992308" y="1068361"/>
                    <a:pt x="949757" y="1137441"/>
                  </a:cubicBezTo>
                  <a:cubicBezTo>
                    <a:pt x="906751" y="1209357"/>
                    <a:pt x="841212" y="1265102"/>
                    <a:pt x="763290" y="1296043"/>
                  </a:cubicBezTo>
                  <a:cubicBezTo>
                    <a:pt x="690062" y="1324778"/>
                    <a:pt x="611144" y="1333692"/>
                    <a:pt x="534801" y="1350646"/>
                  </a:cubicBezTo>
                  <a:cubicBezTo>
                    <a:pt x="448602" y="1369789"/>
                    <a:pt x="362086" y="1401228"/>
                    <a:pt x="295524" y="1461290"/>
                  </a:cubicBezTo>
                  <a:cubicBezTo>
                    <a:pt x="168004" y="1576355"/>
                    <a:pt x="96013" y="1749801"/>
                    <a:pt x="51839" y="1912049"/>
                  </a:cubicBezTo>
                  <a:cubicBezTo>
                    <a:pt x="16758" y="2040897"/>
                    <a:pt x="-4345" y="2178402"/>
                    <a:pt x="794" y="2313471"/>
                  </a:cubicBezTo>
                  <a:lnTo>
                    <a:pt x="3047711" y="2313471"/>
                  </a:lnTo>
                  <a:lnTo>
                    <a:pt x="3047711" y="44890"/>
                  </a:lnTo>
                  <a:cubicBezTo>
                    <a:pt x="2917836" y="-68"/>
                    <a:pt x="2778005" y="-15777"/>
                    <a:pt x="2643224" y="1884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3"/>
            <p:cNvSpPr/>
            <p:nvPr/>
          </p:nvSpPr>
          <p:spPr>
            <a:xfrm rot="10800000">
              <a:off x="7415512" y="4017374"/>
              <a:ext cx="1798241" cy="1536390"/>
            </a:xfrm>
            <a:custGeom>
              <a:avLst/>
              <a:gdLst/>
              <a:ahLst/>
              <a:cxnLst/>
              <a:rect l="l" t="t" r="r" b="b"/>
              <a:pathLst>
                <a:path w="1798241" h="1536390" extrusionOk="0">
                  <a:moveTo>
                    <a:pt x="1608" y="1474223"/>
                  </a:moveTo>
                  <a:cubicBezTo>
                    <a:pt x="54416" y="1511072"/>
                    <a:pt x="116499" y="1532405"/>
                    <a:pt x="180822" y="1535805"/>
                  </a:cubicBezTo>
                  <a:cubicBezTo>
                    <a:pt x="229694" y="1538652"/>
                    <a:pt x="278627" y="1531364"/>
                    <a:pt x="324543" y="1514400"/>
                  </a:cubicBezTo>
                  <a:cubicBezTo>
                    <a:pt x="394477" y="1486854"/>
                    <a:pt x="438033" y="1427945"/>
                    <a:pt x="468525" y="1361746"/>
                  </a:cubicBezTo>
                  <a:cubicBezTo>
                    <a:pt x="499757" y="1293938"/>
                    <a:pt x="520588" y="1221496"/>
                    <a:pt x="558298" y="1156684"/>
                  </a:cubicBezTo>
                  <a:cubicBezTo>
                    <a:pt x="577205" y="1123341"/>
                    <a:pt x="601393" y="1093278"/>
                    <a:pt x="629922" y="1067663"/>
                  </a:cubicBezTo>
                  <a:cubicBezTo>
                    <a:pt x="675520" y="1028895"/>
                    <a:pt x="731454" y="1004269"/>
                    <a:pt x="790861" y="996806"/>
                  </a:cubicBezTo>
                  <a:cubicBezTo>
                    <a:pt x="853772" y="987956"/>
                    <a:pt x="917234" y="994498"/>
                    <a:pt x="980224" y="998780"/>
                  </a:cubicBezTo>
                  <a:cubicBezTo>
                    <a:pt x="1043608" y="1003088"/>
                    <a:pt x="1105471" y="1002525"/>
                    <a:pt x="1167474" y="987172"/>
                  </a:cubicBezTo>
                  <a:cubicBezTo>
                    <a:pt x="1284483" y="958197"/>
                    <a:pt x="1389169" y="891037"/>
                    <a:pt x="1474645" y="807336"/>
                  </a:cubicBezTo>
                  <a:cubicBezTo>
                    <a:pt x="1558829" y="725388"/>
                    <a:pt x="1625789" y="627472"/>
                    <a:pt x="1671598" y="519330"/>
                  </a:cubicBezTo>
                  <a:cubicBezTo>
                    <a:pt x="1711616" y="420433"/>
                    <a:pt x="1742463" y="318075"/>
                    <a:pt x="1763751" y="213544"/>
                  </a:cubicBezTo>
                  <a:cubicBezTo>
                    <a:pt x="1778949" y="143013"/>
                    <a:pt x="1790471" y="71741"/>
                    <a:pt x="1798269" y="16"/>
                  </a:cubicBezTo>
                  <a:lnTo>
                    <a:pt x="27" y="16"/>
                  </a:lnTo>
                  <a:lnTo>
                    <a:pt x="27" y="1473057"/>
                  </a:lnTo>
                  <a:cubicBezTo>
                    <a:pt x="565" y="1473431"/>
                    <a:pt x="1069" y="1473852"/>
                    <a:pt x="1608" y="147422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0" name="Google Shape;720;p13"/>
          <p:cNvGrpSpPr/>
          <p:nvPr/>
        </p:nvGrpSpPr>
        <p:grpSpPr>
          <a:xfrm>
            <a:off x="-514505" y="685048"/>
            <a:ext cx="10104960" cy="2212276"/>
            <a:chOff x="-514505" y="685048"/>
            <a:chExt cx="10104960" cy="2212276"/>
          </a:xfrm>
        </p:grpSpPr>
        <p:grpSp>
          <p:nvGrpSpPr>
            <p:cNvPr id="721" name="Google Shape;721;p13"/>
            <p:cNvGrpSpPr/>
            <p:nvPr/>
          </p:nvGrpSpPr>
          <p:grpSpPr>
            <a:xfrm>
              <a:off x="-514505" y="2453746"/>
              <a:ext cx="1145683" cy="443578"/>
              <a:chOff x="-269530" y="2387071"/>
              <a:chExt cx="1145683" cy="443578"/>
            </a:xfrm>
          </p:grpSpPr>
          <p:sp>
            <p:nvSpPr>
              <p:cNvPr id="722" name="Google Shape;722;p13"/>
              <p:cNvSpPr/>
              <p:nvPr/>
            </p:nvSpPr>
            <p:spPr>
              <a:xfrm>
                <a:off x="-260954" y="2393198"/>
                <a:ext cx="1130586" cy="431009"/>
              </a:xfrm>
              <a:custGeom>
                <a:avLst/>
                <a:gdLst/>
                <a:ahLst/>
                <a:cxnLst/>
                <a:rect l="l" t="t" r="r" b="b"/>
                <a:pathLst>
                  <a:path w="1130586" h="431009" extrusionOk="0">
                    <a:moveTo>
                      <a:pt x="1130776" y="423438"/>
                    </a:moveTo>
                    <a:lnTo>
                      <a:pt x="1129363" y="430585"/>
                    </a:lnTo>
                    <a:cubicBezTo>
                      <a:pt x="753002" y="425820"/>
                      <a:pt x="376611" y="425967"/>
                      <a:pt x="190" y="431026"/>
                    </a:cubicBezTo>
                    <a:lnTo>
                      <a:pt x="190" y="427849"/>
                    </a:lnTo>
                    <a:cubicBezTo>
                      <a:pt x="49839" y="363156"/>
                      <a:pt x="135596" y="337882"/>
                      <a:pt x="212429" y="365298"/>
                    </a:cubicBezTo>
                    <a:cubicBezTo>
                      <a:pt x="204659" y="335919"/>
                      <a:pt x="187002" y="309893"/>
                      <a:pt x="179057" y="280514"/>
                    </a:cubicBezTo>
                    <a:cubicBezTo>
                      <a:pt x="171199" y="251135"/>
                      <a:pt x="177026" y="213728"/>
                      <a:pt x="204218" y="200141"/>
                    </a:cubicBezTo>
                    <a:cubicBezTo>
                      <a:pt x="233264" y="185584"/>
                      <a:pt x="268049" y="206317"/>
                      <a:pt x="288619" y="231373"/>
                    </a:cubicBezTo>
                    <a:cubicBezTo>
                      <a:pt x="309101" y="256517"/>
                      <a:pt x="324198" y="287572"/>
                      <a:pt x="351920" y="304423"/>
                    </a:cubicBezTo>
                    <a:cubicBezTo>
                      <a:pt x="331349" y="251312"/>
                      <a:pt x="312015" y="195818"/>
                      <a:pt x="315723" y="139001"/>
                    </a:cubicBezTo>
                    <a:cubicBezTo>
                      <a:pt x="319343" y="82273"/>
                      <a:pt x="351567" y="23603"/>
                      <a:pt x="405598" y="5605"/>
                    </a:cubicBezTo>
                    <a:cubicBezTo>
                      <a:pt x="451241" y="-9481"/>
                      <a:pt x="502977" y="7458"/>
                      <a:pt x="539615" y="38601"/>
                    </a:cubicBezTo>
                    <a:cubicBezTo>
                      <a:pt x="576254" y="69745"/>
                      <a:pt x="600179" y="113063"/>
                      <a:pt x="620043" y="156823"/>
                    </a:cubicBezTo>
                    <a:cubicBezTo>
                      <a:pt x="648153" y="218727"/>
                      <a:pt x="669723" y="283393"/>
                      <a:pt x="684404" y="349771"/>
                    </a:cubicBezTo>
                    <a:cubicBezTo>
                      <a:pt x="698529" y="299747"/>
                      <a:pt x="724839" y="239578"/>
                      <a:pt x="776751" y="237725"/>
                    </a:cubicBezTo>
                    <a:cubicBezTo>
                      <a:pt x="820099" y="236225"/>
                      <a:pt x="854000" y="290660"/>
                      <a:pt x="833518" y="328773"/>
                    </a:cubicBezTo>
                    <a:cubicBezTo>
                      <a:pt x="909090" y="262480"/>
                      <a:pt x="1024131" y="269960"/>
                      <a:pt x="1090469" y="345479"/>
                    </a:cubicBezTo>
                    <a:cubicBezTo>
                      <a:pt x="1110068" y="367790"/>
                      <a:pt x="1123906" y="394555"/>
                      <a:pt x="1130776" y="4234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13"/>
              <p:cNvSpPr/>
              <p:nvPr/>
            </p:nvSpPr>
            <p:spPr>
              <a:xfrm>
                <a:off x="-269530" y="2387071"/>
                <a:ext cx="1145683" cy="443578"/>
              </a:xfrm>
              <a:custGeom>
                <a:avLst/>
                <a:gdLst/>
                <a:ahLst/>
                <a:cxnLst/>
                <a:rect l="l" t="t" r="r" b="b"/>
                <a:pathLst>
                  <a:path w="1145683" h="443578" extrusionOk="0">
                    <a:moveTo>
                      <a:pt x="1145642" y="427875"/>
                    </a:moveTo>
                    <a:cubicBezTo>
                      <a:pt x="1121548" y="326817"/>
                      <a:pt x="1020036" y="264411"/>
                      <a:pt x="918908" y="288488"/>
                    </a:cubicBezTo>
                    <a:cubicBezTo>
                      <a:pt x="895467" y="294069"/>
                      <a:pt x="873317" y="304095"/>
                      <a:pt x="853659" y="318023"/>
                    </a:cubicBezTo>
                    <a:cubicBezTo>
                      <a:pt x="858804" y="276909"/>
                      <a:pt x="823891" y="232928"/>
                      <a:pt x="779796" y="237809"/>
                    </a:cubicBezTo>
                    <a:cubicBezTo>
                      <a:pt x="732932" y="242998"/>
                      <a:pt x="708345" y="289308"/>
                      <a:pt x="693859" y="331404"/>
                    </a:cubicBezTo>
                    <a:cubicBezTo>
                      <a:pt x="680270" y="276510"/>
                      <a:pt x="662023" y="222874"/>
                      <a:pt x="639316" y="171077"/>
                    </a:cubicBezTo>
                    <a:cubicBezTo>
                      <a:pt x="617256" y="120793"/>
                      <a:pt x="590392" y="69194"/>
                      <a:pt x="546013" y="34960"/>
                    </a:cubicBezTo>
                    <a:cubicBezTo>
                      <a:pt x="506006" y="4099"/>
                      <a:pt x="450409" y="-11342"/>
                      <a:pt x="402391" y="9697"/>
                    </a:cubicBezTo>
                    <a:cubicBezTo>
                      <a:pt x="359747" y="28381"/>
                      <a:pt x="332419" y="71499"/>
                      <a:pt x="322360" y="115673"/>
                    </a:cubicBezTo>
                    <a:cubicBezTo>
                      <a:pt x="308850" y="175002"/>
                      <a:pt x="325950" y="235316"/>
                      <a:pt x="346682" y="291306"/>
                    </a:cubicBezTo>
                    <a:cubicBezTo>
                      <a:pt x="327073" y="271739"/>
                      <a:pt x="314359" y="245857"/>
                      <a:pt x="294927" y="225836"/>
                    </a:cubicBezTo>
                    <a:cubicBezTo>
                      <a:pt x="274510" y="204801"/>
                      <a:pt x="242124" y="186802"/>
                      <a:pt x="212667" y="199635"/>
                    </a:cubicBezTo>
                    <a:cubicBezTo>
                      <a:pt x="185923" y="211286"/>
                      <a:pt x="176512" y="242359"/>
                      <a:pt x="178691" y="269441"/>
                    </a:cubicBezTo>
                    <a:cubicBezTo>
                      <a:pt x="181374" y="302813"/>
                      <a:pt x="200767" y="331465"/>
                      <a:pt x="211883" y="362481"/>
                    </a:cubicBezTo>
                    <a:cubicBezTo>
                      <a:pt x="135193" y="340385"/>
                      <a:pt x="52814" y="367899"/>
                      <a:pt x="4832" y="431636"/>
                    </a:cubicBezTo>
                    <a:cubicBezTo>
                      <a:pt x="4408" y="432203"/>
                      <a:pt x="4130" y="432866"/>
                      <a:pt x="4024" y="433567"/>
                    </a:cubicBezTo>
                    <a:lnTo>
                      <a:pt x="3687" y="433580"/>
                    </a:lnTo>
                    <a:cubicBezTo>
                      <a:pt x="1687" y="433649"/>
                      <a:pt x="122" y="435326"/>
                      <a:pt x="192" y="437325"/>
                    </a:cubicBezTo>
                    <a:cubicBezTo>
                      <a:pt x="259" y="439225"/>
                      <a:pt x="1785" y="440750"/>
                      <a:pt x="3687" y="440817"/>
                    </a:cubicBezTo>
                    <a:cubicBezTo>
                      <a:pt x="77642" y="442524"/>
                      <a:pt x="151732" y="440915"/>
                      <a:pt x="225701" y="440577"/>
                    </a:cubicBezTo>
                    <a:cubicBezTo>
                      <a:pt x="298975" y="440241"/>
                      <a:pt x="372250" y="439991"/>
                      <a:pt x="445526" y="439825"/>
                    </a:cubicBezTo>
                    <a:cubicBezTo>
                      <a:pt x="592812" y="439615"/>
                      <a:pt x="740096" y="439947"/>
                      <a:pt x="887379" y="440821"/>
                    </a:cubicBezTo>
                    <a:cubicBezTo>
                      <a:pt x="929146" y="441102"/>
                      <a:pt x="970912" y="441444"/>
                      <a:pt x="1012678" y="441845"/>
                    </a:cubicBezTo>
                    <a:cubicBezTo>
                      <a:pt x="1054167" y="442243"/>
                      <a:pt x="1096596" y="445312"/>
                      <a:pt x="1137972" y="442248"/>
                    </a:cubicBezTo>
                    <a:cubicBezTo>
                      <a:pt x="1140952" y="442207"/>
                      <a:pt x="1143334" y="439760"/>
                      <a:pt x="1143293" y="436783"/>
                    </a:cubicBezTo>
                    <a:cubicBezTo>
                      <a:pt x="1143284" y="436092"/>
                      <a:pt x="1143142" y="435409"/>
                      <a:pt x="1142874" y="434772"/>
                    </a:cubicBezTo>
                    <a:cubicBezTo>
                      <a:pt x="1145260" y="433370"/>
                      <a:pt x="1146398" y="430536"/>
                      <a:pt x="1145642" y="427875"/>
                    </a:cubicBezTo>
                    <a:close/>
                    <a:moveTo>
                      <a:pt x="1028065" y="428995"/>
                    </a:moveTo>
                    <a:cubicBezTo>
                      <a:pt x="990695" y="428612"/>
                      <a:pt x="953326" y="428278"/>
                      <a:pt x="915956" y="427993"/>
                    </a:cubicBezTo>
                    <a:cubicBezTo>
                      <a:pt x="842682" y="427432"/>
                      <a:pt x="769407" y="427066"/>
                      <a:pt x="696130" y="426893"/>
                    </a:cubicBezTo>
                    <a:cubicBezTo>
                      <a:pt x="548846" y="426631"/>
                      <a:pt x="401562" y="427219"/>
                      <a:pt x="254277" y="428658"/>
                    </a:cubicBezTo>
                    <a:cubicBezTo>
                      <a:pt x="174713" y="429565"/>
                      <a:pt x="94937" y="429547"/>
                      <a:pt x="15426" y="433132"/>
                    </a:cubicBezTo>
                    <a:cubicBezTo>
                      <a:pt x="64847" y="373412"/>
                      <a:pt x="146395" y="351002"/>
                      <a:pt x="219423" y="377074"/>
                    </a:cubicBezTo>
                    <a:cubicBezTo>
                      <a:pt x="223706" y="378687"/>
                      <a:pt x="227660" y="373891"/>
                      <a:pt x="226583" y="369919"/>
                    </a:cubicBezTo>
                    <a:cubicBezTo>
                      <a:pt x="217882" y="337845"/>
                      <a:pt x="197043" y="309513"/>
                      <a:pt x="191580" y="276559"/>
                    </a:cubicBezTo>
                    <a:cubicBezTo>
                      <a:pt x="187349" y="251037"/>
                      <a:pt x="194250" y="216070"/>
                      <a:pt x="223308" y="208794"/>
                    </a:cubicBezTo>
                    <a:cubicBezTo>
                      <a:pt x="254742" y="200921"/>
                      <a:pt x="283192" y="228412"/>
                      <a:pt x="300115" y="251294"/>
                    </a:cubicBezTo>
                    <a:cubicBezTo>
                      <a:pt x="317386" y="274649"/>
                      <a:pt x="332316" y="299906"/>
                      <a:pt x="357416" y="315839"/>
                    </a:cubicBezTo>
                    <a:cubicBezTo>
                      <a:pt x="361682" y="318547"/>
                      <a:pt x="368411" y="313970"/>
                      <a:pt x="366450" y="308898"/>
                    </a:cubicBezTo>
                    <a:cubicBezTo>
                      <a:pt x="345961" y="255891"/>
                      <a:pt x="325966" y="199809"/>
                      <a:pt x="330695" y="142060"/>
                    </a:cubicBezTo>
                    <a:cubicBezTo>
                      <a:pt x="334322" y="97772"/>
                      <a:pt x="356192" y="51095"/>
                      <a:pt x="395151" y="27438"/>
                    </a:cubicBezTo>
                    <a:cubicBezTo>
                      <a:pt x="439118" y="741"/>
                      <a:pt x="494411" y="12794"/>
                      <a:pt x="534146" y="41655"/>
                    </a:cubicBezTo>
                    <a:cubicBezTo>
                      <a:pt x="577371" y="73051"/>
                      <a:pt x="603349" y="122404"/>
                      <a:pt x="624730" y="170026"/>
                    </a:cubicBezTo>
                    <a:cubicBezTo>
                      <a:pt x="651666" y="230310"/>
                      <a:pt x="672432" y="293162"/>
                      <a:pt x="686710" y="357623"/>
                    </a:cubicBezTo>
                    <a:cubicBezTo>
                      <a:pt x="687765" y="361078"/>
                      <a:pt x="691423" y="363024"/>
                      <a:pt x="694880" y="361970"/>
                    </a:cubicBezTo>
                    <a:cubicBezTo>
                      <a:pt x="696964" y="361335"/>
                      <a:pt x="698595" y="359705"/>
                      <a:pt x="699230" y="357623"/>
                    </a:cubicBezTo>
                    <a:cubicBezTo>
                      <a:pt x="710125" y="319503"/>
                      <a:pt x="728231" y="265346"/>
                      <a:pt x="770980" y="252720"/>
                    </a:cubicBezTo>
                    <a:cubicBezTo>
                      <a:pt x="814686" y="239811"/>
                      <a:pt x="857019" y="290851"/>
                      <a:pt x="836461" y="331670"/>
                    </a:cubicBezTo>
                    <a:cubicBezTo>
                      <a:pt x="834742" y="334833"/>
                      <a:pt x="835915" y="338790"/>
                      <a:pt x="839081" y="340508"/>
                    </a:cubicBezTo>
                    <a:cubicBezTo>
                      <a:pt x="841553" y="341850"/>
                      <a:pt x="844607" y="341456"/>
                      <a:pt x="846658" y="339532"/>
                    </a:cubicBezTo>
                    <a:cubicBezTo>
                      <a:pt x="919722" y="275772"/>
                      <a:pt x="1030676" y="283273"/>
                      <a:pt x="1094480" y="356288"/>
                    </a:cubicBezTo>
                    <a:cubicBezTo>
                      <a:pt x="1113174" y="377680"/>
                      <a:pt x="1126394" y="403287"/>
                      <a:pt x="1133005" y="430909"/>
                    </a:cubicBezTo>
                    <a:cubicBezTo>
                      <a:pt x="1098321" y="427924"/>
                      <a:pt x="1062827" y="429350"/>
                      <a:pt x="1028065" y="4289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13"/>
            <p:cNvGrpSpPr/>
            <p:nvPr/>
          </p:nvGrpSpPr>
          <p:grpSpPr>
            <a:xfrm>
              <a:off x="8424008" y="685047"/>
              <a:ext cx="1166447" cy="549813"/>
              <a:chOff x="4496533" y="-114840"/>
              <a:chExt cx="1166447" cy="549813"/>
            </a:xfrm>
          </p:grpSpPr>
          <p:sp>
            <p:nvSpPr>
              <p:cNvPr id="725" name="Google Shape;725;p13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" name="Google Shape;727;p13"/>
          <p:cNvGrpSpPr/>
          <p:nvPr/>
        </p:nvGrpSpPr>
        <p:grpSpPr>
          <a:xfrm>
            <a:off x="1739106" y="167263"/>
            <a:ext cx="5783108" cy="4751793"/>
            <a:chOff x="1739106" y="167263"/>
            <a:chExt cx="5783108" cy="4751793"/>
          </a:xfrm>
        </p:grpSpPr>
        <p:grpSp>
          <p:nvGrpSpPr>
            <p:cNvPr id="728" name="Google Shape;728;p13"/>
            <p:cNvGrpSpPr/>
            <p:nvPr/>
          </p:nvGrpSpPr>
          <p:grpSpPr>
            <a:xfrm>
              <a:off x="1739106" y="4571297"/>
              <a:ext cx="714324" cy="347759"/>
              <a:chOff x="482844" y="1192072"/>
              <a:chExt cx="714324" cy="347759"/>
            </a:xfrm>
          </p:grpSpPr>
          <p:sp>
            <p:nvSpPr>
              <p:cNvPr id="729" name="Google Shape;729;p13"/>
              <p:cNvSpPr/>
              <p:nvPr/>
            </p:nvSpPr>
            <p:spPr>
              <a:xfrm>
                <a:off x="9839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3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1" name="Google Shape;731;p13"/>
            <p:cNvGrpSpPr/>
            <p:nvPr/>
          </p:nvGrpSpPr>
          <p:grpSpPr>
            <a:xfrm>
              <a:off x="6751382" y="167263"/>
              <a:ext cx="770832" cy="372229"/>
              <a:chOff x="749957" y="2992438"/>
              <a:chExt cx="770832" cy="372229"/>
            </a:xfrm>
          </p:grpSpPr>
          <p:sp>
            <p:nvSpPr>
              <p:cNvPr id="732" name="Google Shape;732;p13"/>
              <p:cNvSpPr/>
              <p:nvPr/>
            </p:nvSpPr>
            <p:spPr>
              <a:xfrm>
                <a:off x="1307533" y="29924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3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4" name="Google Shape;734;p13"/>
          <p:cNvGrpSpPr/>
          <p:nvPr/>
        </p:nvGrpSpPr>
        <p:grpSpPr>
          <a:xfrm>
            <a:off x="-396191" y="3884117"/>
            <a:ext cx="1827234" cy="1488094"/>
            <a:chOff x="-396191" y="3884117"/>
            <a:chExt cx="1827234" cy="1488094"/>
          </a:xfrm>
        </p:grpSpPr>
        <p:grpSp>
          <p:nvGrpSpPr>
            <p:cNvPr id="735" name="Google Shape;735;p13"/>
            <p:cNvGrpSpPr/>
            <p:nvPr/>
          </p:nvGrpSpPr>
          <p:grpSpPr>
            <a:xfrm rot="168500" flipH="1">
              <a:off x="33849" y="3903025"/>
              <a:ext cx="806197" cy="1401960"/>
              <a:chOff x="3484347" y="4604001"/>
              <a:chExt cx="806115" cy="1401818"/>
            </a:xfrm>
          </p:grpSpPr>
          <p:sp>
            <p:nvSpPr>
              <p:cNvPr id="736" name="Google Shape;736;p13"/>
              <p:cNvSpPr/>
              <p:nvPr/>
            </p:nvSpPr>
            <p:spPr>
              <a:xfrm>
                <a:off x="4037609" y="4918083"/>
                <a:ext cx="114243" cy="196263"/>
              </a:xfrm>
              <a:custGeom>
                <a:avLst/>
                <a:gdLst/>
                <a:ahLst/>
                <a:cxnLst/>
                <a:rect l="l" t="t" r="r" b="b"/>
                <a:pathLst>
                  <a:path w="83086" h="142737" extrusionOk="0">
                    <a:moveTo>
                      <a:pt x="83277" y="54286"/>
                    </a:moveTo>
                    <a:cubicBezTo>
                      <a:pt x="83237" y="67076"/>
                      <a:pt x="82137" y="79839"/>
                      <a:pt x="79989" y="92447"/>
                    </a:cubicBezTo>
                    <a:lnTo>
                      <a:pt x="79550" y="92398"/>
                    </a:lnTo>
                    <a:cubicBezTo>
                      <a:pt x="49368" y="102433"/>
                      <a:pt x="22116" y="119725"/>
                      <a:pt x="190" y="142753"/>
                    </a:cubicBezTo>
                    <a:cubicBezTo>
                      <a:pt x="5717" y="109992"/>
                      <a:pt x="12374" y="77444"/>
                      <a:pt x="20163" y="45112"/>
                    </a:cubicBezTo>
                    <a:cubicBezTo>
                      <a:pt x="33894" y="25690"/>
                      <a:pt x="52613" y="10330"/>
                      <a:pt x="74347" y="647"/>
                    </a:cubicBezTo>
                    <a:lnTo>
                      <a:pt x="77438" y="16"/>
                    </a:lnTo>
                    <a:cubicBezTo>
                      <a:pt x="81188" y="17866"/>
                      <a:pt x="83144" y="36047"/>
                      <a:pt x="83277" y="542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4065082" y="4811150"/>
                <a:ext cx="78752" cy="168900"/>
              </a:xfrm>
              <a:custGeom>
                <a:avLst/>
                <a:gdLst/>
                <a:ahLst/>
                <a:cxnLst/>
                <a:rect l="l" t="t" r="r" b="b"/>
                <a:pathLst>
                  <a:path w="57274" h="122836" extrusionOk="0">
                    <a:moveTo>
                      <a:pt x="35416" y="16"/>
                    </a:moveTo>
                    <a:cubicBezTo>
                      <a:pt x="44227" y="25493"/>
                      <a:pt x="51588" y="51448"/>
                      <a:pt x="57465" y="77756"/>
                    </a:cubicBezTo>
                    <a:lnTo>
                      <a:pt x="54374" y="78388"/>
                    </a:lnTo>
                    <a:cubicBezTo>
                      <a:pt x="32640" y="88070"/>
                      <a:pt x="13921" y="103431"/>
                      <a:pt x="190" y="122852"/>
                    </a:cubicBezTo>
                    <a:cubicBezTo>
                      <a:pt x="10061" y="81432"/>
                      <a:pt x="21741" y="40509"/>
                      <a:pt x="35231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4022785" y="5045158"/>
                <a:ext cx="124541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5" h="125319" extrusionOk="0">
                    <a:moveTo>
                      <a:pt x="90326" y="16"/>
                    </a:moveTo>
                    <a:lnTo>
                      <a:pt x="90765" y="64"/>
                    </a:lnTo>
                    <a:cubicBezTo>
                      <a:pt x="84449" y="34139"/>
                      <a:pt x="73043" y="67070"/>
                      <a:pt x="56928" y="97756"/>
                    </a:cubicBezTo>
                    <a:lnTo>
                      <a:pt x="56344" y="97425"/>
                    </a:lnTo>
                    <a:cubicBezTo>
                      <a:pt x="35410" y="101379"/>
                      <a:pt x="15976" y="111038"/>
                      <a:pt x="190" y="125335"/>
                    </a:cubicBezTo>
                    <a:cubicBezTo>
                      <a:pt x="3168" y="100278"/>
                      <a:pt x="6760" y="75290"/>
                      <a:pt x="10966" y="50370"/>
                    </a:cubicBezTo>
                    <a:cubicBezTo>
                      <a:pt x="32892" y="27342"/>
                      <a:pt x="60145" y="10051"/>
                      <a:pt x="90326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3"/>
              <p:cNvSpPr/>
              <p:nvPr/>
            </p:nvSpPr>
            <p:spPr>
              <a:xfrm>
                <a:off x="3700198" y="5172341"/>
                <a:ext cx="121648" cy="162162"/>
              </a:xfrm>
              <a:custGeom>
                <a:avLst/>
                <a:gdLst/>
                <a:ahLst/>
                <a:cxnLst/>
                <a:rect l="l" t="t" r="r" b="b"/>
                <a:pathLst>
                  <a:path w="88471" h="117936" extrusionOk="0">
                    <a:moveTo>
                      <a:pt x="76752" y="58388"/>
                    </a:moveTo>
                    <a:cubicBezTo>
                      <a:pt x="75509" y="78937"/>
                      <a:pt x="79611" y="99458"/>
                      <a:pt x="88661" y="117952"/>
                    </a:cubicBezTo>
                    <a:cubicBezTo>
                      <a:pt x="66392" y="103393"/>
                      <a:pt x="43615" y="89400"/>
                      <a:pt x="20487" y="76165"/>
                    </a:cubicBezTo>
                    <a:cubicBezTo>
                      <a:pt x="22096" y="76079"/>
                      <a:pt x="23617" y="75983"/>
                      <a:pt x="25215" y="75983"/>
                    </a:cubicBezTo>
                    <a:cubicBezTo>
                      <a:pt x="13002" y="53873"/>
                      <a:pt x="4545" y="29890"/>
                      <a:pt x="190" y="5012"/>
                    </a:cubicBezTo>
                    <a:lnTo>
                      <a:pt x="2347" y="16"/>
                    </a:lnTo>
                    <a:cubicBezTo>
                      <a:pt x="20625" y="7886"/>
                      <a:pt x="37565" y="18552"/>
                      <a:pt x="52559" y="31630"/>
                    </a:cubicBezTo>
                    <a:cubicBezTo>
                      <a:pt x="61653" y="39580"/>
                      <a:pt x="70071" y="48269"/>
                      <a:pt x="77728" y="576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3"/>
              <p:cNvSpPr/>
              <p:nvPr/>
            </p:nvSpPr>
            <p:spPr>
              <a:xfrm>
                <a:off x="3498389" y="5152703"/>
                <a:ext cx="236141" cy="124336"/>
              </a:xfrm>
              <a:custGeom>
                <a:avLst/>
                <a:gdLst/>
                <a:ahLst/>
                <a:cxnLst/>
                <a:rect l="l" t="t" r="r" b="b"/>
                <a:pathLst>
                  <a:path w="171739" h="90426" extrusionOk="0">
                    <a:moveTo>
                      <a:pt x="37650" y="3279"/>
                    </a:moveTo>
                    <a:cubicBezTo>
                      <a:pt x="54100" y="947"/>
                      <a:pt x="70702" y="-138"/>
                      <a:pt x="87315" y="33"/>
                    </a:cubicBezTo>
                    <a:cubicBezTo>
                      <a:pt x="108607" y="901"/>
                      <a:pt x="129548" y="5737"/>
                      <a:pt x="149061" y="14293"/>
                    </a:cubicBezTo>
                    <a:lnTo>
                      <a:pt x="146904" y="19289"/>
                    </a:lnTo>
                    <a:cubicBezTo>
                      <a:pt x="151259" y="44167"/>
                      <a:pt x="159716" y="68150"/>
                      <a:pt x="171929" y="90261"/>
                    </a:cubicBezTo>
                    <a:cubicBezTo>
                      <a:pt x="170331" y="90260"/>
                      <a:pt x="168810" y="90356"/>
                      <a:pt x="167201" y="90443"/>
                    </a:cubicBezTo>
                    <a:cubicBezTo>
                      <a:pt x="113427" y="59397"/>
                      <a:pt x="57642" y="31967"/>
                      <a:pt x="219" y="8333"/>
                    </a:cubicBezTo>
                    <a:lnTo>
                      <a:pt x="190" y="7798"/>
                    </a:lnTo>
                    <a:cubicBezTo>
                      <a:pt x="12709" y="6265"/>
                      <a:pt x="25131" y="4812"/>
                      <a:pt x="37650" y="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3750306" y="4893183"/>
                <a:ext cx="87614" cy="197332"/>
              </a:xfrm>
              <a:custGeom>
                <a:avLst/>
                <a:gdLst/>
                <a:ahLst/>
                <a:cxnLst/>
                <a:rect l="l" t="t" r="r" b="b"/>
                <a:pathLst>
                  <a:path w="63719" h="143514" extrusionOk="0">
                    <a:moveTo>
                      <a:pt x="63909" y="87663"/>
                    </a:moveTo>
                    <a:lnTo>
                      <a:pt x="62301" y="87750"/>
                    </a:lnTo>
                    <a:cubicBezTo>
                      <a:pt x="48918" y="104189"/>
                      <a:pt x="39001" y="123162"/>
                      <a:pt x="33147" y="143530"/>
                    </a:cubicBezTo>
                    <a:cubicBezTo>
                      <a:pt x="30935" y="142662"/>
                      <a:pt x="28722" y="141794"/>
                      <a:pt x="26509" y="140925"/>
                    </a:cubicBezTo>
                    <a:cubicBezTo>
                      <a:pt x="17610" y="121201"/>
                      <a:pt x="8837" y="101402"/>
                      <a:pt x="190" y="81528"/>
                    </a:cubicBezTo>
                    <a:cubicBezTo>
                      <a:pt x="9791" y="51676"/>
                      <a:pt x="25137" y="23986"/>
                      <a:pt x="45367" y="16"/>
                    </a:cubicBezTo>
                    <a:cubicBezTo>
                      <a:pt x="55547" y="28242"/>
                      <a:pt x="61787" y="57735"/>
                      <a:pt x="63909" y="876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3594050" y="4615799"/>
                <a:ext cx="218314" cy="389359"/>
              </a:xfrm>
              <a:custGeom>
                <a:avLst/>
                <a:gdLst/>
                <a:ahLst/>
                <a:cxnLst/>
                <a:rect l="l" t="t" r="r" b="b"/>
                <a:pathLst>
                  <a:path w="158774" h="283170" extrusionOk="0">
                    <a:moveTo>
                      <a:pt x="144573" y="167489"/>
                    </a:moveTo>
                    <a:cubicBezTo>
                      <a:pt x="149987" y="178615"/>
                      <a:pt x="154791" y="190027"/>
                      <a:pt x="158964" y="201674"/>
                    </a:cubicBezTo>
                    <a:cubicBezTo>
                      <a:pt x="138735" y="225644"/>
                      <a:pt x="123388" y="253334"/>
                      <a:pt x="113787" y="283187"/>
                    </a:cubicBezTo>
                    <a:cubicBezTo>
                      <a:pt x="73038" y="189954"/>
                      <a:pt x="35172" y="95564"/>
                      <a:pt x="190" y="16"/>
                    </a:cubicBezTo>
                    <a:cubicBezTo>
                      <a:pt x="59597" y="44730"/>
                      <a:pt x="111989" y="100557"/>
                      <a:pt x="144573" y="167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3"/>
              <p:cNvSpPr/>
              <p:nvPr/>
            </p:nvSpPr>
            <p:spPr>
              <a:xfrm>
                <a:off x="3944369" y="5040972"/>
                <a:ext cx="93203" cy="181625"/>
              </a:xfrm>
              <a:custGeom>
                <a:avLst/>
                <a:gdLst/>
                <a:ahLst/>
                <a:cxnLst/>
                <a:rect l="l" t="t" r="r" b="b"/>
                <a:pathLst>
                  <a:path w="67784" h="132091" extrusionOk="0">
                    <a:moveTo>
                      <a:pt x="66667" y="54776"/>
                    </a:moveTo>
                    <a:cubicBezTo>
                      <a:pt x="67077" y="54289"/>
                      <a:pt x="67575" y="53813"/>
                      <a:pt x="67975" y="53413"/>
                    </a:cubicBezTo>
                    <a:cubicBezTo>
                      <a:pt x="63768" y="78333"/>
                      <a:pt x="60175" y="103321"/>
                      <a:pt x="57198" y="128378"/>
                    </a:cubicBezTo>
                    <a:cubicBezTo>
                      <a:pt x="55822" y="129556"/>
                      <a:pt x="54525" y="130831"/>
                      <a:pt x="53227" y="132107"/>
                    </a:cubicBezTo>
                    <a:cubicBezTo>
                      <a:pt x="42595" y="111279"/>
                      <a:pt x="25441" y="94495"/>
                      <a:pt x="4381" y="84310"/>
                    </a:cubicBezTo>
                    <a:cubicBezTo>
                      <a:pt x="2133" y="72621"/>
                      <a:pt x="784" y="60778"/>
                      <a:pt x="344" y="48884"/>
                    </a:cubicBezTo>
                    <a:cubicBezTo>
                      <a:pt x="-267" y="32512"/>
                      <a:pt x="939" y="16122"/>
                      <a:pt x="3940" y="16"/>
                    </a:cubicBezTo>
                    <a:cubicBezTo>
                      <a:pt x="27559" y="14915"/>
                      <a:pt x="48720" y="33388"/>
                      <a:pt x="66667" y="54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3"/>
              <p:cNvSpPr/>
              <p:nvPr/>
            </p:nvSpPr>
            <p:spPr>
              <a:xfrm>
                <a:off x="4000744" y="4804930"/>
                <a:ext cx="112750" cy="183392"/>
              </a:xfrm>
              <a:custGeom>
                <a:avLst/>
                <a:gdLst/>
                <a:ahLst/>
                <a:cxnLst/>
                <a:rect l="l" t="t" r="r" b="b"/>
                <a:pathLst>
                  <a:path w="82000" h="133376" extrusionOk="0">
                    <a:moveTo>
                      <a:pt x="12043" y="72610"/>
                    </a:moveTo>
                    <a:cubicBezTo>
                      <a:pt x="35183" y="48382"/>
                      <a:pt x="65836" y="30054"/>
                      <a:pt x="80652" y="16"/>
                    </a:cubicBezTo>
                    <a:cubicBezTo>
                      <a:pt x="81197" y="1497"/>
                      <a:pt x="81645" y="3056"/>
                      <a:pt x="82190" y="4537"/>
                    </a:cubicBezTo>
                    <a:lnTo>
                      <a:pt x="82005" y="4605"/>
                    </a:lnTo>
                    <a:cubicBezTo>
                      <a:pt x="68517" y="45001"/>
                      <a:pt x="56837" y="85924"/>
                      <a:pt x="46964" y="127373"/>
                    </a:cubicBezTo>
                    <a:cubicBezTo>
                      <a:pt x="45501" y="129341"/>
                      <a:pt x="44125" y="131318"/>
                      <a:pt x="42827" y="133392"/>
                    </a:cubicBezTo>
                    <a:cubicBezTo>
                      <a:pt x="30009" y="116539"/>
                      <a:pt x="15743" y="100838"/>
                      <a:pt x="190" y="86466"/>
                    </a:cubicBezTo>
                    <a:cubicBezTo>
                      <a:pt x="3868" y="81621"/>
                      <a:pt x="7825" y="76994"/>
                      <a:pt x="12043" y="726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3"/>
              <p:cNvSpPr/>
              <p:nvPr/>
            </p:nvSpPr>
            <p:spPr>
              <a:xfrm>
                <a:off x="3949529" y="4923845"/>
                <a:ext cx="115510" cy="192378"/>
              </a:xfrm>
              <a:custGeom>
                <a:avLst/>
                <a:gdLst/>
                <a:ahLst/>
                <a:cxnLst/>
                <a:rect l="l" t="t" r="r" b="b"/>
                <a:pathLst>
                  <a:path w="84007" h="139911" extrusionOk="0">
                    <a:moveTo>
                      <a:pt x="80060" y="46942"/>
                    </a:moveTo>
                    <a:cubicBezTo>
                      <a:pt x="81358" y="44868"/>
                      <a:pt x="82734" y="42891"/>
                      <a:pt x="84197" y="40923"/>
                    </a:cubicBezTo>
                    <a:cubicBezTo>
                      <a:pt x="76408" y="73256"/>
                      <a:pt x="69751" y="105803"/>
                      <a:pt x="64224" y="138564"/>
                    </a:cubicBezTo>
                    <a:cubicBezTo>
                      <a:pt x="63824" y="138964"/>
                      <a:pt x="63326" y="139440"/>
                      <a:pt x="62917" y="139927"/>
                    </a:cubicBezTo>
                    <a:cubicBezTo>
                      <a:pt x="44970" y="118540"/>
                      <a:pt x="23809" y="100066"/>
                      <a:pt x="190" y="85167"/>
                    </a:cubicBezTo>
                    <a:cubicBezTo>
                      <a:pt x="5662" y="54232"/>
                      <a:pt x="18425" y="25044"/>
                      <a:pt x="37424" y="16"/>
                    </a:cubicBezTo>
                    <a:cubicBezTo>
                      <a:pt x="52976" y="14387"/>
                      <a:pt x="67243" y="30089"/>
                      <a:pt x="80060" y="469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13"/>
              <p:cNvSpPr/>
              <p:nvPr/>
            </p:nvSpPr>
            <p:spPr>
              <a:xfrm>
                <a:off x="3950134" y="5156920"/>
                <a:ext cx="72622" cy="152164"/>
              </a:xfrm>
              <a:custGeom>
                <a:avLst/>
                <a:gdLst/>
                <a:ahLst/>
                <a:cxnLst/>
                <a:rect l="l" t="t" r="r" b="b"/>
                <a:pathLst>
                  <a:path w="52816" h="110665" extrusionOk="0">
                    <a:moveTo>
                      <a:pt x="53007" y="44083"/>
                    </a:moveTo>
                    <a:cubicBezTo>
                      <a:pt x="50352" y="66247"/>
                      <a:pt x="48321" y="88392"/>
                      <a:pt x="46807" y="110682"/>
                    </a:cubicBezTo>
                    <a:cubicBezTo>
                      <a:pt x="23966" y="77308"/>
                      <a:pt x="8109" y="39666"/>
                      <a:pt x="190" y="16"/>
                    </a:cubicBezTo>
                    <a:cubicBezTo>
                      <a:pt x="21251" y="10201"/>
                      <a:pt x="38404" y="26985"/>
                      <a:pt x="49036" y="47812"/>
                    </a:cubicBezTo>
                    <a:cubicBezTo>
                      <a:pt x="50334" y="46537"/>
                      <a:pt x="51631" y="45262"/>
                      <a:pt x="53007" y="44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4022785" y="5152168"/>
                <a:ext cx="81213" cy="143773"/>
              </a:xfrm>
              <a:custGeom>
                <a:avLst/>
                <a:gdLst/>
                <a:ahLst/>
                <a:cxnLst/>
                <a:rect l="l" t="t" r="r" b="b"/>
                <a:pathLst>
                  <a:path w="59064" h="104562" extrusionOk="0">
                    <a:moveTo>
                      <a:pt x="1709" y="37709"/>
                    </a:moveTo>
                    <a:cubicBezTo>
                      <a:pt x="1791" y="60031"/>
                      <a:pt x="1256" y="82262"/>
                      <a:pt x="190" y="104578"/>
                    </a:cubicBezTo>
                    <a:cubicBezTo>
                      <a:pt x="26726" y="74056"/>
                      <a:pt x="46817" y="38490"/>
                      <a:pt x="59255" y="16"/>
                    </a:cubicBezTo>
                    <a:cubicBezTo>
                      <a:pt x="37159" y="7708"/>
                      <a:pt x="18186" y="22406"/>
                      <a:pt x="5223" y="41871"/>
                    </a:cubicBezTo>
                    <a:cubicBezTo>
                      <a:pt x="4081" y="40454"/>
                      <a:pt x="2940" y="39038"/>
                      <a:pt x="1709" y="37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3771445" y="5220073"/>
                <a:ext cx="90228" cy="139466"/>
              </a:xfrm>
              <a:custGeom>
                <a:avLst/>
                <a:gdLst/>
                <a:ahLst/>
                <a:cxnLst/>
                <a:rect l="l" t="t" r="r" b="b"/>
                <a:pathLst>
                  <a:path w="65620" h="101430" extrusionOk="0">
                    <a:moveTo>
                      <a:pt x="7557" y="68508"/>
                    </a:moveTo>
                    <a:cubicBezTo>
                      <a:pt x="27282" y="78985"/>
                      <a:pt x="46633" y="89962"/>
                      <a:pt x="65810" y="101447"/>
                    </a:cubicBezTo>
                    <a:cubicBezTo>
                      <a:pt x="51434" y="63652"/>
                      <a:pt x="29563" y="29152"/>
                      <a:pt x="1509" y="16"/>
                    </a:cubicBezTo>
                    <a:cubicBezTo>
                      <a:pt x="-2148" y="23110"/>
                      <a:pt x="1847" y="46765"/>
                      <a:pt x="12887" y="67380"/>
                    </a:cubicBezTo>
                    <a:cubicBezTo>
                      <a:pt x="11099" y="67716"/>
                      <a:pt x="9311" y="68052"/>
                      <a:pt x="7557" y="685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3"/>
              <p:cNvSpPr/>
              <p:nvPr/>
            </p:nvSpPr>
            <p:spPr>
              <a:xfrm>
                <a:off x="3709824" y="5334565"/>
                <a:ext cx="159611" cy="48720"/>
              </a:xfrm>
              <a:custGeom>
                <a:avLst/>
                <a:gdLst/>
                <a:ahLst/>
                <a:cxnLst/>
                <a:rect l="l" t="t" r="r" b="b"/>
                <a:pathLst>
                  <a:path w="116081" h="35433" extrusionOk="0">
                    <a:moveTo>
                      <a:pt x="81663" y="16"/>
                    </a:moveTo>
                    <a:cubicBezTo>
                      <a:pt x="93339" y="7622"/>
                      <a:pt x="104820" y="15384"/>
                      <a:pt x="116272" y="23409"/>
                    </a:cubicBezTo>
                    <a:lnTo>
                      <a:pt x="116066" y="23652"/>
                    </a:lnTo>
                    <a:cubicBezTo>
                      <a:pt x="102759" y="21900"/>
                      <a:pt x="89809" y="27291"/>
                      <a:pt x="76889" y="30820"/>
                    </a:cubicBezTo>
                    <a:cubicBezTo>
                      <a:pt x="51685" y="37401"/>
                      <a:pt x="25160" y="36958"/>
                      <a:pt x="190" y="29539"/>
                    </a:cubicBezTo>
                    <a:lnTo>
                      <a:pt x="717" y="28000"/>
                    </a:lnTo>
                    <a:cubicBezTo>
                      <a:pt x="26376" y="15090"/>
                      <a:pt x="53789" y="6007"/>
                      <a:pt x="82083" y="1039"/>
                    </a:cubicBezTo>
                    <a:cubicBezTo>
                      <a:pt x="81907" y="714"/>
                      <a:pt x="81767" y="371"/>
                      <a:pt x="81664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3"/>
              <p:cNvSpPr/>
              <p:nvPr/>
            </p:nvSpPr>
            <p:spPr>
              <a:xfrm>
                <a:off x="3626302" y="5277086"/>
                <a:ext cx="196092" cy="98051"/>
              </a:xfrm>
              <a:custGeom>
                <a:avLst/>
                <a:gdLst/>
                <a:ahLst/>
                <a:cxnLst/>
                <a:rect l="l" t="t" r="r" b="b"/>
                <a:pathLst>
                  <a:path w="142612" h="71310" extrusionOk="0">
                    <a:moveTo>
                      <a:pt x="142383" y="41803"/>
                    </a:moveTo>
                    <a:cubicBezTo>
                      <a:pt x="142486" y="42158"/>
                      <a:pt x="142627" y="42501"/>
                      <a:pt x="142802" y="42826"/>
                    </a:cubicBezTo>
                    <a:cubicBezTo>
                      <a:pt x="114508" y="47794"/>
                      <a:pt x="87095" y="56877"/>
                      <a:pt x="61436" y="69787"/>
                    </a:cubicBezTo>
                    <a:lnTo>
                      <a:pt x="60909" y="71326"/>
                    </a:lnTo>
                    <a:cubicBezTo>
                      <a:pt x="47621" y="67432"/>
                      <a:pt x="34982" y="61594"/>
                      <a:pt x="23403" y="54002"/>
                    </a:cubicBezTo>
                    <a:cubicBezTo>
                      <a:pt x="15089" y="48467"/>
                      <a:pt x="7317" y="42161"/>
                      <a:pt x="190" y="35165"/>
                    </a:cubicBezTo>
                    <a:cubicBezTo>
                      <a:pt x="19357" y="14286"/>
                      <a:pt x="45903" y="1680"/>
                      <a:pt x="74208" y="16"/>
                    </a:cubicBezTo>
                    <a:cubicBezTo>
                      <a:pt x="97337" y="13251"/>
                      <a:pt x="120114" y="27244"/>
                      <a:pt x="142383" y="418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3491952" y="5163407"/>
                <a:ext cx="236074" cy="161967"/>
              </a:xfrm>
              <a:custGeom>
                <a:avLst/>
                <a:gdLst/>
                <a:ahLst/>
                <a:cxnLst/>
                <a:rect l="l" t="t" r="r" b="b"/>
                <a:pathLst>
                  <a:path w="171690" h="117794" extrusionOk="0">
                    <a:moveTo>
                      <a:pt x="4899" y="551"/>
                    </a:moveTo>
                    <a:cubicBezTo>
                      <a:pt x="62322" y="24185"/>
                      <a:pt x="118107" y="51615"/>
                      <a:pt x="171881" y="82660"/>
                    </a:cubicBezTo>
                    <a:cubicBezTo>
                      <a:pt x="143576" y="84324"/>
                      <a:pt x="117029" y="96930"/>
                      <a:pt x="97862" y="117810"/>
                    </a:cubicBezTo>
                    <a:cubicBezTo>
                      <a:pt x="61691" y="82969"/>
                      <a:pt x="38574" y="33871"/>
                      <a:pt x="190" y="558"/>
                    </a:cubicBezTo>
                    <a:cubicBezTo>
                      <a:pt x="1721" y="374"/>
                      <a:pt x="3339" y="200"/>
                      <a:pt x="487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3694750" y="5067242"/>
                <a:ext cx="127471" cy="97717"/>
              </a:xfrm>
              <a:custGeom>
                <a:avLst/>
                <a:gdLst/>
                <a:ahLst/>
                <a:cxnLst/>
                <a:rect l="l" t="t" r="r" b="b"/>
                <a:pathLst>
                  <a:path w="92706" h="71067" extrusionOk="0">
                    <a:moveTo>
                      <a:pt x="92897" y="71083"/>
                    </a:moveTo>
                    <a:cubicBezTo>
                      <a:pt x="58694" y="52035"/>
                      <a:pt x="27462" y="28093"/>
                      <a:pt x="190" y="16"/>
                    </a:cubicBezTo>
                    <a:cubicBezTo>
                      <a:pt x="23007" y="1536"/>
                      <a:pt x="45480" y="6377"/>
                      <a:pt x="66898" y="14385"/>
                    </a:cubicBezTo>
                    <a:cubicBezTo>
                      <a:pt x="74376" y="30933"/>
                      <a:pt x="81874" y="47305"/>
                      <a:pt x="89459" y="63687"/>
                    </a:cubicBezTo>
                    <a:cubicBezTo>
                      <a:pt x="90599" y="66211"/>
                      <a:pt x="91748" y="68647"/>
                      <a:pt x="92897" y="71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3"/>
              <p:cNvSpPr/>
              <p:nvPr/>
            </p:nvSpPr>
            <p:spPr>
              <a:xfrm>
                <a:off x="3636502" y="4981616"/>
                <a:ext cx="149948" cy="105351"/>
              </a:xfrm>
              <a:custGeom>
                <a:avLst/>
                <a:gdLst/>
                <a:ahLst/>
                <a:cxnLst/>
                <a:rect l="l" t="t" r="r" b="b"/>
                <a:pathLst>
                  <a:path w="109053" h="76619" extrusionOk="0">
                    <a:moveTo>
                      <a:pt x="82924" y="17239"/>
                    </a:moveTo>
                    <a:cubicBezTo>
                      <a:pt x="91541" y="37109"/>
                      <a:pt x="100314" y="56908"/>
                      <a:pt x="109243" y="76636"/>
                    </a:cubicBezTo>
                    <a:cubicBezTo>
                      <a:pt x="87826" y="68627"/>
                      <a:pt x="65353" y="63787"/>
                      <a:pt x="42536" y="62266"/>
                    </a:cubicBezTo>
                    <a:cubicBezTo>
                      <a:pt x="25065" y="44005"/>
                      <a:pt x="10755" y="22968"/>
                      <a:pt x="190" y="16"/>
                    </a:cubicBezTo>
                    <a:cubicBezTo>
                      <a:pt x="28514" y="1112"/>
                      <a:pt x="56410" y="7292"/>
                      <a:pt x="82544" y="182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3"/>
              <p:cNvSpPr/>
              <p:nvPr/>
            </p:nvSpPr>
            <p:spPr>
              <a:xfrm>
                <a:off x="3586958" y="4610367"/>
                <a:ext cx="163284" cy="396195"/>
              </a:xfrm>
              <a:custGeom>
                <a:avLst/>
                <a:gdLst/>
                <a:ahLst/>
                <a:cxnLst/>
                <a:rect l="l" t="t" r="r" b="b"/>
                <a:pathLst>
                  <a:path w="118752" h="288142" extrusionOk="0">
                    <a:moveTo>
                      <a:pt x="118943" y="287136"/>
                    </a:moveTo>
                    <a:lnTo>
                      <a:pt x="118562" y="288158"/>
                    </a:lnTo>
                    <a:cubicBezTo>
                      <a:pt x="92429" y="277189"/>
                      <a:pt x="64533" y="271008"/>
                      <a:pt x="36208" y="269912"/>
                    </a:cubicBezTo>
                    <a:cubicBezTo>
                      <a:pt x="33110" y="263134"/>
                      <a:pt x="30447" y="256165"/>
                      <a:pt x="28236" y="249048"/>
                    </a:cubicBezTo>
                    <a:cubicBezTo>
                      <a:pt x="21258" y="223625"/>
                      <a:pt x="17026" y="197529"/>
                      <a:pt x="15614" y="171205"/>
                    </a:cubicBezTo>
                    <a:cubicBezTo>
                      <a:pt x="10451" y="114081"/>
                      <a:pt x="5309" y="57018"/>
                      <a:pt x="190" y="16"/>
                    </a:cubicBezTo>
                    <a:cubicBezTo>
                      <a:pt x="1915" y="1274"/>
                      <a:pt x="3630" y="2619"/>
                      <a:pt x="5346" y="3965"/>
                    </a:cubicBezTo>
                    <a:cubicBezTo>
                      <a:pt x="40332" y="99483"/>
                      <a:pt x="78197" y="193873"/>
                      <a:pt x="118943" y="2871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3"/>
              <p:cNvSpPr/>
              <p:nvPr/>
            </p:nvSpPr>
            <p:spPr>
              <a:xfrm>
                <a:off x="4124065" y="4882373"/>
                <a:ext cx="19790" cy="44505"/>
              </a:xfrm>
              <a:custGeom>
                <a:avLst/>
                <a:gdLst/>
                <a:ahLst/>
                <a:cxnLst/>
                <a:rect l="l" t="t" r="r" b="b"/>
                <a:pathLst>
                  <a:path w="14393" h="32367" extrusionOk="0">
                    <a:moveTo>
                      <a:pt x="8301" y="16"/>
                    </a:moveTo>
                    <a:cubicBezTo>
                      <a:pt x="6138" y="10945"/>
                      <a:pt x="3296" y="21831"/>
                      <a:pt x="190" y="32383"/>
                    </a:cubicBezTo>
                    <a:cubicBezTo>
                      <a:pt x="3876" y="30296"/>
                      <a:pt x="7624" y="28324"/>
                      <a:pt x="11494" y="26608"/>
                    </a:cubicBezTo>
                    <a:lnTo>
                      <a:pt x="14584" y="25977"/>
                    </a:lnTo>
                    <a:cubicBezTo>
                      <a:pt x="12798" y="17267"/>
                      <a:pt x="10617" y="8626"/>
                      <a:pt x="8301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3"/>
              <p:cNvSpPr/>
              <p:nvPr/>
            </p:nvSpPr>
            <p:spPr>
              <a:xfrm>
                <a:off x="4022786" y="5045158"/>
                <a:ext cx="124539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4" h="125319" extrusionOk="0">
                    <a:moveTo>
                      <a:pt x="90327" y="16"/>
                    </a:moveTo>
                    <a:cubicBezTo>
                      <a:pt x="69817" y="6849"/>
                      <a:pt x="50600" y="17075"/>
                      <a:pt x="33478" y="30267"/>
                    </a:cubicBezTo>
                    <a:cubicBezTo>
                      <a:pt x="24683" y="52065"/>
                      <a:pt x="15033" y="73546"/>
                      <a:pt x="4257" y="94353"/>
                    </a:cubicBezTo>
                    <a:cubicBezTo>
                      <a:pt x="2817" y="104671"/>
                      <a:pt x="1418" y="114994"/>
                      <a:pt x="190" y="125335"/>
                    </a:cubicBezTo>
                    <a:cubicBezTo>
                      <a:pt x="15976" y="111038"/>
                      <a:pt x="35409" y="101378"/>
                      <a:pt x="56343" y="97424"/>
                    </a:cubicBezTo>
                    <a:lnTo>
                      <a:pt x="56928" y="97756"/>
                    </a:lnTo>
                    <a:cubicBezTo>
                      <a:pt x="73042" y="67070"/>
                      <a:pt x="84448" y="34139"/>
                      <a:pt x="90765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3"/>
              <p:cNvSpPr/>
              <p:nvPr/>
            </p:nvSpPr>
            <p:spPr>
              <a:xfrm>
                <a:off x="3700198" y="5172340"/>
                <a:ext cx="116331" cy="149296"/>
              </a:xfrm>
              <a:custGeom>
                <a:avLst/>
                <a:gdLst/>
                <a:ahLst/>
                <a:cxnLst/>
                <a:rect l="l" t="t" r="r" b="b"/>
                <a:pathLst>
                  <a:path w="84604" h="108579" extrusionOk="0">
                    <a:moveTo>
                      <a:pt x="84794" y="108595"/>
                    </a:moveTo>
                    <a:cubicBezTo>
                      <a:pt x="78544" y="92629"/>
                      <a:pt x="75801" y="75506"/>
                      <a:pt x="76752" y="58388"/>
                    </a:cubicBezTo>
                    <a:lnTo>
                      <a:pt x="77728" y="57610"/>
                    </a:lnTo>
                    <a:cubicBezTo>
                      <a:pt x="70070" y="48270"/>
                      <a:pt x="61653" y="39580"/>
                      <a:pt x="52559" y="31630"/>
                    </a:cubicBezTo>
                    <a:cubicBezTo>
                      <a:pt x="37565" y="18552"/>
                      <a:pt x="20624" y="7886"/>
                      <a:pt x="2346" y="16"/>
                    </a:cubicBezTo>
                    <a:lnTo>
                      <a:pt x="190" y="5013"/>
                    </a:lnTo>
                    <a:cubicBezTo>
                      <a:pt x="2949" y="20401"/>
                      <a:pt x="7284" y="35466"/>
                      <a:pt x="13127" y="49968"/>
                    </a:cubicBezTo>
                    <a:cubicBezTo>
                      <a:pt x="41056" y="63980"/>
                      <a:pt x="65532" y="84002"/>
                      <a:pt x="84794" y="1085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3"/>
              <p:cNvSpPr/>
              <p:nvPr/>
            </p:nvSpPr>
            <p:spPr>
              <a:xfrm>
                <a:off x="3498389" y="5152703"/>
                <a:ext cx="219520" cy="88314"/>
              </a:xfrm>
              <a:custGeom>
                <a:avLst/>
                <a:gdLst/>
                <a:ahLst/>
                <a:cxnLst/>
                <a:rect l="l" t="t" r="r" b="b"/>
                <a:pathLst>
                  <a:path w="159651" h="64228" extrusionOk="0">
                    <a:moveTo>
                      <a:pt x="59149" y="24209"/>
                    </a:moveTo>
                    <a:cubicBezTo>
                      <a:pt x="93851" y="34498"/>
                      <a:pt x="127552" y="47898"/>
                      <a:pt x="159841" y="64245"/>
                    </a:cubicBezTo>
                    <a:cubicBezTo>
                      <a:pt x="153998" y="49742"/>
                      <a:pt x="149663" y="34678"/>
                      <a:pt x="146904" y="19290"/>
                    </a:cubicBezTo>
                    <a:lnTo>
                      <a:pt x="149061" y="14292"/>
                    </a:lnTo>
                    <a:cubicBezTo>
                      <a:pt x="129548" y="5737"/>
                      <a:pt x="108607" y="901"/>
                      <a:pt x="87316" y="33"/>
                    </a:cubicBezTo>
                    <a:cubicBezTo>
                      <a:pt x="70703" y="-139"/>
                      <a:pt x="54100" y="946"/>
                      <a:pt x="37650" y="3279"/>
                    </a:cubicBezTo>
                    <a:cubicBezTo>
                      <a:pt x="25131" y="4811"/>
                      <a:pt x="12709" y="6266"/>
                      <a:pt x="190" y="7798"/>
                    </a:cubicBezTo>
                    <a:lnTo>
                      <a:pt x="219" y="8334"/>
                    </a:lnTo>
                    <a:cubicBezTo>
                      <a:pt x="11438" y="12952"/>
                      <a:pt x="22544" y="17836"/>
                      <a:pt x="33638" y="22744"/>
                    </a:cubicBezTo>
                    <a:cubicBezTo>
                      <a:pt x="42120" y="20944"/>
                      <a:pt x="50929" y="21450"/>
                      <a:pt x="59149" y="242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3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3"/>
              <p:cNvSpPr/>
              <p:nvPr/>
            </p:nvSpPr>
            <p:spPr>
              <a:xfrm>
                <a:off x="4009455" y="5174921"/>
                <a:ext cx="18917" cy="47728"/>
              </a:xfrm>
              <a:custGeom>
                <a:avLst/>
                <a:gdLst/>
                <a:ahLst/>
                <a:cxnLst/>
                <a:rect l="l" t="t" r="r" b="b"/>
                <a:pathLst>
                  <a:path w="13758" h="34711" extrusionOk="0">
                    <a:moveTo>
                      <a:pt x="190" y="24966"/>
                    </a:moveTo>
                    <a:cubicBezTo>
                      <a:pt x="2273" y="28113"/>
                      <a:pt x="4183" y="31372"/>
                      <a:pt x="5910" y="34727"/>
                    </a:cubicBezTo>
                    <a:cubicBezTo>
                      <a:pt x="7208" y="33451"/>
                      <a:pt x="8505" y="32175"/>
                      <a:pt x="9881" y="30998"/>
                    </a:cubicBezTo>
                    <a:cubicBezTo>
                      <a:pt x="11110" y="20657"/>
                      <a:pt x="12509" y="10334"/>
                      <a:pt x="13948" y="16"/>
                    </a:cubicBezTo>
                    <a:cubicBezTo>
                      <a:pt x="9572" y="8466"/>
                      <a:pt x="4950" y="16762"/>
                      <a:pt x="190" y="249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3"/>
              <p:cNvSpPr/>
              <p:nvPr/>
            </p:nvSpPr>
            <p:spPr>
              <a:xfrm>
                <a:off x="3980221" y="5209240"/>
                <a:ext cx="42549" cy="99866"/>
              </a:xfrm>
              <a:custGeom>
                <a:avLst/>
                <a:gdLst/>
                <a:ahLst/>
                <a:cxnLst/>
                <a:rect l="l" t="t" r="r" b="b"/>
                <a:pathLst>
                  <a:path w="30945" h="72630" extrusionOk="0">
                    <a:moveTo>
                      <a:pt x="27164" y="9777"/>
                    </a:moveTo>
                    <a:cubicBezTo>
                      <a:pt x="25436" y="6422"/>
                      <a:pt x="23527" y="3163"/>
                      <a:pt x="21444" y="16"/>
                    </a:cubicBezTo>
                    <a:cubicBezTo>
                      <a:pt x="18389" y="5282"/>
                      <a:pt x="15329" y="10544"/>
                      <a:pt x="12104" y="15693"/>
                    </a:cubicBezTo>
                    <a:cubicBezTo>
                      <a:pt x="9000" y="20768"/>
                      <a:pt x="4957" y="25206"/>
                      <a:pt x="190" y="28768"/>
                    </a:cubicBezTo>
                    <a:cubicBezTo>
                      <a:pt x="7299" y="44007"/>
                      <a:pt x="15573" y="58676"/>
                      <a:pt x="24936" y="72646"/>
                    </a:cubicBezTo>
                    <a:cubicBezTo>
                      <a:pt x="26450" y="50355"/>
                      <a:pt x="28480" y="28211"/>
                      <a:pt x="31135" y="6048"/>
                    </a:cubicBezTo>
                    <a:cubicBezTo>
                      <a:pt x="29759" y="7226"/>
                      <a:pt x="28462" y="8501"/>
                      <a:pt x="27164" y="97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3"/>
              <p:cNvSpPr/>
              <p:nvPr/>
            </p:nvSpPr>
            <p:spPr>
              <a:xfrm>
                <a:off x="3827745" y="5338521"/>
                <a:ext cx="41737" cy="30667"/>
              </a:xfrm>
              <a:custGeom>
                <a:avLst/>
                <a:gdLst/>
                <a:ahLst/>
                <a:cxnLst/>
                <a:rect l="l" t="t" r="r" b="b"/>
                <a:pathLst>
                  <a:path w="30354" h="22303" extrusionOk="0">
                    <a:moveTo>
                      <a:pt x="190" y="16"/>
                    </a:moveTo>
                    <a:cubicBezTo>
                      <a:pt x="4383" y="7134"/>
                      <a:pt x="7964" y="14595"/>
                      <a:pt x="10895" y="22319"/>
                    </a:cubicBezTo>
                    <a:cubicBezTo>
                      <a:pt x="17226" y="20616"/>
                      <a:pt x="23817" y="20093"/>
                      <a:pt x="30339" y="20777"/>
                    </a:cubicBezTo>
                    <a:lnTo>
                      <a:pt x="30544" y="20533"/>
                    </a:lnTo>
                    <a:cubicBezTo>
                      <a:pt x="20499" y="13496"/>
                      <a:pt x="10390" y="6723"/>
                      <a:pt x="190" y="16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3"/>
              <p:cNvSpPr/>
              <p:nvPr/>
            </p:nvSpPr>
            <p:spPr>
              <a:xfrm>
                <a:off x="3491953" y="5163407"/>
                <a:ext cx="524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38127" h="22400" extrusionOk="0">
                    <a:moveTo>
                      <a:pt x="38317" y="14961"/>
                    </a:moveTo>
                    <a:cubicBezTo>
                      <a:pt x="27223" y="10054"/>
                      <a:pt x="16117" y="5169"/>
                      <a:pt x="4898" y="551"/>
                    </a:cubicBezTo>
                    <a:lnTo>
                      <a:pt x="4869" y="16"/>
                    </a:lnTo>
                    <a:cubicBezTo>
                      <a:pt x="3338" y="199"/>
                      <a:pt x="1720" y="374"/>
                      <a:pt x="190" y="558"/>
                    </a:cubicBezTo>
                    <a:cubicBezTo>
                      <a:pt x="7829" y="7333"/>
                      <a:pt x="14982" y="14637"/>
                      <a:pt x="21595" y="22416"/>
                    </a:cubicBezTo>
                    <a:cubicBezTo>
                      <a:pt x="26615" y="18841"/>
                      <a:pt x="32301" y="16306"/>
                      <a:pt x="38317" y="149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3"/>
              <p:cNvSpPr/>
              <p:nvPr/>
            </p:nvSpPr>
            <p:spPr>
              <a:xfrm>
                <a:off x="3718412" y="5074710"/>
                <a:ext cx="103819" cy="90254"/>
              </a:xfrm>
              <a:custGeom>
                <a:avLst/>
                <a:gdLst/>
                <a:ahLst/>
                <a:cxnLst/>
                <a:rect l="l" t="t" r="r" b="b"/>
                <a:pathLst>
                  <a:path w="75505" h="65639" extrusionOk="0">
                    <a:moveTo>
                      <a:pt x="190" y="11446"/>
                    </a:moveTo>
                    <a:cubicBezTo>
                      <a:pt x="23341" y="32168"/>
                      <a:pt x="48655" y="50342"/>
                      <a:pt x="75696" y="65655"/>
                    </a:cubicBezTo>
                    <a:cubicBezTo>
                      <a:pt x="74546" y="63219"/>
                      <a:pt x="73397" y="60782"/>
                      <a:pt x="72257" y="58258"/>
                    </a:cubicBezTo>
                    <a:cubicBezTo>
                      <a:pt x="64673" y="41877"/>
                      <a:pt x="57174" y="25504"/>
                      <a:pt x="49695" y="8956"/>
                    </a:cubicBezTo>
                    <a:cubicBezTo>
                      <a:pt x="39846" y="5314"/>
                      <a:pt x="29767" y="2327"/>
                      <a:pt x="19523" y="16"/>
                    </a:cubicBezTo>
                    <a:cubicBezTo>
                      <a:pt x="14102" y="5337"/>
                      <a:pt x="7467" y="9260"/>
                      <a:pt x="190" y="11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13"/>
              <p:cNvSpPr/>
              <p:nvPr/>
            </p:nvSpPr>
            <p:spPr>
              <a:xfrm>
                <a:off x="3745005" y="5026612"/>
                <a:ext cx="41486" cy="60372"/>
              </a:xfrm>
              <a:custGeom>
                <a:avLst/>
                <a:gdLst/>
                <a:ahLst/>
                <a:cxnLst/>
                <a:rect l="l" t="t" r="r" b="b"/>
                <a:pathLst>
                  <a:path w="30172" h="43907" extrusionOk="0">
                    <a:moveTo>
                      <a:pt x="30362" y="43923"/>
                    </a:moveTo>
                    <a:cubicBezTo>
                      <a:pt x="23783" y="29342"/>
                      <a:pt x="17344" y="14677"/>
                      <a:pt x="10908" y="16"/>
                    </a:cubicBezTo>
                    <a:cubicBezTo>
                      <a:pt x="10973" y="2817"/>
                      <a:pt x="11017" y="5552"/>
                      <a:pt x="11036" y="8178"/>
                    </a:cubicBezTo>
                    <a:cubicBezTo>
                      <a:pt x="11234" y="18218"/>
                      <a:pt x="7315" y="27902"/>
                      <a:pt x="190" y="34982"/>
                    </a:cubicBezTo>
                    <a:cubicBezTo>
                      <a:pt x="10434" y="37293"/>
                      <a:pt x="20513" y="40280"/>
                      <a:pt x="30362" y="439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3"/>
              <p:cNvSpPr/>
              <p:nvPr/>
            </p:nvSpPr>
            <p:spPr>
              <a:xfrm>
                <a:off x="3580591" y="4604001"/>
                <a:ext cx="709871" cy="1401818"/>
              </a:xfrm>
              <a:custGeom>
                <a:avLst/>
                <a:gdLst/>
                <a:ahLst/>
                <a:cxnLst/>
                <a:rect l="l" t="t" r="r" b="b"/>
                <a:pathLst>
                  <a:path w="516270" h="1019504" extrusionOk="0">
                    <a:moveTo>
                      <a:pt x="515434" y="1010234"/>
                    </a:moveTo>
                    <a:cubicBezTo>
                      <a:pt x="436259" y="886734"/>
                      <a:pt x="362295" y="760112"/>
                      <a:pt x="293542" y="630369"/>
                    </a:cubicBezTo>
                    <a:cubicBezTo>
                      <a:pt x="253650" y="554817"/>
                      <a:pt x="215638" y="478358"/>
                      <a:pt x="179507" y="400992"/>
                    </a:cubicBezTo>
                    <a:cubicBezTo>
                      <a:pt x="179659" y="400770"/>
                      <a:pt x="179790" y="400535"/>
                      <a:pt x="179899" y="400289"/>
                    </a:cubicBezTo>
                    <a:cubicBezTo>
                      <a:pt x="204206" y="324469"/>
                      <a:pt x="191904" y="240808"/>
                      <a:pt x="156769" y="170400"/>
                    </a:cubicBezTo>
                    <a:cubicBezTo>
                      <a:pt x="122601" y="101929"/>
                      <a:pt x="68135" y="45938"/>
                      <a:pt x="7178" y="635"/>
                    </a:cubicBezTo>
                    <a:cubicBezTo>
                      <a:pt x="4943" y="-647"/>
                      <a:pt x="2091" y="125"/>
                      <a:pt x="808" y="2359"/>
                    </a:cubicBezTo>
                    <a:cubicBezTo>
                      <a:pt x="409" y="3054"/>
                      <a:pt x="196" y="3841"/>
                      <a:pt x="190" y="4642"/>
                    </a:cubicBezTo>
                    <a:cubicBezTo>
                      <a:pt x="4416" y="51452"/>
                      <a:pt x="8642" y="98261"/>
                      <a:pt x="12870" y="145071"/>
                    </a:cubicBezTo>
                    <a:cubicBezTo>
                      <a:pt x="16562" y="185962"/>
                      <a:pt x="17699" y="228871"/>
                      <a:pt x="32972" y="267507"/>
                    </a:cubicBezTo>
                    <a:cubicBezTo>
                      <a:pt x="57324" y="329113"/>
                      <a:pt x="111450" y="376997"/>
                      <a:pt x="169247" y="407470"/>
                    </a:cubicBezTo>
                    <a:cubicBezTo>
                      <a:pt x="170138" y="409393"/>
                      <a:pt x="171002" y="411328"/>
                      <a:pt x="171895" y="413250"/>
                    </a:cubicBezTo>
                    <a:cubicBezTo>
                      <a:pt x="233703" y="546308"/>
                      <a:pt x="301270" y="676460"/>
                      <a:pt x="374595" y="803707"/>
                    </a:cubicBezTo>
                    <a:cubicBezTo>
                      <a:pt x="416122" y="875747"/>
                      <a:pt x="459436" y="946712"/>
                      <a:pt x="504535" y="1016600"/>
                    </a:cubicBezTo>
                    <a:cubicBezTo>
                      <a:pt x="508923" y="1023396"/>
                      <a:pt x="519835" y="1017100"/>
                      <a:pt x="515434" y="1010234"/>
                    </a:cubicBezTo>
                    <a:close/>
                    <a:moveTo>
                      <a:pt x="173558" y="388334"/>
                    </a:moveTo>
                    <a:cubicBezTo>
                      <a:pt x="168526" y="377510"/>
                      <a:pt x="163571" y="366649"/>
                      <a:pt x="158610" y="355792"/>
                    </a:cubicBezTo>
                    <a:cubicBezTo>
                      <a:pt x="158949" y="355456"/>
                      <a:pt x="159207" y="355047"/>
                      <a:pt x="159364" y="354597"/>
                    </a:cubicBezTo>
                    <a:cubicBezTo>
                      <a:pt x="164652" y="337779"/>
                      <a:pt x="172538" y="321891"/>
                      <a:pt x="182735" y="307507"/>
                    </a:cubicBezTo>
                    <a:cubicBezTo>
                      <a:pt x="183660" y="334753"/>
                      <a:pt x="180567" y="361987"/>
                      <a:pt x="173558" y="388334"/>
                    </a:cubicBezTo>
                    <a:close/>
                    <a:moveTo>
                      <a:pt x="88118" y="335217"/>
                    </a:moveTo>
                    <a:cubicBezTo>
                      <a:pt x="71544" y="318280"/>
                      <a:pt x="57771" y="298815"/>
                      <a:pt x="47318" y="277553"/>
                    </a:cubicBezTo>
                    <a:cubicBezTo>
                      <a:pt x="71688" y="280141"/>
                      <a:pt x="95635" y="285774"/>
                      <a:pt x="118600" y="294320"/>
                    </a:cubicBezTo>
                    <a:cubicBezTo>
                      <a:pt x="125927" y="311250"/>
                      <a:pt x="133352" y="328139"/>
                      <a:pt x="140873" y="344984"/>
                    </a:cubicBezTo>
                    <a:cubicBezTo>
                      <a:pt x="123864" y="339154"/>
                      <a:pt x="106088" y="335863"/>
                      <a:pt x="88118" y="335217"/>
                    </a:cubicBezTo>
                    <a:close/>
                    <a:moveTo>
                      <a:pt x="182314" y="297509"/>
                    </a:moveTo>
                    <a:cubicBezTo>
                      <a:pt x="170059" y="312534"/>
                      <a:pt x="160850" y="329801"/>
                      <a:pt x="155202" y="348345"/>
                    </a:cubicBezTo>
                    <a:cubicBezTo>
                      <a:pt x="146063" y="328267"/>
                      <a:pt x="137034" y="308136"/>
                      <a:pt x="128115" y="287955"/>
                    </a:cubicBezTo>
                    <a:cubicBezTo>
                      <a:pt x="136894" y="262676"/>
                      <a:pt x="149829" y="239036"/>
                      <a:pt x="166389" y="218009"/>
                    </a:cubicBezTo>
                    <a:cubicBezTo>
                      <a:pt x="175100" y="243713"/>
                      <a:pt x="180452" y="270434"/>
                      <a:pt x="182314" y="297509"/>
                    </a:cubicBezTo>
                    <a:close/>
                    <a:moveTo>
                      <a:pt x="147046" y="171870"/>
                    </a:moveTo>
                    <a:cubicBezTo>
                      <a:pt x="153560" y="184618"/>
                      <a:pt x="159255" y="197768"/>
                      <a:pt x="164100" y="211238"/>
                    </a:cubicBezTo>
                    <a:cubicBezTo>
                      <a:pt x="147323" y="231806"/>
                      <a:pt x="133951" y="254926"/>
                      <a:pt x="124492" y="279721"/>
                    </a:cubicBezTo>
                    <a:cubicBezTo>
                      <a:pt x="117717" y="264280"/>
                      <a:pt x="111006" y="248810"/>
                      <a:pt x="104356" y="233311"/>
                    </a:cubicBezTo>
                    <a:cubicBezTo>
                      <a:pt x="74163" y="162772"/>
                      <a:pt x="46962" y="91016"/>
                      <a:pt x="17393" y="20238"/>
                    </a:cubicBezTo>
                    <a:cubicBezTo>
                      <a:pt x="70992" y="60905"/>
                      <a:pt x="115210" y="112619"/>
                      <a:pt x="147046" y="171870"/>
                    </a:cubicBezTo>
                    <a:close/>
                    <a:moveTo>
                      <a:pt x="21272" y="136294"/>
                    </a:moveTo>
                    <a:cubicBezTo>
                      <a:pt x="17760" y="97085"/>
                      <a:pt x="14247" y="57875"/>
                      <a:pt x="10735" y="18665"/>
                    </a:cubicBezTo>
                    <a:cubicBezTo>
                      <a:pt x="31878" y="84598"/>
                      <a:pt x="58072" y="149173"/>
                      <a:pt x="84313" y="213169"/>
                    </a:cubicBezTo>
                    <a:cubicBezTo>
                      <a:pt x="94354" y="237653"/>
                      <a:pt x="104633" y="262037"/>
                      <a:pt x="115150" y="286320"/>
                    </a:cubicBezTo>
                    <a:cubicBezTo>
                      <a:pt x="92717" y="277523"/>
                      <a:pt x="68902" y="272769"/>
                      <a:pt x="44808" y="272278"/>
                    </a:cubicBezTo>
                    <a:cubicBezTo>
                      <a:pt x="42863" y="267894"/>
                      <a:pt x="41037" y="263427"/>
                      <a:pt x="39409" y="258823"/>
                    </a:cubicBezTo>
                    <a:cubicBezTo>
                      <a:pt x="25645" y="219896"/>
                      <a:pt x="24923" y="177041"/>
                      <a:pt x="21272" y="136294"/>
                    </a:cubicBezTo>
                    <a:close/>
                    <a:moveTo>
                      <a:pt x="92864" y="340006"/>
                    </a:moveTo>
                    <a:cubicBezTo>
                      <a:pt x="110269" y="342729"/>
                      <a:pt x="127424" y="346864"/>
                      <a:pt x="144157" y="352369"/>
                    </a:cubicBezTo>
                    <a:cubicBezTo>
                      <a:pt x="150807" y="367196"/>
                      <a:pt x="157533" y="381989"/>
                      <a:pt x="164336" y="396748"/>
                    </a:cubicBezTo>
                    <a:cubicBezTo>
                      <a:pt x="138769" y="380136"/>
                      <a:pt x="114838" y="361137"/>
                      <a:pt x="92864" y="3400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3"/>
              <p:cNvSpPr/>
              <p:nvPr/>
            </p:nvSpPr>
            <p:spPr>
              <a:xfrm>
                <a:off x="3484347" y="5145074"/>
                <a:ext cx="474511" cy="289409"/>
              </a:xfrm>
              <a:custGeom>
                <a:avLst/>
                <a:gdLst/>
                <a:ahLst/>
                <a:cxnLst/>
                <a:rect l="l" t="t" r="r" b="b"/>
                <a:pathLst>
                  <a:path w="345099" h="210479" extrusionOk="0">
                    <a:moveTo>
                      <a:pt x="343637" y="201281"/>
                    </a:moveTo>
                    <a:cubicBezTo>
                      <a:pt x="323447" y="185211"/>
                      <a:pt x="302472" y="170070"/>
                      <a:pt x="281143" y="155430"/>
                    </a:cubicBezTo>
                    <a:cubicBezTo>
                      <a:pt x="281699" y="154357"/>
                      <a:pt x="281768" y="153097"/>
                      <a:pt x="281331" y="151970"/>
                    </a:cubicBezTo>
                    <a:cubicBezTo>
                      <a:pt x="264322" y="98905"/>
                      <a:pt x="228737" y="53749"/>
                      <a:pt x="181105" y="24783"/>
                    </a:cubicBezTo>
                    <a:cubicBezTo>
                      <a:pt x="157724" y="11236"/>
                      <a:pt x="131648" y="2991"/>
                      <a:pt x="104724" y="633"/>
                    </a:cubicBezTo>
                    <a:cubicBezTo>
                      <a:pt x="71906" y="-2043"/>
                      <a:pt x="38199" y="4622"/>
                      <a:pt x="5681" y="8446"/>
                    </a:cubicBezTo>
                    <a:cubicBezTo>
                      <a:pt x="1489" y="8939"/>
                      <a:pt x="-2005" y="14229"/>
                      <a:pt x="1865" y="17652"/>
                    </a:cubicBezTo>
                    <a:cubicBezTo>
                      <a:pt x="44048" y="54954"/>
                      <a:pt x="66920" y="109357"/>
                      <a:pt x="110742" y="144996"/>
                    </a:cubicBezTo>
                    <a:cubicBezTo>
                      <a:pt x="132373" y="162721"/>
                      <a:pt x="158591" y="173953"/>
                      <a:pt x="186353" y="177388"/>
                    </a:cubicBezTo>
                    <a:cubicBezTo>
                      <a:pt x="200217" y="179137"/>
                      <a:pt x="214261" y="178855"/>
                      <a:pt x="228043" y="176550"/>
                    </a:cubicBezTo>
                    <a:cubicBezTo>
                      <a:pt x="244376" y="173770"/>
                      <a:pt x="259443" y="166720"/>
                      <a:pt x="275920" y="165066"/>
                    </a:cubicBezTo>
                    <a:cubicBezTo>
                      <a:pt x="296570" y="179568"/>
                      <a:pt x="317001" y="194414"/>
                      <a:pt x="337212" y="209604"/>
                    </a:cubicBezTo>
                    <a:cubicBezTo>
                      <a:pt x="341973" y="213194"/>
                      <a:pt x="348347" y="205030"/>
                      <a:pt x="343637" y="201281"/>
                    </a:cubicBezTo>
                    <a:close/>
                    <a:moveTo>
                      <a:pt x="246804" y="132689"/>
                    </a:moveTo>
                    <a:cubicBezTo>
                      <a:pt x="243152" y="124432"/>
                      <a:pt x="240441" y="115792"/>
                      <a:pt x="238722" y="106930"/>
                    </a:cubicBezTo>
                    <a:cubicBezTo>
                      <a:pt x="237751" y="101839"/>
                      <a:pt x="237125" y="96689"/>
                      <a:pt x="236848" y="91514"/>
                    </a:cubicBezTo>
                    <a:cubicBezTo>
                      <a:pt x="236811" y="90832"/>
                      <a:pt x="236845" y="90085"/>
                      <a:pt x="236858" y="89357"/>
                    </a:cubicBezTo>
                    <a:cubicBezTo>
                      <a:pt x="249897" y="107051"/>
                      <a:pt x="260593" y="126354"/>
                      <a:pt x="268680" y="146788"/>
                    </a:cubicBezTo>
                    <a:cubicBezTo>
                      <a:pt x="261464" y="141967"/>
                      <a:pt x="254117" y="137359"/>
                      <a:pt x="246804" y="132689"/>
                    </a:cubicBezTo>
                    <a:close/>
                    <a:moveTo>
                      <a:pt x="230182" y="80773"/>
                    </a:moveTo>
                    <a:cubicBezTo>
                      <a:pt x="229833" y="84610"/>
                      <a:pt x="229905" y="88473"/>
                      <a:pt x="230398" y="92294"/>
                    </a:cubicBezTo>
                    <a:cubicBezTo>
                      <a:pt x="230726" y="97788"/>
                      <a:pt x="231405" y="103256"/>
                      <a:pt x="232430" y="108664"/>
                    </a:cubicBezTo>
                    <a:cubicBezTo>
                      <a:pt x="233609" y="114787"/>
                      <a:pt x="235261" y="120810"/>
                      <a:pt x="237369" y="126678"/>
                    </a:cubicBezTo>
                    <a:cubicBezTo>
                      <a:pt x="220132" y="115879"/>
                      <a:pt x="202743" y="105346"/>
                      <a:pt x="185106" y="95330"/>
                    </a:cubicBezTo>
                    <a:cubicBezTo>
                      <a:pt x="185083" y="94955"/>
                      <a:pt x="184992" y="94587"/>
                      <a:pt x="184837" y="94245"/>
                    </a:cubicBezTo>
                    <a:cubicBezTo>
                      <a:pt x="173461" y="72462"/>
                      <a:pt x="164750" y="49390"/>
                      <a:pt x="158890" y="25527"/>
                    </a:cubicBezTo>
                    <a:cubicBezTo>
                      <a:pt x="163526" y="27579"/>
                      <a:pt x="168106" y="29760"/>
                      <a:pt x="172559" y="32195"/>
                    </a:cubicBezTo>
                    <a:cubicBezTo>
                      <a:pt x="194710" y="44539"/>
                      <a:pt x="214274" y="61032"/>
                      <a:pt x="230182" y="80773"/>
                    </a:cubicBezTo>
                    <a:close/>
                    <a:moveTo>
                      <a:pt x="93338" y="10820"/>
                    </a:moveTo>
                    <a:cubicBezTo>
                      <a:pt x="114821" y="11207"/>
                      <a:pt x="136026" y="15737"/>
                      <a:pt x="155789" y="24162"/>
                    </a:cubicBezTo>
                    <a:cubicBezTo>
                      <a:pt x="155651" y="24353"/>
                      <a:pt x="155576" y="24583"/>
                      <a:pt x="155576" y="24819"/>
                    </a:cubicBezTo>
                    <a:cubicBezTo>
                      <a:pt x="158200" y="47573"/>
                      <a:pt x="164971" y="69655"/>
                      <a:pt x="175553" y="89971"/>
                    </a:cubicBezTo>
                    <a:cubicBezTo>
                      <a:pt x="126326" y="62085"/>
                      <a:pt x="75181" y="37727"/>
                      <a:pt x="22501" y="17080"/>
                    </a:cubicBezTo>
                    <a:cubicBezTo>
                      <a:pt x="45932" y="13291"/>
                      <a:pt x="69606" y="11199"/>
                      <a:pt x="93338" y="10820"/>
                    </a:cubicBezTo>
                    <a:close/>
                    <a:moveTo>
                      <a:pt x="19267" y="19556"/>
                    </a:moveTo>
                    <a:cubicBezTo>
                      <a:pt x="69161" y="42662"/>
                      <a:pt x="118043" y="66876"/>
                      <a:pt x="165661" y="94330"/>
                    </a:cubicBezTo>
                    <a:cubicBezTo>
                      <a:pt x="142719" y="97819"/>
                      <a:pt x="121479" y="108500"/>
                      <a:pt x="105004" y="124832"/>
                    </a:cubicBezTo>
                    <a:cubicBezTo>
                      <a:pt x="72766" y="92931"/>
                      <a:pt x="51167" y="51811"/>
                      <a:pt x="19268" y="19556"/>
                    </a:cubicBezTo>
                    <a:close/>
                    <a:moveTo>
                      <a:pt x="109759" y="129520"/>
                    </a:moveTo>
                    <a:cubicBezTo>
                      <a:pt x="118443" y="121031"/>
                      <a:pt x="128453" y="114013"/>
                      <a:pt x="139396" y="108742"/>
                    </a:cubicBezTo>
                    <a:cubicBezTo>
                      <a:pt x="150547" y="103635"/>
                      <a:pt x="162502" y="100502"/>
                      <a:pt x="174727" y="99484"/>
                    </a:cubicBezTo>
                    <a:cubicBezTo>
                      <a:pt x="176275" y="100395"/>
                      <a:pt x="177855" y="101224"/>
                      <a:pt x="179401" y="102143"/>
                    </a:cubicBezTo>
                    <a:cubicBezTo>
                      <a:pt x="198516" y="113492"/>
                      <a:pt x="217184" y="125456"/>
                      <a:pt x="235678" y="137666"/>
                    </a:cubicBezTo>
                    <a:cubicBezTo>
                      <a:pt x="211485" y="142546"/>
                      <a:pt x="188089" y="150770"/>
                      <a:pt x="166166" y="162100"/>
                    </a:cubicBezTo>
                    <a:cubicBezTo>
                      <a:pt x="146181" y="156143"/>
                      <a:pt x="127761" y="145847"/>
                      <a:pt x="112222" y="131947"/>
                    </a:cubicBezTo>
                    <a:cubicBezTo>
                      <a:pt x="111358" y="131175"/>
                      <a:pt x="110607" y="130305"/>
                      <a:pt x="109759" y="129520"/>
                    </a:cubicBezTo>
                    <a:close/>
                    <a:moveTo>
                      <a:pt x="239446" y="163691"/>
                    </a:moveTo>
                    <a:cubicBezTo>
                      <a:pt x="224676" y="167320"/>
                      <a:pt x="209424" y="168587"/>
                      <a:pt x="194258" y="167445"/>
                    </a:cubicBezTo>
                    <a:cubicBezTo>
                      <a:pt x="187671" y="166899"/>
                      <a:pt x="181133" y="165870"/>
                      <a:pt x="174696" y="164367"/>
                    </a:cubicBezTo>
                    <a:cubicBezTo>
                      <a:pt x="196720" y="154671"/>
                      <a:pt x="219745" y="147428"/>
                      <a:pt x="243354" y="142767"/>
                    </a:cubicBezTo>
                    <a:cubicBezTo>
                      <a:pt x="250784" y="147735"/>
                      <a:pt x="258228" y="152687"/>
                      <a:pt x="265578" y="157772"/>
                    </a:cubicBezTo>
                    <a:cubicBezTo>
                      <a:pt x="256755" y="159215"/>
                      <a:pt x="248028" y="161192"/>
                      <a:pt x="239446" y="163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3"/>
              <p:cNvSpPr/>
              <p:nvPr/>
            </p:nvSpPr>
            <p:spPr>
              <a:xfrm>
                <a:off x="3938187" y="4798147"/>
                <a:ext cx="219424" cy="729614"/>
              </a:xfrm>
              <a:custGeom>
                <a:avLst/>
                <a:gdLst/>
                <a:ahLst/>
                <a:cxnLst/>
                <a:rect l="l" t="t" r="r" b="b"/>
                <a:pathLst>
                  <a:path w="159581" h="530628" extrusionOk="0">
                    <a:moveTo>
                      <a:pt x="131016" y="3617"/>
                    </a:moveTo>
                    <a:cubicBezTo>
                      <a:pt x="130192" y="929"/>
                      <a:pt x="127344" y="-583"/>
                      <a:pt x="124654" y="240"/>
                    </a:cubicBezTo>
                    <a:cubicBezTo>
                      <a:pt x="123478" y="600"/>
                      <a:pt x="122472" y="1373"/>
                      <a:pt x="121822" y="2416"/>
                    </a:cubicBezTo>
                    <a:cubicBezTo>
                      <a:pt x="105209" y="34539"/>
                      <a:pt x="72610" y="52666"/>
                      <a:pt x="49282" y="79168"/>
                    </a:cubicBezTo>
                    <a:cubicBezTo>
                      <a:pt x="26884" y="105106"/>
                      <a:pt x="11539" y="136364"/>
                      <a:pt x="4719" y="169939"/>
                    </a:cubicBezTo>
                    <a:cubicBezTo>
                      <a:pt x="-8563" y="239188"/>
                      <a:pt x="7664" y="310835"/>
                      <a:pt x="49491" y="367620"/>
                    </a:cubicBezTo>
                    <a:cubicBezTo>
                      <a:pt x="44874" y="420087"/>
                      <a:pt x="44029" y="472817"/>
                      <a:pt x="46962" y="525404"/>
                    </a:cubicBezTo>
                    <a:cubicBezTo>
                      <a:pt x="47068" y="528402"/>
                      <a:pt x="49586" y="530746"/>
                      <a:pt x="52586" y="530640"/>
                    </a:cubicBezTo>
                    <a:cubicBezTo>
                      <a:pt x="55437" y="530540"/>
                      <a:pt x="57725" y="528253"/>
                      <a:pt x="57825" y="525404"/>
                    </a:cubicBezTo>
                    <a:cubicBezTo>
                      <a:pt x="57717" y="473844"/>
                      <a:pt x="58588" y="422646"/>
                      <a:pt x="61776" y="371528"/>
                    </a:cubicBezTo>
                    <a:cubicBezTo>
                      <a:pt x="63906" y="373317"/>
                      <a:pt x="67085" y="373041"/>
                      <a:pt x="68875" y="370911"/>
                    </a:cubicBezTo>
                    <a:cubicBezTo>
                      <a:pt x="69015" y="370745"/>
                      <a:pt x="69143" y="370570"/>
                      <a:pt x="69260" y="370387"/>
                    </a:cubicBezTo>
                    <a:cubicBezTo>
                      <a:pt x="103752" y="316973"/>
                      <a:pt x="138833" y="261283"/>
                      <a:pt x="153595" y="198670"/>
                    </a:cubicBezTo>
                    <a:cubicBezTo>
                      <a:pt x="169473" y="131318"/>
                      <a:pt x="152133" y="67658"/>
                      <a:pt x="131016" y="3617"/>
                    </a:cubicBezTo>
                    <a:close/>
                    <a:moveTo>
                      <a:pt x="147242" y="178471"/>
                    </a:moveTo>
                    <a:cubicBezTo>
                      <a:pt x="121972" y="186727"/>
                      <a:pt x="98873" y="200534"/>
                      <a:pt x="79642" y="218879"/>
                    </a:cubicBezTo>
                    <a:cubicBezTo>
                      <a:pt x="84409" y="191359"/>
                      <a:pt x="89865" y="163971"/>
                      <a:pt x="96008" y="136716"/>
                    </a:cubicBezTo>
                    <a:cubicBezTo>
                      <a:pt x="96553" y="134310"/>
                      <a:pt x="97192" y="131929"/>
                      <a:pt x="97756" y="129528"/>
                    </a:cubicBezTo>
                    <a:cubicBezTo>
                      <a:pt x="110434" y="113365"/>
                      <a:pt x="126662" y="100333"/>
                      <a:pt x="145186" y="91440"/>
                    </a:cubicBezTo>
                    <a:cubicBezTo>
                      <a:pt x="145859" y="94930"/>
                      <a:pt x="146690" y="98385"/>
                      <a:pt x="147249" y="101899"/>
                    </a:cubicBezTo>
                    <a:cubicBezTo>
                      <a:pt x="151293" y="127263"/>
                      <a:pt x="151291" y="153108"/>
                      <a:pt x="147242" y="178471"/>
                    </a:cubicBezTo>
                    <a:close/>
                    <a:moveTo>
                      <a:pt x="56595" y="300475"/>
                    </a:moveTo>
                    <a:cubicBezTo>
                      <a:pt x="46629" y="283302"/>
                      <a:pt x="31749" y="269503"/>
                      <a:pt x="13868" y="260853"/>
                    </a:cubicBezTo>
                    <a:cubicBezTo>
                      <a:pt x="8906" y="234891"/>
                      <a:pt x="8465" y="208268"/>
                      <a:pt x="12566" y="182156"/>
                    </a:cubicBezTo>
                    <a:cubicBezTo>
                      <a:pt x="21773" y="189108"/>
                      <a:pt x="31154" y="195786"/>
                      <a:pt x="39863" y="203416"/>
                    </a:cubicBezTo>
                    <a:cubicBezTo>
                      <a:pt x="49510" y="211950"/>
                      <a:pt x="58560" y="221134"/>
                      <a:pt x="66952" y="230904"/>
                    </a:cubicBezTo>
                    <a:cubicBezTo>
                      <a:pt x="65126" y="241485"/>
                      <a:pt x="63413" y="252086"/>
                      <a:pt x="61812" y="262707"/>
                    </a:cubicBezTo>
                    <a:cubicBezTo>
                      <a:pt x="59931" y="275235"/>
                      <a:pt x="58192" y="287824"/>
                      <a:pt x="56595" y="300475"/>
                    </a:cubicBezTo>
                    <a:close/>
                    <a:moveTo>
                      <a:pt x="144139" y="86133"/>
                    </a:moveTo>
                    <a:cubicBezTo>
                      <a:pt x="127555" y="93824"/>
                      <a:pt x="112700" y="104790"/>
                      <a:pt x="100469" y="118370"/>
                    </a:cubicBezTo>
                    <a:cubicBezTo>
                      <a:pt x="108542" y="85591"/>
                      <a:pt x="117812" y="53132"/>
                      <a:pt x="125897" y="20364"/>
                    </a:cubicBezTo>
                    <a:cubicBezTo>
                      <a:pt x="133165" y="41941"/>
                      <a:pt x="139255" y="63896"/>
                      <a:pt x="144139" y="86133"/>
                    </a:cubicBezTo>
                    <a:close/>
                    <a:moveTo>
                      <a:pt x="65804" y="76300"/>
                    </a:moveTo>
                    <a:cubicBezTo>
                      <a:pt x="84241" y="58221"/>
                      <a:pt x="105613" y="42927"/>
                      <a:pt x="121003" y="22307"/>
                    </a:cubicBezTo>
                    <a:cubicBezTo>
                      <a:pt x="107473" y="58183"/>
                      <a:pt x="96336" y="94915"/>
                      <a:pt x="87666" y="132263"/>
                    </a:cubicBezTo>
                    <a:cubicBezTo>
                      <a:pt x="87584" y="132591"/>
                      <a:pt x="87514" y="132923"/>
                      <a:pt x="87432" y="133251"/>
                    </a:cubicBezTo>
                    <a:cubicBezTo>
                      <a:pt x="76294" y="118978"/>
                      <a:pt x="63915" y="105717"/>
                      <a:pt x="50439" y="93622"/>
                    </a:cubicBezTo>
                    <a:cubicBezTo>
                      <a:pt x="55172" y="87515"/>
                      <a:pt x="60305" y="81728"/>
                      <a:pt x="65804" y="76300"/>
                    </a:cubicBezTo>
                    <a:close/>
                    <a:moveTo>
                      <a:pt x="48307" y="96352"/>
                    </a:moveTo>
                    <a:cubicBezTo>
                      <a:pt x="61689" y="109972"/>
                      <a:pt x="74264" y="124362"/>
                      <a:pt x="85969" y="139446"/>
                    </a:cubicBezTo>
                    <a:cubicBezTo>
                      <a:pt x="79182" y="167289"/>
                      <a:pt x="73289" y="195323"/>
                      <a:pt x="68290" y="223548"/>
                    </a:cubicBezTo>
                    <a:cubicBezTo>
                      <a:pt x="52706" y="205079"/>
                      <a:pt x="34146" y="189340"/>
                      <a:pt x="13374" y="176979"/>
                    </a:cubicBezTo>
                    <a:cubicBezTo>
                      <a:pt x="14192" y="172636"/>
                      <a:pt x="15150" y="168314"/>
                      <a:pt x="16249" y="164012"/>
                    </a:cubicBezTo>
                    <a:cubicBezTo>
                      <a:pt x="22394" y="139577"/>
                      <a:pt x="33286" y="116587"/>
                      <a:pt x="48307" y="96352"/>
                    </a:cubicBezTo>
                    <a:close/>
                    <a:moveTo>
                      <a:pt x="15571" y="269594"/>
                    </a:moveTo>
                    <a:cubicBezTo>
                      <a:pt x="15406" y="268851"/>
                      <a:pt x="15293" y="268099"/>
                      <a:pt x="15135" y="267355"/>
                    </a:cubicBezTo>
                    <a:cubicBezTo>
                      <a:pt x="31902" y="277968"/>
                      <a:pt x="45655" y="292712"/>
                      <a:pt x="55074" y="310169"/>
                    </a:cubicBezTo>
                    <a:cubicBezTo>
                      <a:pt x="55148" y="310313"/>
                      <a:pt x="55287" y="310381"/>
                      <a:pt x="55381" y="310503"/>
                    </a:cubicBezTo>
                    <a:cubicBezTo>
                      <a:pt x="53499" y="325938"/>
                      <a:pt x="51792" y="341420"/>
                      <a:pt x="50387" y="356956"/>
                    </a:cubicBezTo>
                    <a:cubicBezTo>
                      <a:pt x="34895" y="329536"/>
                      <a:pt x="23184" y="300150"/>
                      <a:pt x="15571" y="269594"/>
                    </a:cubicBezTo>
                    <a:close/>
                    <a:moveTo>
                      <a:pt x="62302" y="362571"/>
                    </a:moveTo>
                    <a:cubicBezTo>
                      <a:pt x="63627" y="343058"/>
                      <a:pt x="65361" y="323549"/>
                      <a:pt x="67504" y="304044"/>
                    </a:cubicBezTo>
                    <a:cubicBezTo>
                      <a:pt x="80158" y="293686"/>
                      <a:pt x="94844" y="286093"/>
                      <a:pt x="110614" y="281754"/>
                    </a:cubicBezTo>
                    <a:cubicBezTo>
                      <a:pt x="96108" y="309616"/>
                      <a:pt x="79210" y="336362"/>
                      <a:pt x="62302" y="362571"/>
                    </a:cubicBezTo>
                    <a:close/>
                    <a:moveTo>
                      <a:pt x="114124" y="274772"/>
                    </a:moveTo>
                    <a:cubicBezTo>
                      <a:pt x="97579" y="278329"/>
                      <a:pt x="81988" y="285388"/>
                      <a:pt x="68403" y="295473"/>
                    </a:cubicBezTo>
                    <a:cubicBezTo>
                      <a:pt x="69636" y="284824"/>
                      <a:pt x="71005" y="274171"/>
                      <a:pt x="72512" y="263515"/>
                    </a:cubicBezTo>
                    <a:cubicBezTo>
                      <a:pt x="74168" y="251879"/>
                      <a:pt x="75972" y="240265"/>
                      <a:pt x="77925" y="228673"/>
                    </a:cubicBezTo>
                    <a:cubicBezTo>
                      <a:pt x="97627" y="209762"/>
                      <a:pt x="120801" y="194834"/>
                      <a:pt x="146171" y="184710"/>
                    </a:cubicBezTo>
                    <a:cubicBezTo>
                      <a:pt x="145246" y="189697"/>
                      <a:pt x="144219" y="194675"/>
                      <a:pt x="142980" y="199630"/>
                    </a:cubicBezTo>
                    <a:cubicBezTo>
                      <a:pt x="136156" y="225662"/>
                      <a:pt x="126479" y="250862"/>
                      <a:pt x="114124" y="274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13"/>
            <p:cNvGrpSpPr/>
            <p:nvPr/>
          </p:nvGrpSpPr>
          <p:grpSpPr>
            <a:xfrm rot="-628100">
              <a:off x="-71568" y="4733703"/>
              <a:ext cx="1472605" cy="465482"/>
              <a:chOff x="-214172" y="5156855"/>
              <a:chExt cx="1683830" cy="532260"/>
            </a:xfrm>
          </p:grpSpPr>
          <p:sp>
            <p:nvSpPr>
              <p:cNvPr id="771" name="Google Shape;771;p13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3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3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3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3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3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3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3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3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3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3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3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3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4" name="Google Shape;784;p13"/>
            <p:cNvGrpSpPr/>
            <p:nvPr/>
          </p:nvGrpSpPr>
          <p:grpSpPr>
            <a:xfrm rot="-1409475">
              <a:off x="-309988" y="4663970"/>
              <a:ext cx="736671" cy="585689"/>
              <a:chOff x="969638" y="5223655"/>
              <a:chExt cx="736688" cy="585703"/>
            </a:xfrm>
          </p:grpSpPr>
          <p:sp>
            <p:nvSpPr>
              <p:cNvPr id="785" name="Google Shape;785;p13"/>
              <p:cNvSpPr/>
              <p:nvPr/>
            </p:nvSpPr>
            <p:spPr>
              <a:xfrm rot="-1596821" flipH="1">
                <a:off x="1058432" y="5563427"/>
                <a:ext cx="179241" cy="189847"/>
              </a:xfrm>
              <a:custGeom>
                <a:avLst/>
                <a:gdLst/>
                <a:ahLst/>
                <a:cxnLst/>
                <a:rect l="l" t="t" r="r" b="b"/>
                <a:pathLst>
                  <a:path w="136093" h="144146" extrusionOk="0">
                    <a:moveTo>
                      <a:pt x="136094" y="143067"/>
                    </a:moveTo>
                    <a:cubicBezTo>
                      <a:pt x="99855" y="88789"/>
                      <a:pt x="55346" y="40517"/>
                      <a:pt x="4182" y="0"/>
                    </a:cubicBezTo>
                    <a:lnTo>
                      <a:pt x="0" y="5317"/>
                    </a:lnTo>
                    <a:cubicBezTo>
                      <a:pt x="14712" y="39165"/>
                      <a:pt x="33198" y="71245"/>
                      <a:pt x="55106" y="100948"/>
                    </a:cubicBezTo>
                    <a:lnTo>
                      <a:pt x="54977" y="100996"/>
                    </a:lnTo>
                    <a:cubicBezTo>
                      <a:pt x="81680" y="115169"/>
                      <a:pt x="108223" y="129698"/>
                      <a:pt x="134588" y="1441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3"/>
              <p:cNvSpPr/>
              <p:nvPr/>
            </p:nvSpPr>
            <p:spPr>
              <a:xfrm rot="-1596821" flipH="1">
                <a:off x="1125659" y="5453894"/>
                <a:ext cx="183632" cy="200585"/>
              </a:xfrm>
              <a:custGeom>
                <a:avLst/>
                <a:gdLst/>
                <a:ahLst/>
                <a:cxnLst/>
                <a:rect l="l" t="t" r="r" b="b"/>
                <a:pathLst>
                  <a:path w="139427" h="152299" extrusionOk="0">
                    <a:moveTo>
                      <a:pt x="0" y="3254"/>
                    </a:moveTo>
                    <a:cubicBezTo>
                      <a:pt x="12220" y="39116"/>
                      <a:pt x="29451" y="73069"/>
                      <a:pt x="51181" y="104105"/>
                    </a:cubicBezTo>
                    <a:cubicBezTo>
                      <a:pt x="49667" y="104379"/>
                      <a:pt x="48112" y="104741"/>
                      <a:pt x="46598" y="105015"/>
                    </a:cubicBezTo>
                    <a:cubicBezTo>
                      <a:pt x="77796" y="120003"/>
                      <a:pt x="108705" y="135982"/>
                      <a:pt x="139299" y="152300"/>
                    </a:cubicBezTo>
                    <a:lnTo>
                      <a:pt x="139428" y="152252"/>
                    </a:lnTo>
                    <a:cubicBezTo>
                      <a:pt x="117519" y="122549"/>
                      <a:pt x="99034" y="90469"/>
                      <a:pt x="84322" y="56620"/>
                    </a:cubicBezTo>
                    <a:lnTo>
                      <a:pt x="88504" y="51304"/>
                    </a:lnTo>
                    <a:cubicBezTo>
                      <a:pt x="80231" y="44922"/>
                      <a:pt x="71620" y="38815"/>
                      <a:pt x="62824" y="32997"/>
                    </a:cubicBezTo>
                    <a:cubicBezTo>
                      <a:pt x="43381" y="20192"/>
                      <a:pt x="22834" y="9149"/>
                      <a:pt x="1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3"/>
              <p:cNvSpPr/>
              <p:nvPr/>
            </p:nvSpPr>
            <p:spPr>
              <a:xfrm rot="-1596821" flipH="1">
                <a:off x="1207464" y="5371251"/>
                <a:ext cx="192823" cy="172109"/>
              </a:xfrm>
              <a:custGeom>
                <a:avLst/>
                <a:gdLst/>
                <a:ahLst/>
                <a:cxnLst/>
                <a:rect l="l" t="t" r="r" b="b"/>
                <a:pathLst>
                  <a:path w="146406" h="130678" extrusionOk="0">
                    <a:moveTo>
                      <a:pt x="0" y="0"/>
                    </a:moveTo>
                    <a:cubicBezTo>
                      <a:pt x="8739" y="32739"/>
                      <a:pt x="25576" y="62753"/>
                      <a:pt x="48960" y="87277"/>
                    </a:cubicBezTo>
                    <a:cubicBezTo>
                      <a:pt x="47994" y="87639"/>
                      <a:pt x="47027" y="88001"/>
                      <a:pt x="46084" y="88428"/>
                    </a:cubicBezTo>
                    <a:cubicBezTo>
                      <a:pt x="78378" y="101242"/>
                      <a:pt x="110270" y="115529"/>
                      <a:pt x="141823" y="130678"/>
                    </a:cubicBezTo>
                    <a:cubicBezTo>
                      <a:pt x="143338" y="130404"/>
                      <a:pt x="144892" y="130042"/>
                      <a:pt x="146407" y="129768"/>
                    </a:cubicBezTo>
                    <a:cubicBezTo>
                      <a:pt x="124677" y="98733"/>
                      <a:pt x="107446" y="64780"/>
                      <a:pt x="95225" y="28918"/>
                    </a:cubicBezTo>
                    <a:lnTo>
                      <a:pt x="96651" y="25663"/>
                    </a:lnTo>
                    <a:cubicBezTo>
                      <a:pt x="65904" y="12308"/>
                      <a:pt x="33322" y="3657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3"/>
              <p:cNvSpPr/>
              <p:nvPr/>
            </p:nvSpPr>
            <p:spPr>
              <a:xfrm rot="-1596821" flipH="1">
                <a:off x="1309885" y="5317969"/>
                <a:ext cx="178519" cy="118664"/>
              </a:xfrm>
              <a:custGeom>
                <a:avLst/>
                <a:gdLst/>
                <a:ahLst/>
                <a:cxnLst/>
                <a:rect l="l" t="t" r="r" b="b"/>
                <a:pathLst>
                  <a:path w="135545" h="90099" extrusionOk="0">
                    <a:moveTo>
                      <a:pt x="379" y="7597"/>
                    </a:moveTo>
                    <a:cubicBezTo>
                      <a:pt x="5741" y="25993"/>
                      <a:pt x="16161" y="42513"/>
                      <a:pt x="30453" y="55276"/>
                    </a:cubicBezTo>
                    <a:cubicBezTo>
                      <a:pt x="65113" y="65082"/>
                      <a:pt x="99232" y="76706"/>
                      <a:pt x="132670" y="90100"/>
                    </a:cubicBezTo>
                    <a:cubicBezTo>
                      <a:pt x="133612" y="89673"/>
                      <a:pt x="134579" y="89311"/>
                      <a:pt x="135546" y="88948"/>
                    </a:cubicBezTo>
                    <a:cubicBezTo>
                      <a:pt x="112161" y="64425"/>
                      <a:pt x="95324" y="34411"/>
                      <a:pt x="86585" y="1672"/>
                    </a:cubicBezTo>
                    <a:cubicBezTo>
                      <a:pt x="65977" y="-587"/>
                      <a:pt x="45181" y="-557"/>
                      <a:pt x="24579" y="1760"/>
                    </a:cubicBezTo>
                    <a:cubicBezTo>
                      <a:pt x="16338" y="2718"/>
                      <a:pt x="8153" y="4022"/>
                      <a:pt x="0" y="5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3"/>
              <p:cNvSpPr/>
              <p:nvPr/>
            </p:nvSpPr>
            <p:spPr>
              <a:xfrm rot="-1596821" flipH="1">
                <a:off x="1426194" y="5271088"/>
                <a:ext cx="153660" cy="65415"/>
              </a:xfrm>
              <a:custGeom>
                <a:avLst/>
                <a:gdLst/>
                <a:ahLst/>
                <a:cxnLst/>
                <a:rect l="l" t="t" r="r" b="b"/>
                <a:pathLst>
                  <a:path w="116670" h="49668" extrusionOk="0">
                    <a:moveTo>
                      <a:pt x="0" y="25115"/>
                    </a:moveTo>
                    <a:lnTo>
                      <a:pt x="410" y="26210"/>
                    </a:lnTo>
                    <a:cubicBezTo>
                      <a:pt x="39711" y="31018"/>
                      <a:pt x="78581" y="38861"/>
                      <a:pt x="116671" y="49669"/>
                    </a:cubicBezTo>
                    <a:cubicBezTo>
                      <a:pt x="102379" y="36905"/>
                      <a:pt x="91959" y="20385"/>
                      <a:pt x="86596" y="1990"/>
                    </a:cubicBezTo>
                    <a:lnTo>
                      <a:pt x="86218" y="0"/>
                    </a:lnTo>
                    <a:cubicBezTo>
                      <a:pt x="56940" y="6398"/>
                      <a:pt x="28134" y="14789"/>
                      <a:pt x="0" y="251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3"/>
              <p:cNvSpPr/>
              <p:nvPr/>
            </p:nvSpPr>
            <p:spPr>
              <a:xfrm rot="-1596821" flipH="1">
                <a:off x="1440721" y="5299409"/>
                <a:ext cx="160673" cy="72379"/>
              </a:xfrm>
              <a:custGeom>
                <a:avLst/>
                <a:gdLst/>
                <a:ahLst/>
                <a:cxnLst/>
                <a:rect l="l" t="t" r="r" b="b"/>
                <a:pathLst>
                  <a:path w="121995" h="54956" extrusionOk="0">
                    <a:moveTo>
                      <a:pt x="4519" y="1095"/>
                    </a:moveTo>
                    <a:lnTo>
                      <a:pt x="4109" y="0"/>
                    </a:lnTo>
                    <a:cubicBezTo>
                      <a:pt x="2731" y="443"/>
                      <a:pt x="1378" y="950"/>
                      <a:pt x="0" y="1393"/>
                    </a:cubicBezTo>
                    <a:cubicBezTo>
                      <a:pt x="18453" y="19247"/>
                      <a:pt x="36907" y="37102"/>
                      <a:pt x="55361" y="54956"/>
                    </a:cubicBezTo>
                    <a:lnTo>
                      <a:pt x="57125" y="53192"/>
                    </a:lnTo>
                    <a:cubicBezTo>
                      <a:pt x="76552" y="39515"/>
                      <a:pt x="98664" y="30125"/>
                      <a:pt x="121996" y="25642"/>
                    </a:cubicBezTo>
                    <a:cubicBezTo>
                      <a:pt x="121570" y="25303"/>
                      <a:pt x="121164" y="24939"/>
                      <a:pt x="120779" y="24554"/>
                    </a:cubicBezTo>
                    <a:cubicBezTo>
                      <a:pt x="82689" y="13746"/>
                      <a:pt x="43820" y="5903"/>
                      <a:pt x="4519" y="10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3"/>
              <p:cNvSpPr/>
              <p:nvPr/>
            </p:nvSpPr>
            <p:spPr>
              <a:xfrm rot="-1596821" flipH="1">
                <a:off x="1343470" y="5371878"/>
                <a:ext cx="220781" cy="118513"/>
              </a:xfrm>
              <a:custGeom>
                <a:avLst/>
                <a:gdLst/>
                <a:ahLst/>
                <a:cxnLst/>
                <a:rect l="l" t="t" r="r" b="b"/>
                <a:pathLst>
                  <a:path w="167634" h="89984" extrusionOk="0">
                    <a:moveTo>
                      <a:pt x="0" y="30402"/>
                    </a:moveTo>
                    <a:cubicBezTo>
                      <a:pt x="6798" y="36968"/>
                      <a:pt x="13596" y="43535"/>
                      <a:pt x="20395" y="50102"/>
                    </a:cubicBezTo>
                    <a:cubicBezTo>
                      <a:pt x="34330" y="63549"/>
                      <a:pt x="48312" y="77125"/>
                      <a:pt x="62836" y="89985"/>
                    </a:cubicBezTo>
                    <a:lnTo>
                      <a:pt x="65970" y="86384"/>
                    </a:lnTo>
                    <a:cubicBezTo>
                      <a:pt x="97964" y="65692"/>
                      <a:pt x="132038" y="48411"/>
                      <a:pt x="167635" y="34824"/>
                    </a:cubicBezTo>
                    <a:cubicBezTo>
                      <a:pt x="134197" y="21430"/>
                      <a:pt x="100078" y="9806"/>
                      <a:pt x="65418" y="0"/>
                    </a:cubicBezTo>
                    <a:cubicBezTo>
                      <a:pt x="65802" y="386"/>
                      <a:pt x="66209" y="749"/>
                      <a:pt x="66634" y="1088"/>
                    </a:cubicBezTo>
                    <a:cubicBezTo>
                      <a:pt x="43303" y="5571"/>
                      <a:pt x="21191" y="14962"/>
                      <a:pt x="1764" y="286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3"/>
              <p:cNvSpPr/>
              <p:nvPr/>
            </p:nvSpPr>
            <p:spPr>
              <a:xfrm rot="-1596821" flipH="1">
                <a:off x="1253458" y="5458459"/>
                <a:ext cx="264116" cy="138315"/>
              </a:xfrm>
              <a:custGeom>
                <a:avLst/>
                <a:gdLst/>
                <a:ahLst/>
                <a:cxnLst/>
                <a:rect l="l" t="t" r="r" b="b"/>
                <a:pathLst>
                  <a:path w="200537" h="105019" extrusionOk="0">
                    <a:moveTo>
                      <a:pt x="67059" y="104633"/>
                    </a:moveTo>
                    <a:cubicBezTo>
                      <a:pt x="67324" y="104754"/>
                      <a:pt x="67526" y="104900"/>
                      <a:pt x="67792" y="105020"/>
                    </a:cubicBezTo>
                    <a:lnTo>
                      <a:pt x="70588" y="99929"/>
                    </a:lnTo>
                    <a:cubicBezTo>
                      <a:pt x="109297" y="71659"/>
                      <a:pt x="153605" y="51993"/>
                      <a:pt x="200538" y="42250"/>
                    </a:cubicBezTo>
                    <a:cubicBezTo>
                      <a:pt x="168984" y="27101"/>
                      <a:pt x="137093" y="12814"/>
                      <a:pt x="104799" y="0"/>
                    </a:cubicBezTo>
                    <a:cubicBezTo>
                      <a:pt x="69202" y="13587"/>
                      <a:pt x="35128" y="30868"/>
                      <a:pt x="3134" y="51560"/>
                    </a:cubicBezTo>
                    <a:lnTo>
                      <a:pt x="0" y="55161"/>
                    </a:lnTo>
                    <a:cubicBezTo>
                      <a:pt x="20576" y="73933"/>
                      <a:pt x="43050" y="90513"/>
                      <a:pt x="67059" y="1046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3"/>
              <p:cNvSpPr/>
              <p:nvPr/>
            </p:nvSpPr>
            <p:spPr>
              <a:xfrm rot="-1596821" flipH="1">
                <a:off x="1165962" y="5555752"/>
                <a:ext cx="296922" cy="131348"/>
              </a:xfrm>
              <a:custGeom>
                <a:avLst/>
                <a:gdLst/>
                <a:ahLst/>
                <a:cxnLst/>
                <a:rect l="l" t="t" r="r" b="b"/>
                <a:pathLst>
                  <a:path w="225446" h="99729" extrusionOk="0">
                    <a:moveTo>
                      <a:pt x="2796" y="57679"/>
                    </a:moveTo>
                    <a:lnTo>
                      <a:pt x="0" y="62769"/>
                    </a:lnTo>
                    <a:cubicBezTo>
                      <a:pt x="34956" y="82034"/>
                      <a:pt x="73215" y="94571"/>
                      <a:pt x="112793" y="99730"/>
                    </a:cubicBezTo>
                    <a:lnTo>
                      <a:pt x="113560" y="94517"/>
                    </a:lnTo>
                    <a:cubicBezTo>
                      <a:pt x="147859" y="72450"/>
                      <a:pt x="185710" y="56472"/>
                      <a:pt x="225447" y="47285"/>
                    </a:cubicBezTo>
                    <a:cubicBezTo>
                      <a:pt x="194852" y="30967"/>
                      <a:pt x="163944" y="14988"/>
                      <a:pt x="132746" y="0"/>
                    </a:cubicBezTo>
                    <a:cubicBezTo>
                      <a:pt x="85813" y="9743"/>
                      <a:pt x="41506" y="29409"/>
                      <a:pt x="2796" y="576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3"/>
              <p:cNvSpPr/>
              <p:nvPr/>
            </p:nvSpPr>
            <p:spPr>
              <a:xfrm rot="-1596821" flipH="1">
                <a:off x="1089852" y="5670932"/>
                <a:ext cx="253219" cy="74784"/>
              </a:xfrm>
              <a:custGeom>
                <a:avLst/>
                <a:gdLst/>
                <a:ahLst/>
                <a:cxnLst/>
                <a:rect l="l" t="t" r="r" b="b"/>
                <a:pathLst>
                  <a:path w="192263" h="56782" extrusionOk="0">
                    <a:moveTo>
                      <a:pt x="766" y="47232"/>
                    </a:moveTo>
                    <a:lnTo>
                      <a:pt x="0" y="52445"/>
                    </a:lnTo>
                    <a:cubicBezTo>
                      <a:pt x="62997" y="61468"/>
                      <a:pt x="129402" y="55467"/>
                      <a:pt x="192264" y="43150"/>
                    </a:cubicBezTo>
                    <a:cubicBezTo>
                      <a:pt x="165899" y="28703"/>
                      <a:pt x="139356" y="14174"/>
                      <a:pt x="112654" y="0"/>
                    </a:cubicBezTo>
                    <a:cubicBezTo>
                      <a:pt x="72917" y="9187"/>
                      <a:pt x="35066" y="25166"/>
                      <a:pt x="766" y="472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13"/>
              <p:cNvSpPr/>
              <p:nvPr/>
            </p:nvSpPr>
            <p:spPr>
              <a:xfrm rot="-1596821" flipH="1">
                <a:off x="1007020" y="5354782"/>
                <a:ext cx="661924" cy="323449"/>
              </a:xfrm>
              <a:custGeom>
                <a:avLst/>
                <a:gdLst/>
                <a:ahLst/>
                <a:cxnLst/>
                <a:rect l="l" t="t" r="r" b="b"/>
                <a:pathLst>
                  <a:path w="502583" h="245587" extrusionOk="0">
                    <a:moveTo>
                      <a:pt x="502177" y="229102"/>
                    </a:moveTo>
                    <a:cubicBezTo>
                      <a:pt x="501327" y="227808"/>
                      <a:pt x="500440" y="226522"/>
                      <a:pt x="499580" y="225231"/>
                    </a:cubicBezTo>
                    <a:cubicBezTo>
                      <a:pt x="499349" y="224662"/>
                      <a:pt x="499003" y="224147"/>
                      <a:pt x="498564" y="223718"/>
                    </a:cubicBezTo>
                    <a:cubicBezTo>
                      <a:pt x="417542" y="102792"/>
                      <a:pt x="290523" y="-7539"/>
                      <a:pt x="136113" y="404"/>
                    </a:cubicBezTo>
                    <a:cubicBezTo>
                      <a:pt x="90231" y="2765"/>
                      <a:pt x="46456" y="17168"/>
                      <a:pt x="3292" y="31843"/>
                    </a:cubicBezTo>
                    <a:cubicBezTo>
                      <a:pt x="859" y="32562"/>
                      <a:pt x="-530" y="35118"/>
                      <a:pt x="190" y="37550"/>
                    </a:cubicBezTo>
                    <a:cubicBezTo>
                      <a:pt x="399" y="38258"/>
                      <a:pt x="776" y="38905"/>
                      <a:pt x="1288" y="39436"/>
                    </a:cubicBezTo>
                    <a:cubicBezTo>
                      <a:pt x="30586" y="67948"/>
                      <a:pt x="59753" y="96604"/>
                      <a:pt x="89240" y="124921"/>
                    </a:cubicBezTo>
                    <a:cubicBezTo>
                      <a:pt x="115493" y="151448"/>
                      <a:pt x="144357" y="175256"/>
                      <a:pt x="175392" y="195985"/>
                    </a:cubicBezTo>
                    <a:cubicBezTo>
                      <a:pt x="235550" y="233978"/>
                      <a:pt x="307348" y="246942"/>
                      <a:pt x="377649" y="245478"/>
                    </a:cubicBezTo>
                    <a:cubicBezTo>
                      <a:pt x="417728" y="244970"/>
                      <a:pt x="457639" y="240204"/>
                      <a:pt x="496710" y="231260"/>
                    </a:cubicBezTo>
                    <a:cubicBezTo>
                      <a:pt x="497021" y="231137"/>
                      <a:pt x="497316" y="230979"/>
                      <a:pt x="497590" y="230788"/>
                    </a:cubicBezTo>
                    <a:cubicBezTo>
                      <a:pt x="497757" y="231023"/>
                      <a:pt x="497936" y="231249"/>
                      <a:pt x="498102" y="231484"/>
                    </a:cubicBezTo>
                    <a:cubicBezTo>
                      <a:pt x="499846" y="233903"/>
                      <a:pt x="503870" y="231678"/>
                      <a:pt x="502177" y="229102"/>
                    </a:cubicBezTo>
                    <a:close/>
                    <a:moveTo>
                      <a:pt x="419317" y="136112"/>
                    </a:moveTo>
                    <a:cubicBezTo>
                      <a:pt x="444096" y="161981"/>
                      <a:pt x="467170" y="189432"/>
                      <a:pt x="488393" y="218290"/>
                    </a:cubicBezTo>
                    <a:cubicBezTo>
                      <a:pt x="464694" y="206402"/>
                      <a:pt x="441273" y="193979"/>
                      <a:pt x="417884" y="181492"/>
                    </a:cubicBezTo>
                    <a:cubicBezTo>
                      <a:pt x="407147" y="166911"/>
                      <a:pt x="397209" y="151758"/>
                      <a:pt x="388114" y="136099"/>
                    </a:cubicBezTo>
                    <a:cubicBezTo>
                      <a:pt x="383606" y="128309"/>
                      <a:pt x="379292" y="120411"/>
                      <a:pt x="375171" y="112405"/>
                    </a:cubicBezTo>
                    <a:cubicBezTo>
                      <a:pt x="371411" y="103776"/>
                      <a:pt x="366994" y="95447"/>
                      <a:pt x="361959" y="87494"/>
                    </a:cubicBezTo>
                    <a:cubicBezTo>
                      <a:pt x="361601" y="86926"/>
                      <a:pt x="360850" y="86755"/>
                      <a:pt x="360282" y="87113"/>
                    </a:cubicBezTo>
                    <a:cubicBezTo>
                      <a:pt x="359840" y="87391"/>
                      <a:pt x="359625" y="87919"/>
                      <a:pt x="359747" y="88427"/>
                    </a:cubicBezTo>
                    <a:lnTo>
                      <a:pt x="359747" y="88427"/>
                    </a:lnTo>
                    <a:cubicBezTo>
                      <a:pt x="361971" y="96906"/>
                      <a:pt x="365272" y="105065"/>
                      <a:pt x="369571" y="112705"/>
                    </a:cubicBezTo>
                    <a:cubicBezTo>
                      <a:pt x="373734" y="121169"/>
                      <a:pt x="378150" y="129502"/>
                      <a:pt x="382822" y="137702"/>
                    </a:cubicBezTo>
                    <a:cubicBezTo>
                      <a:pt x="390336" y="150809"/>
                      <a:pt x="398599" y="163458"/>
                      <a:pt x="407267" y="175827"/>
                    </a:cubicBezTo>
                    <a:cubicBezTo>
                      <a:pt x="381820" y="162250"/>
                      <a:pt x="356309" y="148789"/>
                      <a:pt x="330400" y="136075"/>
                    </a:cubicBezTo>
                    <a:cubicBezTo>
                      <a:pt x="330507" y="135646"/>
                      <a:pt x="330505" y="135196"/>
                      <a:pt x="330393" y="134767"/>
                    </a:cubicBezTo>
                    <a:cubicBezTo>
                      <a:pt x="330332" y="134553"/>
                      <a:pt x="330245" y="134346"/>
                      <a:pt x="330134" y="134153"/>
                    </a:cubicBezTo>
                    <a:cubicBezTo>
                      <a:pt x="309702" y="103444"/>
                      <a:pt x="292582" y="70657"/>
                      <a:pt x="279059" y="36340"/>
                    </a:cubicBezTo>
                    <a:cubicBezTo>
                      <a:pt x="331771" y="60306"/>
                      <a:pt x="379387" y="94178"/>
                      <a:pt x="419316" y="136112"/>
                    </a:cubicBezTo>
                    <a:close/>
                    <a:moveTo>
                      <a:pt x="275132" y="34628"/>
                    </a:moveTo>
                    <a:cubicBezTo>
                      <a:pt x="275126" y="34804"/>
                      <a:pt x="275021" y="34925"/>
                      <a:pt x="275077" y="35130"/>
                    </a:cubicBezTo>
                    <a:lnTo>
                      <a:pt x="275077" y="35130"/>
                    </a:lnTo>
                    <a:cubicBezTo>
                      <a:pt x="285475" y="69749"/>
                      <a:pt x="301359" y="102477"/>
                      <a:pt x="322123" y="132066"/>
                    </a:cubicBezTo>
                    <a:cubicBezTo>
                      <a:pt x="318962" y="130542"/>
                      <a:pt x="315824" y="128975"/>
                      <a:pt x="312649" y="127478"/>
                    </a:cubicBezTo>
                    <a:cubicBezTo>
                      <a:pt x="286808" y="114897"/>
                      <a:pt x="260526" y="103325"/>
                      <a:pt x="233805" y="92761"/>
                    </a:cubicBezTo>
                    <a:cubicBezTo>
                      <a:pt x="233809" y="92513"/>
                      <a:pt x="233786" y="92266"/>
                      <a:pt x="233736" y="92023"/>
                    </a:cubicBezTo>
                    <a:cubicBezTo>
                      <a:pt x="233571" y="91474"/>
                      <a:pt x="233278" y="90972"/>
                      <a:pt x="232883" y="90557"/>
                    </a:cubicBezTo>
                    <a:cubicBezTo>
                      <a:pt x="221151" y="78225"/>
                      <a:pt x="210987" y="64492"/>
                      <a:pt x="202621" y="49670"/>
                    </a:cubicBezTo>
                    <a:cubicBezTo>
                      <a:pt x="198766" y="42844"/>
                      <a:pt x="195266" y="35769"/>
                      <a:pt x="192100" y="28598"/>
                    </a:cubicBezTo>
                    <a:cubicBezTo>
                      <a:pt x="189467" y="22634"/>
                      <a:pt x="187436" y="16351"/>
                      <a:pt x="184937" y="10314"/>
                    </a:cubicBezTo>
                    <a:cubicBezTo>
                      <a:pt x="201166" y="12157"/>
                      <a:pt x="217215" y="15334"/>
                      <a:pt x="232922" y="19810"/>
                    </a:cubicBezTo>
                    <a:cubicBezTo>
                      <a:pt x="247296" y="23838"/>
                      <a:pt x="261395" y="28787"/>
                      <a:pt x="275132" y="34628"/>
                    </a:cubicBezTo>
                    <a:close/>
                    <a:moveTo>
                      <a:pt x="180670" y="9818"/>
                    </a:moveTo>
                    <a:cubicBezTo>
                      <a:pt x="183331" y="25107"/>
                      <a:pt x="188815" y="39767"/>
                      <a:pt x="196840" y="53049"/>
                    </a:cubicBezTo>
                    <a:cubicBezTo>
                      <a:pt x="203595" y="65341"/>
                      <a:pt x="211582" y="76914"/>
                      <a:pt x="220678" y="87591"/>
                    </a:cubicBezTo>
                    <a:cubicBezTo>
                      <a:pt x="189654" y="75709"/>
                      <a:pt x="158142" y="65191"/>
                      <a:pt x="126143" y="56038"/>
                    </a:cubicBezTo>
                    <a:cubicBezTo>
                      <a:pt x="113755" y="44034"/>
                      <a:pt x="104108" y="29494"/>
                      <a:pt x="97863" y="13415"/>
                    </a:cubicBezTo>
                    <a:cubicBezTo>
                      <a:pt x="106084" y="11824"/>
                      <a:pt x="114353" y="10472"/>
                      <a:pt x="122711" y="9605"/>
                    </a:cubicBezTo>
                    <a:cubicBezTo>
                      <a:pt x="141992" y="7791"/>
                      <a:pt x="161403" y="7862"/>
                      <a:pt x="180670" y="9818"/>
                    </a:cubicBezTo>
                    <a:close/>
                    <a:moveTo>
                      <a:pt x="13781" y="38868"/>
                    </a:moveTo>
                    <a:cubicBezTo>
                      <a:pt x="47589" y="44405"/>
                      <a:pt x="81040" y="51608"/>
                      <a:pt x="114134" y="60477"/>
                    </a:cubicBezTo>
                    <a:cubicBezTo>
                      <a:pt x="106328" y="62591"/>
                      <a:pt x="98708" y="65342"/>
                      <a:pt x="91352" y="68701"/>
                    </a:cubicBezTo>
                    <a:cubicBezTo>
                      <a:pt x="85880" y="71245"/>
                      <a:pt x="80667" y="74199"/>
                      <a:pt x="75454" y="77225"/>
                    </a:cubicBezTo>
                    <a:cubicBezTo>
                      <a:pt x="70834" y="79601"/>
                      <a:pt x="66507" y="82505"/>
                      <a:pt x="62557" y="85879"/>
                    </a:cubicBezTo>
                    <a:cubicBezTo>
                      <a:pt x="46296" y="70211"/>
                      <a:pt x="30037" y="54541"/>
                      <a:pt x="13782" y="38868"/>
                    </a:cubicBezTo>
                    <a:close/>
                    <a:moveTo>
                      <a:pt x="21374" y="35193"/>
                    </a:moveTo>
                    <a:cubicBezTo>
                      <a:pt x="45117" y="26633"/>
                      <a:pt x="69382" y="19596"/>
                      <a:pt x="94022" y="14126"/>
                    </a:cubicBezTo>
                    <a:cubicBezTo>
                      <a:pt x="97667" y="28517"/>
                      <a:pt x="104725" y="41819"/>
                      <a:pt x="114598" y="52906"/>
                    </a:cubicBezTo>
                    <a:cubicBezTo>
                      <a:pt x="84013" y="44665"/>
                      <a:pt x="52850" y="38744"/>
                      <a:pt x="21375" y="35193"/>
                    </a:cubicBezTo>
                    <a:close/>
                    <a:moveTo>
                      <a:pt x="64439" y="87683"/>
                    </a:moveTo>
                    <a:cubicBezTo>
                      <a:pt x="68797" y="85391"/>
                      <a:pt x="72892" y="82621"/>
                      <a:pt x="77241" y="80284"/>
                    </a:cubicBezTo>
                    <a:cubicBezTo>
                      <a:pt x="82617" y="77480"/>
                      <a:pt x="88169" y="75027"/>
                      <a:pt x="93862" y="72942"/>
                    </a:cubicBezTo>
                    <a:cubicBezTo>
                      <a:pt x="104195" y="69000"/>
                      <a:pt x="114826" y="65886"/>
                      <a:pt x="125653" y="63631"/>
                    </a:cubicBezTo>
                    <a:cubicBezTo>
                      <a:pt x="152097" y="71042"/>
                      <a:pt x="178234" y="79482"/>
                      <a:pt x="204064" y="88953"/>
                    </a:cubicBezTo>
                    <a:cubicBezTo>
                      <a:pt x="208564" y="90691"/>
                      <a:pt x="212994" y="92597"/>
                      <a:pt x="217478" y="94374"/>
                    </a:cubicBezTo>
                    <a:cubicBezTo>
                      <a:pt x="184713" y="107174"/>
                      <a:pt x="153498" y="123630"/>
                      <a:pt x="124425" y="143430"/>
                    </a:cubicBezTo>
                    <a:cubicBezTo>
                      <a:pt x="124165" y="143623"/>
                      <a:pt x="123939" y="143857"/>
                      <a:pt x="123755" y="144124"/>
                    </a:cubicBezTo>
                    <a:cubicBezTo>
                      <a:pt x="116437" y="137642"/>
                      <a:pt x="109309" y="130948"/>
                      <a:pt x="102371" y="124041"/>
                    </a:cubicBezTo>
                    <a:cubicBezTo>
                      <a:pt x="89669" y="111984"/>
                      <a:pt x="77025" y="99865"/>
                      <a:pt x="64439" y="87683"/>
                    </a:cubicBezTo>
                    <a:close/>
                    <a:moveTo>
                      <a:pt x="127999" y="147691"/>
                    </a:moveTo>
                    <a:cubicBezTo>
                      <a:pt x="144253" y="138132"/>
                      <a:pt x="160228" y="128387"/>
                      <a:pt x="177166" y="120030"/>
                    </a:cubicBezTo>
                    <a:cubicBezTo>
                      <a:pt x="193479" y="111980"/>
                      <a:pt x="210172" y="104865"/>
                      <a:pt x="227111" y="98266"/>
                    </a:cubicBezTo>
                    <a:cubicBezTo>
                      <a:pt x="256280" y="110033"/>
                      <a:pt x="285096" y="122604"/>
                      <a:pt x="313561" y="135980"/>
                    </a:cubicBezTo>
                    <a:cubicBezTo>
                      <a:pt x="269767" y="146501"/>
                      <a:pt x="228479" y="165559"/>
                      <a:pt x="192061" y="192061"/>
                    </a:cubicBezTo>
                    <a:cubicBezTo>
                      <a:pt x="191470" y="192479"/>
                      <a:pt x="191098" y="193141"/>
                      <a:pt x="191050" y="193864"/>
                    </a:cubicBezTo>
                    <a:cubicBezTo>
                      <a:pt x="190440" y="193521"/>
                      <a:pt x="189814" y="193208"/>
                      <a:pt x="189207" y="192861"/>
                    </a:cubicBezTo>
                    <a:cubicBezTo>
                      <a:pt x="167639" y="179452"/>
                      <a:pt x="147171" y="164348"/>
                      <a:pt x="127999" y="147691"/>
                    </a:cubicBezTo>
                    <a:close/>
                    <a:moveTo>
                      <a:pt x="194869" y="195943"/>
                    </a:moveTo>
                    <a:cubicBezTo>
                      <a:pt x="232730" y="168714"/>
                      <a:pt x="275793" y="149574"/>
                      <a:pt x="321374" y="139716"/>
                    </a:cubicBezTo>
                    <a:cubicBezTo>
                      <a:pt x="345174" y="151069"/>
                      <a:pt x="368792" y="162806"/>
                      <a:pt x="392037" y="175279"/>
                    </a:cubicBezTo>
                    <a:cubicBezTo>
                      <a:pt x="397001" y="177879"/>
                      <a:pt x="401974" y="180486"/>
                      <a:pt x="406954" y="183100"/>
                    </a:cubicBezTo>
                    <a:cubicBezTo>
                      <a:pt x="369879" y="192326"/>
                      <a:pt x="334610" y="207692"/>
                      <a:pt x="302607" y="228559"/>
                    </a:cubicBezTo>
                    <a:cubicBezTo>
                      <a:pt x="301815" y="229067"/>
                      <a:pt x="301348" y="229953"/>
                      <a:pt x="301376" y="230894"/>
                    </a:cubicBezTo>
                    <a:cubicBezTo>
                      <a:pt x="295849" y="230074"/>
                      <a:pt x="290320" y="229171"/>
                      <a:pt x="284784" y="228079"/>
                    </a:cubicBezTo>
                    <a:cubicBezTo>
                      <a:pt x="253323" y="222110"/>
                      <a:pt x="222986" y="211267"/>
                      <a:pt x="194869" y="195943"/>
                    </a:cubicBezTo>
                    <a:close/>
                    <a:moveTo>
                      <a:pt x="308010" y="231820"/>
                    </a:moveTo>
                    <a:cubicBezTo>
                      <a:pt x="341011" y="211606"/>
                      <a:pt x="376877" y="196496"/>
                      <a:pt x="414394" y="187001"/>
                    </a:cubicBezTo>
                    <a:cubicBezTo>
                      <a:pt x="437234" y="199010"/>
                      <a:pt x="459996" y="211308"/>
                      <a:pt x="482214" y="224353"/>
                    </a:cubicBezTo>
                    <a:cubicBezTo>
                      <a:pt x="424112" y="232848"/>
                      <a:pt x="366296" y="239380"/>
                      <a:pt x="308010" y="2318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6" name="Google Shape;79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13"/>
          <p:cNvSpPr txBox="1">
            <a:spLocks noGrp="1"/>
          </p:cNvSpPr>
          <p:nvPr>
            <p:ph type="title" idx="2"/>
          </p:nvPr>
        </p:nvSpPr>
        <p:spPr>
          <a:xfrm>
            <a:off x="937625" y="2157090"/>
            <a:ext cx="2175300" cy="41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8" name="Google Shape;798;p13"/>
          <p:cNvSpPr txBox="1">
            <a:spLocks noGrp="1"/>
          </p:cNvSpPr>
          <p:nvPr>
            <p:ph type="subTitle" idx="1"/>
          </p:nvPr>
        </p:nvSpPr>
        <p:spPr>
          <a:xfrm>
            <a:off x="937625" y="2588843"/>
            <a:ext cx="21753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99" name="Google Shape;799;p13"/>
          <p:cNvSpPr txBox="1">
            <a:spLocks noGrp="1"/>
          </p:cNvSpPr>
          <p:nvPr>
            <p:ph type="title" idx="3"/>
          </p:nvPr>
        </p:nvSpPr>
        <p:spPr>
          <a:xfrm>
            <a:off x="3484346" y="2157090"/>
            <a:ext cx="2175300" cy="41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0" name="Google Shape;800;p13"/>
          <p:cNvSpPr txBox="1">
            <a:spLocks noGrp="1"/>
          </p:cNvSpPr>
          <p:nvPr>
            <p:ph type="subTitle" idx="4"/>
          </p:nvPr>
        </p:nvSpPr>
        <p:spPr>
          <a:xfrm>
            <a:off x="3484347" y="2588843"/>
            <a:ext cx="21753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01" name="Google Shape;801;p13"/>
          <p:cNvSpPr txBox="1">
            <a:spLocks noGrp="1"/>
          </p:cNvSpPr>
          <p:nvPr>
            <p:ph type="title" idx="5"/>
          </p:nvPr>
        </p:nvSpPr>
        <p:spPr>
          <a:xfrm>
            <a:off x="6031074" y="2157090"/>
            <a:ext cx="2175300" cy="41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2" name="Google Shape;802;p13"/>
          <p:cNvSpPr txBox="1">
            <a:spLocks noGrp="1"/>
          </p:cNvSpPr>
          <p:nvPr>
            <p:ph type="subTitle" idx="6"/>
          </p:nvPr>
        </p:nvSpPr>
        <p:spPr>
          <a:xfrm>
            <a:off x="6031075" y="2588843"/>
            <a:ext cx="21753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03" name="Google Shape;803;p13"/>
          <p:cNvSpPr txBox="1">
            <a:spLocks noGrp="1"/>
          </p:cNvSpPr>
          <p:nvPr>
            <p:ph type="title" idx="7" hasCustomPrompt="1"/>
          </p:nvPr>
        </p:nvSpPr>
        <p:spPr>
          <a:xfrm>
            <a:off x="1657925" y="1611094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4" name="Google Shape;804;p13"/>
          <p:cNvSpPr txBox="1">
            <a:spLocks noGrp="1"/>
          </p:cNvSpPr>
          <p:nvPr>
            <p:ph type="title" idx="8" hasCustomPrompt="1"/>
          </p:nvPr>
        </p:nvSpPr>
        <p:spPr>
          <a:xfrm>
            <a:off x="4204650" y="1611094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5" name="Google Shape;805;p13"/>
          <p:cNvSpPr txBox="1">
            <a:spLocks noGrp="1"/>
          </p:cNvSpPr>
          <p:nvPr>
            <p:ph type="title" idx="9" hasCustomPrompt="1"/>
          </p:nvPr>
        </p:nvSpPr>
        <p:spPr>
          <a:xfrm>
            <a:off x="6751375" y="1611094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AND_TWO_COLUMNS_1_1_1_1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9"/>
          <p:cNvGrpSpPr/>
          <p:nvPr/>
        </p:nvGrpSpPr>
        <p:grpSpPr>
          <a:xfrm>
            <a:off x="-1351288" y="-438451"/>
            <a:ext cx="10966382" cy="6042461"/>
            <a:chOff x="-1351288" y="-438451"/>
            <a:chExt cx="10966382" cy="6042461"/>
          </a:xfrm>
        </p:grpSpPr>
        <p:sp>
          <p:nvSpPr>
            <p:cNvPr id="1225" name="Google Shape;1225;p19"/>
            <p:cNvSpPr/>
            <p:nvPr/>
          </p:nvSpPr>
          <p:spPr>
            <a:xfrm>
              <a:off x="-1351288" y="3603998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19"/>
            <p:cNvSpPr/>
            <p:nvPr/>
          </p:nvSpPr>
          <p:spPr>
            <a:xfrm>
              <a:off x="7308413" y="-438451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227" name="Google Shape;1227;p19"/>
          <p:cNvGrpSpPr/>
          <p:nvPr/>
        </p:nvGrpSpPr>
        <p:grpSpPr>
          <a:xfrm>
            <a:off x="-511942" y="903935"/>
            <a:ext cx="9781639" cy="2483548"/>
            <a:chOff x="-511942" y="903935"/>
            <a:chExt cx="9781639" cy="2483548"/>
          </a:xfrm>
        </p:grpSpPr>
        <p:grpSp>
          <p:nvGrpSpPr>
            <p:cNvPr id="1228" name="Google Shape;1228;p19"/>
            <p:cNvGrpSpPr/>
            <p:nvPr/>
          </p:nvGrpSpPr>
          <p:grpSpPr>
            <a:xfrm>
              <a:off x="-511942" y="903935"/>
              <a:ext cx="1166447" cy="549813"/>
              <a:chOff x="4496533" y="-114840"/>
              <a:chExt cx="1166447" cy="549813"/>
            </a:xfrm>
          </p:grpSpPr>
          <p:sp>
            <p:nvSpPr>
              <p:cNvPr id="1229" name="Google Shape;1229;p19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9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1" name="Google Shape;1231;p19"/>
            <p:cNvGrpSpPr/>
            <p:nvPr/>
          </p:nvGrpSpPr>
          <p:grpSpPr>
            <a:xfrm>
              <a:off x="8483510" y="2969320"/>
              <a:ext cx="786187" cy="418163"/>
              <a:chOff x="8037685" y="2312945"/>
              <a:chExt cx="786187" cy="418163"/>
            </a:xfrm>
          </p:grpSpPr>
          <p:sp>
            <p:nvSpPr>
              <p:cNvPr id="1232" name="Google Shape;1232;p19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19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4" name="Google Shape;1234;p19"/>
          <p:cNvGrpSpPr/>
          <p:nvPr/>
        </p:nvGrpSpPr>
        <p:grpSpPr>
          <a:xfrm>
            <a:off x="2716833" y="1732772"/>
            <a:ext cx="6311947" cy="3268145"/>
            <a:chOff x="2716833" y="1732772"/>
            <a:chExt cx="6311947" cy="3268145"/>
          </a:xfrm>
        </p:grpSpPr>
        <p:grpSp>
          <p:nvGrpSpPr>
            <p:cNvPr id="1235" name="Google Shape;1235;p19"/>
            <p:cNvGrpSpPr/>
            <p:nvPr/>
          </p:nvGrpSpPr>
          <p:grpSpPr>
            <a:xfrm>
              <a:off x="8390657" y="1732772"/>
              <a:ext cx="638124" cy="347759"/>
              <a:chOff x="482844" y="1192072"/>
              <a:chExt cx="638124" cy="347759"/>
            </a:xfrm>
          </p:grpSpPr>
          <p:sp>
            <p:nvSpPr>
              <p:cNvPr id="1236" name="Google Shape;1236;p19"/>
              <p:cNvSpPr/>
              <p:nvPr/>
            </p:nvSpPr>
            <p:spPr>
              <a:xfrm>
                <a:off x="9077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19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8" name="Google Shape;1238;p19"/>
            <p:cNvGrpSpPr/>
            <p:nvPr/>
          </p:nvGrpSpPr>
          <p:grpSpPr>
            <a:xfrm>
              <a:off x="2716833" y="4552488"/>
              <a:ext cx="940207" cy="448429"/>
              <a:chOff x="1155133" y="2916238"/>
              <a:chExt cx="940207" cy="448429"/>
            </a:xfrm>
          </p:grpSpPr>
          <p:sp>
            <p:nvSpPr>
              <p:cNvPr id="1239" name="Google Shape;1239;p19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19"/>
              <p:cNvSpPr/>
              <p:nvPr/>
            </p:nvSpPr>
            <p:spPr>
              <a:xfrm>
                <a:off x="19691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1" name="Google Shape;1241;p19"/>
          <p:cNvGrpSpPr/>
          <p:nvPr/>
        </p:nvGrpSpPr>
        <p:grpSpPr>
          <a:xfrm>
            <a:off x="7562443" y="3852375"/>
            <a:ext cx="2414231" cy="1765600"/>
            <a:chOff x="7562443" y="3852375"/>
            <a:chExt cx="2414231" cy="1765600"/>
          </a:xfrm>
        </p:grpSpPr>
        <p:grpSp>
          <p:nvGrpSpPr>
            <p:cNvPr id="1242" name="Google Shape;1242;p19"/>
            <p:cNvGrpSpPr/>
            <p:nvPr/>
          </p:nvGrpSpPr>
          <p:grpSpPr>
            <a:xfrm rot="-3063123">
              <a:off x="8398581" y="4408297"/>
              <a:ext cx="1683792" cy="532248"/>
              <a:chOff x="-214172" y="5156855"/>
              <a:chExt cx="1683830" cy="532260"/>
            </a:xfrm>
          </p:grpSpPr>
          <p:sp>
            <p:nvSpPr>
              <p:cNvPr id="1243" name="Google Shape;1243;p19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19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9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9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9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19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19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19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19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19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9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9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9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6" name="Google Shape;1256;p19"/>
            <p:cNvGrpSpPr/>
            <p:nvPr/>
          </p:nvGrpSpPr>
          <p:grpSpPr>
            <a:xfrm rot="-6665632">
              <a:off x="7758786" y="4450571"/>
              <a:ext cx="944511" cy="1068895"/>
              <a:chOff x="-294374" y="3862138"/>
              <a:chExt cx="944503" cy="1068886"/>
            </a:xfrm>
          </p:grpSpPr>
          <p:grpSp>
            <p:nvGrpSpPr>
              <p:cNvPr id="1257" name="Google Shape;1257;p19"/>
              <p:cNvGrpSpPr/>
              <p:nvPr/>
            </p:nvGrpSpPr>
            <p:grpSpPr>
              <a:xfrm>
                <a:off x="-286470" y="3869088"/>
                <a:ext cx="928273" cy="1055381"/>
                <a:chOff x="-286470" y="3869088"/>
                <a:chExt cx="928273" cy="1055381"/>
              </a:xfrm>
            </p:grpSpPr>
            <p:sp>
              <p:nvSpPr>
                <p:cNvPr id="1258" name="Google Shape;1258;p19"/>
                <p:cNvSpPr/>
                <p:nvPr/>
              </p:nvSpPr>
              <p:spPr>
                <a:xfrm>
                  <a:off x="-139129" y="4787956"/>
                  <a:ext cx="346519" cy="136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8" h="79484" extrusionOk="0">
                      <a:moveTo>
                        <a:pt x="1045" y="74404"/>
                      </a:moveTo>
                      <a:cubicBezTo>
                        <a:pt x="6595" y="53342"/>
                        <a:pt x="12871" y="32500"/>
                        <a:pt x="19875" y="11878"/>
                      </a:cubicBezTo>
                      <a:cubicBezTo>
                        <a:pt x="79078" y="-4635"/>
                        <a:pt x="141762" y="-3917"/>
                        <a:pt x="200571" y="13949"/>
                      </a:cubicBezTo>
                      <a:lnTo>
                        <a:pt x="201759" y="13983"/>
                      </a:lnTo>
                      <a:cubicBezTo>
                        <a:pt x="201679" y="16589"/>
                        <a:pt x="201217" y="19170"/>
                        <a:pt x="200386" y="21641"/>
                      </a:cubicBezTo>
                      <a:cubicBezTo>
                        <a:pt x="196092" y="34599"/>
                        <a:pt x="182452" y="41761"/>
                        <a:pt x="169783" y="46944"/>
                      </a:cubicBezTo>
                      <a:cubicBezTo>
                        <a:pt x="115927" y="69010"/>
                        <a:pt x="58198" y="80067"/>
                        <a:pt x="0" y="79461"/>
                      </a:cubicBezTo>
                      <a:lnTo>
                        <a:pt x="783" y="75335"/>
                      </a:lnTo>
                      <a:cubicBezTo>
                        <a:pt x="853" y="74997"/>
                        <a:pt x="975" y="74742"/>
                        <a:pt x="1045" y="744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19"/>
                <p:cNvSpPr/>
                <p:nvPr/>
              </p:nvSpPr>
              <p:spPr>
                <a:xfrm>
                  <a:off x="-286470" y="4456966"/>
                  <a:ext cx="181485" cy="458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68" h="267131" extrusionOk="0">
                      <a:moveTo>
                        <a:pt x="37011" y="1908"/>
                      </a:moveTo>
                      <a:cubicBezTo>
                        <a:pt x="69605" y="65793"/>
                        <a:pt x="92256" y="134279"/>
                        <a:pt x="104180" y="205001"/>
                      </a:cubicBezTo>
                      <a:cubicBezTo>
                        <a:pt x="104694" y="204896"/>
                        <a:pt x="105155" y="204710"/>
                        <a:pt x="105668" y="204605"/>
                      </a:cubicBezTo>
                      <a:cubicBezTo>
                        <a:pt x="98663" y="225226"/>
                        <a:pt x="92387" y="246068"/>
                        <a:pt x="86838" y="267131"/>
                      </a:cubicBezTo>
                      <a:cubicBezTo>
                        <a:pt x="75140" y="247564"/>
                        <a:pt x="63495" y="228077"/>
                        <a:pt x="51796" y="208509"/>
                      </a:cubicBezTo>
                      <a:cubicBezTo>
                        <a:pt x="26009" y="165295"/>
                        <a:pt x="-638" y="119092"/>
                        <a:pt x="12" y="68691"/>
                      </a:cubicBezTo>
                      <a:cubicBezTo>
                        <a:pt x="368" y="44868"/>
                        <a:pt x="8117" y="19621"/>
                        <a:pt x="27108" y="5273"/>
                      </a:cubicBezTo>
                      <a:cubicBezTo>
                        <a:pt x="29934" y="3140"/>
                        <a:pt x="33016" y="1369"/>
                        <a:pt x="362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19"/>
                <p:cNvSpPr/>
                <p:nvPr/>
              </p:nvSpPr>
              <p:spPr>
                <a:xfrm>
                  <a:off x="-224163" y="4118728"/>
                  <a:ext cx="230877" cy="69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26" h="401947" extrusionOk="0">
                      <a:moveTo>
                        <a:pt x="133048" y="251018"/>
                      </a:moveTo>
                      <a:cubicBezTo>
                        <a:pt x="133480" y="250967"/>
                        <a:pt x="133993" y="250862"/>
                        <a:pt x="134426" y="250811"/>
                      </a:cubicBezTo>
                      <a:cubicBezTo>
                        <a:pt x="108656" y="299193"/>
                        <a:pt x="86903" y="349609"/>
                        <a:pt x="69388" y="401552"/>
                      </a:cubicBezTo>
                      <a:cubicBezTo>
                        <a:pt x="68874" y="401657"/>
                        <a:pt x="68413" y="401843"/>
                        <a:pt x="67900" y="401948"/>
                      </a:cubicBezTo>
                      <a:cubicBezTo>
                        <a:pt x="55975" y="331227"/>
                        <a:pt x="33325" y="262740"/>
                        <a:pt x="731" y="198855"/>
                      </a:cubicBezTo>
                      <a:lnTo>
                        <a:pt x="0" y="196947"/>
                      </a:lnTo>
                      <a:cubicBezTo>
                        <a:pt x="18748" y="188874"/>
                        <a:pt x="43237" y="192812"/>
                        <a:pt x="53545" y="210265"/>
                      </a:cubicBezTo>
                      <a:cubicBezTo>
                        <a:pt x="44823" y="138905"/>
                        <a:pt x="54587" y="66501"/>
                        <a:pt x="81900" y="0"/>
                      </a:cubicBezTo>
                      <a:cubicBezTo>
                        <a:pt x="120498" y="76788"/>
                        <a:pt x="127163" y="165249"/>
                        <a:pt x="133048" y="2510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19"/>
                <p:cNvSpPr/>
                <p:nvPr/>
              </p:nvSpPr>
              <p:spPr>
                <a:xfrm>
                  <a:off x="-83506" y="3969226"/>
                  <a:ext cx="243710" cy="580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98" h="338069" extrusionOk="0">
                      <a:moveTo>
                        <a:pt x="137415" y="202611"/>
                      </a:moveTo>
                      <a:cubicBezTo>
                        <a:pt x="137780" y="202546"/>
                        <a:pt x="138227" y="202428"/>
                        <a:pt x="138591" y="202363"/>
                      </a:cubicBezTo>
                      <a:cubicBezTo>
                        <a:pt x="106381" y="245194"/>
                        <a:pt x="77603" y="290501"/>
                        <a:pt x="52526" y="337863"/>
                      </a:cubicBezTo>
                      <a:cubicBezTo>
                        <a:pt x="52093" y="337914"/>
                        <a:pt x="51579" y="338019"/>
                        <a:pt x="51147" y="338070"/>
                      </a:cubicBezTo>
                      <a:cubicBezTo>
                        <a:pt x="45262" y="252300"/>
                        <a:pt x="38597" y="163839"/>
                        <a:pt x="0" y="87052"/>
                      </a:cubicBezTo>
                      <a:cubicBezTo>
                        <a:pt x="1701" y="82905"/>
                        <a:pt x="3455" y="78840"/>
                        <a:pt x="5276" y="74788"/>
                      </a:cubicBezTo>
                      <a:cubicBezTo>
                        <a:pt x="12000" y="59942"/>
                        <a:pt x="23704" y="43104"/>
                        <a:pt x="39930" y="45193"/>
                      </a:cubicBezTo>
                      <a:cubicBezTo>
                        <a:pt x="46910" y="46633"/>
                        <a:pt x="53289" y="50157"/>
                        <a:pt x="58223" y="55300"/>
                      </a:cubicBezTo>
                      <a:cubicBezTo>
                        <a:pt x="72549" y="68235"/>
                        <a:pt x="84103" y="83942"/>
                        <a:pt x="92185" y="101470"/>
                      </a:cubicBezTo>
                      <a:cubicBezTo>
                        <a:pt x="94985" y="65396"/>
                        <a:pt x="106579" y="30558"/>
                        <a:pt x="125953" y="0"/>
                      </a:cubicBezTo>
                      <a:lnTo>
                        <a:pt x="127445" y="941"/>
                      </a:lnTo>
                      <a:cubicBezTo>
                        <a:pt x="142415" y="67081"/>
                        <a:pt x="145788" y="135317"/>
                        <a:pt x="137415" y="2026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19"/>
                <p:cNvSpPr/>
                <p:nvPr/>
              </p:nvSpPr>
              <p:spPr>
                <a:xfrm>
                  <a:off x="132806" y="3869088"/>
                  <a:ext cx="199453" cy="44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30" h="260918" extrusionOk="0">
                      <a:moveTo>
                        <a:pt x="103348" y="58165"/>
                      </a:moveTo>
                      <a:cubicBezTo>
                        <a:pt x="107092" y="55354"/>
                        <a:pt x="110957" y="52639"/>
                        <a:pt x="114914" y="50153"/>
                      </a:cubicBezTo>
                      <a:lnTo>
                        <a:pt x="116130" y="52092"/>
                      </a:lnTo>
                      <a:cubicBezTo>
                        <a:pt x="114036" y="90106"/>
                        <a:pt x="106217" y="127587"/>
                        <a:pt x="92937" y="163267"/>
                      </a:cubicBezTo>
                      <a:cubicBezTo>
                        <a:pt x="94114" y="163018"/>
                        <a:pt x="95222" y="162755"/>
                        <a:pt x="96412" y="162439"/>
                      </a:cubicBezTo>
                      <a:cubicBezTo>
                        <a:pt x="66452" y="193391"/>
                        <a:pt x="38472" y="226200"/>
                        <a:pt x="12638" y="260670"/>
                      </a:cubicBezTo>
                      <a:cubicBezTo>
                        <a:pt x="12274" y="260735"/>
                        <a:pt x="11828" y="260853"/>
                        <a:pt x="11462" y="260918"/>
                      </a:cubicBezTo>
                      <a:cubicBezTo>
                        <a:pt x="19835" y="193625"/>
                        <a:pt x="16462" y="125388"/>
                        <a:pt x="1492" y="59248"/>
                      </a:cubicBezTo>
                      <a:lnTo>
                        <a:pt x="0" y="58307"/>
                      </a:lnTo>
                      <a:cubicBezTo>
                        <a:pt x="9497" y="43189"/>
                        <a:pt x="20842" y="29314"/>
                        <a:pt x="33771" y="17003"/>
                      </a:cubicBezTo>
                      <a:cubicBezTo>
                        <a:pt x="43496" y="7697"/>
                        <a:pt x="55661" y="-1174"/>
                        <a:pt x="69098" y="128"/>
                      </a:cubicBezTo>
                      <a:cubicBezTo>
                        <a:pt x="81425" y="2256"/>
                        <a:pt x="91754" y="10649"/>
                        <a:pt x="96358" y="22280"/>
                      </a:cubicBezTo>
                      <a:cubicBezTo>
                        <a:pt x="100767" y="33741"/>
                        <a:pt x="103134" y="45886"/>
                        <a:pt x="103348" y="581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3" name="Google Shape;1263;p19"/>
                <p:cNvSpPr/>
                <p:nvPr/>
              </p:nvSpPr>
              <p:spPr>
                <a:xfrm>
                  <a:off x="292414" y="3893575"/>
                  <a:ext cx="188849" cy="25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56" h="149010" extrusionOk="0">
                      <a:moveTo>
                        <a:pt x="109520" y="14"/>
                      </a:moveTo>
                      <a:cubicBezTo>
                        <a:pt x="111717" y="23350"/>
                        <a:pt x="105569" y="46709"/>
                        <a:pt x="92167" y="65938"/>
                      </a:cubicBezTo>
                      <a:cubicBezTo>
                        <a:pt x="92680" y="65834"/>
                        <a:pt x="93261" y="65743"/>
                        <a:pt x="93775" y="65638"/>
                      </a:cubicBezTo>
                      <a:cubicBezTo>
                        <a:pt x="62022" y="91288"/>
                        <a:pt x="31866" y="118854"/>
                        <a:pt x="3475" y="148182"/>
                      </a:cubicBezTo>
                      <a:cubicBezTo>
                        <a:pt x="2285" y="148498"/>
                        <a:pt x="1176" y="148761"/>
                        <a:pt x="0" y="149010"/>
                      </a:cubicBezTo>
                      <a:cubicBezTo>
                        <a:pt x="13279" y="113329"/>
                        <a:pt x="21098" y="75849"/>
                        <a:pt x="23193" y="37835"/>
                      </a:cubicBezTo>
                      <a:lnTo>
                        <a:pt x="21978" y="35896"/>
                      </a:lnTo>
                      <a:cubicBezTo>
                        <a:pt x="45356" y="20407"/>
                        <a:pt x="71216" y="9041"/>
                        <a:pt x="98436" y="2291"/>
                      </a:cubicBezTo>
                      <a:cubicBezTo>
                        <a:pt x="101992" y="1410"/>
                        <a:pt x="105736" y="638"/>
                        <a:pt x="1094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19"/>
                <p:cNvSpPr/>
                <p:nvPr/>
              </p:nvSpPr>
              <p:spPr>
                <a:xfrm>
                  <a:off x="450701" y="3890690"/>
                  <a:ext cx="125742" cy="116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2" h="67617" extrusionOk="0">
                      <a:moveTo>
                        <a:pt x="73213" y="11976"/>
                      </a:moveTo>
                      <a:lnTo>
                        <a:pt x="71312" y="15730"/>
                      </a:lnTo>
                      <a:cubicBezTo>
                        <a:pt x="47315" y="31855"/>
                        <a:pt x="23999" y="49104"/>
                        <a:pt x="1608" y="67318"/>
                      </a:cubicBezTo>
                      <a:cubicBezTo>
                        <a:pt x="1095" y="67422"/>
                        <a:pt x="514" y="67513"/>
                        <a:pt x="0" y="67618"/>
                      </a:cubicBezTo>
                      <a:cubicBezTo>
                        <a:pt x="13402" y="48388"/>
                        <a:pt x="19551" y="25029"/>
                        <a:pt x="17353" y="1693"/>
                      </a:cubicBezTo>
                      <a:cubicBezTo>
                        <a:pt x="37178" y="-1728"/>
                        <a:pt x="58270" y="-742"/>
                        <a:pt x="73213" y="119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19"/>
                <p:cNvSpPr/>
                <p:nvPr/>
              </p:nvSpPr>
              <p:spPr>
                <a:xfrm>
                  <a:off x="453463" y="3911257"/>
                  <a:ext cx="151252" cy="101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65" h="59064" extrusionOk="0">
                      <a:moveTo>
                        <a:pt x="69704" y="3754"/>
                      </a:moveTo>
                      <a:lnTo>
                        <a:pt x="71605" y="0"/>
                      </a:lnTo>
                      <a:cubicBezTo>
                        <a:pt x="87902" y="13982"/>
                        <a:pt x="91270" y="38153"/>
                        <a:pt x="85330" y="59065"/>
                      </a:cubicBezTo>
                      <a:lnTo>
                        <a:pt x="78701" y="57132"/>
                      </a:lnTo>
                      <a:cubicBezTo>
                        <a:pt x="52916" y="50773"/>
                        <a:pt x="26048" y="50162"/>
                        <a:pt x="0" y="55342"/>
                      </a:cubicBezTo>
                      <a:cubicBezTo>
                        <a:pt x="22391" y="37128"/>
                        <a:pt x="45707" y="19879"/>
                        <a:pt x="69704" y="37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6" name="Google Shape;1266;p19"/>
                <p:cNvSpPr/>
                <p:nvPr/>
              </p:nvSpPr>
              <p:spPr>
                <a:xfrm>
                  <a:off x="154510" y="4122614"/>
                  <a:ext cx="487293" cy="246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22" h="143612" extrusionOk="0">
                      <a:moveTo>
                        <a:pt x="83774" y="14817"/>
                      </a:moveTo>
                      <a:cubicBezTo>
                        <a:pt x="123100" y="5798"/>
                        <a:pt x="163288" y="-2974"/>
                        <a:pt x="203450" y="971"/>
                      </a:cubicBezTo>
                      <a:lnTo>
                        <a:pt x="206685" y="1640"/>
                      </a:lnTo>
                      <a:cubicBezTo>
                        <a:pt x="206250" y="2041"/>
                        <a:pt x="205830" y="2377"/>
                        <a:pt x="205395" y="2778"/>
                      </a:cubicBezTo>
                      <a:cubicBezTo>
                        <a:pt x="207178" y="2655"/>
                        <a:pt x="208961" y="2532"/>
                        <a:pt x="210783" y="2556"/>
                      </a:cubicBezTo>
                      <a:cubicBezTo>
                        <a:pt x="233077" y="2515"/>
                        <a:pt x="254347" y="11917"/>
                        <a:pt x="269322" y="28434"/>
                      </a:cubicBezTo>
                      <a:cubicBezTo>
                        <a:pt x="279656" y="39110"/>
                        <a:pt x="284838" y="53750"/>
                        <a:pt x="283521" y="68550"/>
                      </a:cubicBezTo>
                      <a:cubicBezTo>
                        <a:pt x="281248" y="83964"/>
                        <a:pt x="269709" y="96268"/>
                        <a:pt x="257899" y="106478"/>
                      </a:cubicBezTo>
                      <a:cubicBezTo>
                        <a:pt x="241187" y="120928"/>
                        <a:pt x="222855" y="133389"/>
                        <a:pt x="203271" y="143612"/>
                      </a:cubicBezTo>
                      <a:lnTo>
                        <a:pt x="201818" y="140782"/>
                      </a:lnTo>
                      <a:cubicBezTo>
                        <a:pt x="140209" y="107142"/>
                        <a:pt x="68399" y="97274"/>
                        <a:pt x="0" y="113049"/>
                      </a:cubicBezTo>
                      <a:cubicBezTo>
                        <a:pt x="25834" y="78578"/>
                        <a:pt x="53814" y="45769"/>
                        <a:pt x="83774" y="1481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7" name="Google Shape;1267;p19"/>
                <p:cNvSpPr/>
                <p:nvPr/>
              </p:nvSpPr>
              <p:spPr>
                <a:xfrm>
                  <a:off x="298382" y="4000327"/>
                  <a:ext cx="301643" cy="147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29" h="86022" extrusionOk="0">
                      <a:moveTo>
                        <a:pt x="169001" y="5269"/>
                      </a:moveTo>
                      <a:lnTo>
                        <a:pt x="175630" y="7202"/>
                      </a:lnTo>
                      <a:cubicBezTo>
                        <a:pt x="174600" y="10873"/>
                        <a:pt x="173272" y="14454"/>
                        <a:pt x="171659" y="17908"/>
                      </a:cubicBezTo>
                      <a:cubicBezTo>
                        <a:pt x="161202" y="40276"/>
                        <a:pt x="141940" y="56958"/>
                        <a:pt x="122911" y="72845"/>
                      </a:cubicBezTo>
                      <a:lnTo>
                        <a:pt x="119676" y="72176"/>
                      </a:lnTo>
                      <a:cubicBezTo>
                        <a:pt x="79515" y="68231"/>
                        <a:pt x="39327" y="77003"/>
                        <a:pt x="0" y="86022"/>
                      </a:cubicBezTo>
                      <a:cubicBezTo>
                        <a:pt x="28391" y="56694"/>
                        <a:pt x="58547" y="29128"/>
                        <a:pt x="90300" y="3479"/>
                      </a:cubicBezTo>
                      <a:cubicBezTo>
                        <a:pt x="116348" y="-1701"/>
                        <a:pt x="143216" y="-1090"/>
                        <a:pt x="169001" y="5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8" name="Google Shape;1268;p19"/>
                <p:cNvSpPr/>
                <p:nvPr/>
              </p:nvSpPr>
              <p:spPr>
                <a:xfrm>
                  <a:off x="6700" y="4304169"/>
                  <a:ext cx="496935" cy="312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36" h="181996" extrusionOk="0">
                      <a:moveTo>
                        <a:pt x="86066" y="7333"/>
                      </a:moveTo>
                      <a:cubicBezTo>
                        <a:pt x="154465" y="-8441"/>
                        <a:pt x="226275" y="1427"/>
                        <a:pt x="287884" y="35066"/>
                      </a:cubicBezTo>
                      <a:lnTo>
                        <a:pt x="289337" y="37897"/>
                      </a:lnTo>
                      <a:cubicBezTo>
                        <a:pt x="256979" y="54910"/>
                        <a:pt x="221683" y="65621"/>
                        <a:pt x="185327" y="69461"/>
                      </a:cubicBezTo>
                      <a:cubicBezTo>
                        <a:pt x="208714" y="77760"/>
                        <a:pt x="231251" y="88280"/>
                        <a:pt x="252633" y="100875"/>
                      </a:cubicBezTo>
                      <a:cubicBezTo>
                        <a:pt x="265663" y="108559"/>
                        <a:pt x="279355" y="118488"/>
                        <a:pt x="282620" y="133291"/>
                      </a:cubicBezTo>
                      <a:cubicBezTo>
                        <a:pt x="286923" y="152595"/>
                        <a:pt x="272073" y="169696"/>
                        <a:pt x="255754" y="181997"/>
                      </a:cubicBezTo>
                      <a:lnTo>
                        <a:pt x="254536" y="180409"/>
                      </a:lnTo>
                      <a:cubicBezTo>
                        <a:pt x="175302" y="142893"/>
                        <a:pt x="86694" y="129812"/>
                        <a:pt x="0" y="142833"/>
                      </a:cubicBezTo>
                      <a:cubicBezTo>
                        <a:pt x="25077" y="95471"/>
                        <a:pt x="53855" y="50164"/>
                        <a:pt x="86066" y="73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9" name="Google Shape;1269;p19"/>
                <p:cNvSpPr/>
                <p:nvPr/>
              </p:nvSpPr>
              <p:spPr>
                <a:xfrm>
                  <a:off x="-104998" y="4541060"/>
                  <a:ext cx="550960" cy="27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792" h="157743" extrusionOk="0">
                      <a:moveTo>
                        <a:pt x="314446" y="48583"/>
                      </a:moveTo>
                      <a:cubicBezTo>
                        <a:pt x="263821" y="82376"/>
                        <a:pt x="206337" y="104530"/>
                        <a:pt x="146128" y="113453"/>
                      </a:cubicBezTo>
                      <a:cubicBezTo>
                        <a:pt x="162975" y="123753"/>
                        <a:pt x="182272" y="139549"/>
                        <a:pt x="181884" y="157743"/>
                      </a:cubicBezTo>
                      <a:lnTo>
                        <a:pt x="180696" y="157709"/>
                      </a:lnTo>
                      <a:cubicBezTo>
                        <a:pt x="121887" y="139844"/>
                        <a:pt x="59203" y="139125"/>
                        <a:pt x="0" y="155639"/>
                      </a:cubicBezTo>
                      <a:cubicBezTo>
                        <a:pt x="17515" y="103696"/>
                        <a:pt x="39268" y="53279"/>
                        <a:pt x="65039" y="4898"/>
                      </a:cubicBezTo>
                      <a:cubicBezTo>
                        <a:pt x="151733" y="-8123"/>
                        <a:pt x="240341" y="4958"/>
                        <a:pt x="319574" y="42474"/>
                      </a:cubicBezTo>
                      <a:lnTo>
                        <a:pt x="320793" y="44061"/>
                      </a:lnTo>
                      <a:cubicBezTo>
                        <a:pt x="318703" y="45668"/>
                        <a:pt x="316561" y="47193"/>
                        <a:pt x="314446" y="485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70" name="Google Shape;1270;p19"/>
              <p:cNvSpPr/>
              <p:nvPr/>
            </p:nvSpPr>
            <p:spPr>
              <a:xfrm>
                <a:off x="-294374" y="3862138"/>
                <a:ext cx="944503" cy="1068886"/>
              </a:xfrm>
              <a:custGeom>
                <a:avLst/>
                <a:gdLst/>
                <a:ahLst/>
                <a:cxnLst/>
                <a:rect l="l" t="t" r="r" b="b"/>
                <a:pathLst>
                  <a:path w="549929" h="622350" extrusionOk="0">
                    <a:moveTo>
                      <a:pt x="538841" y="182607"/>
                    </a:moveTo>
                    <a:cubicBezTo>
                      <a:pt x="524670" y="163792"/>
                      <a:pt x="503181" y="151875"/>
                      <a:pt x="479717" y="149819"/>
                    </a:cubicBezTo>
                    <a:cubicBezTo>
                      <a:pt x="498340" y="133741"/>
                      <a:pt x="516540" y="115771"/>
                      <a:pt x="524408" y="92080"/>
                    </a:cubicBezTo>
                    <a:cubicBezTo>
                      <a:pt x="531856" y="69654"/>
                      <a:pt x="529066" y="41554"/>
                      <a:pt x="510187" y="25476"/>
                    </a:cubicBezTo>
                    <a:cubicBezTo>
                      <a:pt x="489717" y="8045"/>
                      <a:pt x="459931" y="11029"/>
                      <a:pt x="435752" y="17375"/>
                    </a:cubicBezTo>
                    <a:cubicBezTo>
                      <a:pt x="407023" y="25034"/>
                      <a:pt x="379869" y="37699"/>
                      <a:pt x="355539" y="54790"/>
                    </a:cubicBezTo>
                    <a:cubicBezTo>
                      <a:pt x="353468" y="34386"/>
                      <a:pt x="348404" y="11853"/>
                      <a:pt x="327966" y="2766"/>
                    </a:cubicBezTo>
                    <a:cubicBezTo>
                      <a:pt x="305085" y="-7407"/>
                      <a:pt x="284122" y="12617"/>
                      <a:pt x="269835" y="28153"/>
                    </a:cubicBezTo>
                    <a:cubicBezTo>
                      <a:pt x="238775" y="62262"/>
                      <a:pt x="218800" y="104994"/>
                      <a:pt x="212549" y="150700"/>
                    </a:cubicBezTo>
                    <a:cubicBezTo>
                      <a:pt x="207031" y="141053"/>
                      <a:pt x="200454" y="132051"/>
                      <a:pt x="192941" y="123863"/>
                    </a:cubicBezTo>
                    <a:cubicBezTo>
                      <a:pt x="184502" y="114757"/>
                      <a:pt x="173603" y="103496"/>
                      <a:pt x="160192" y="103400"/>
                    </a:cubicBezTo>
                    <a:cubicBezTo>
                      <a:pt x="134256" y="103213"/>
                      <a:pt x="122917" y="137915"/>
                      <a:pt x="115512" y="157139"/>
                    </a:cubicBezTo>
                    <a:cubicBezTo>
                      <a:pt x="92297" y="218250"/>
                      <a:pt x="83468" y="283887"/>
                      <a:pt x="89709" y="348962"/>
                    </a:cubicBezTo>
                    <a:cubicBezTo>
                      <a:pt x="79176" y="339964"/>
                      <a:pt x="65072" y="336346"/>
                      <a:pt x="51508" y="339163"/>
                    </a:cubicBezTo>
                    <a:cubicBezTo>
                      <a:pt x="31431" y="343329"/>
                      <a:pt x="14949" y="357604"/>
                      <a:pt x="7958" y="376880"/>
                    </a:cubicBezTo>
                    <a:cubicBezTo>
                      <a:pt x="-12502" y="425840"/>
                      <a:pt x="10226" y="481530"/>
                      <a:pt x="34005" y="524792"/>
                    </a:cubicBezTo>
                    <a:cubicBezTo>
                      <a:pt x="50959" y="555636"/>
                      <a:pt x="69894" y="585456"/>
                      <a:pt x="88464" y="615343"/>
                    </a:cubicBezTo>
                    <a:lnTo>
                      <a:pt x="88553" y="615436"/>
                    </a:lnTo>
                    <a:cubicBezTo>
                      <a:pt x="87415" y="616117"/>
                      <a:pt x="86731" y="617358"/>
                      <a:pt x="86763" y="618684"/>
                    </a:cubicBezTo>
                    <a:cubicBezTo>
                      <a:pt x="86831" y="620644"/>
                      <a:pt x="88404" y="622217"/>
                      <a:pt x="90364" y="622285"/>
                    </a:cubicBezTo>
                    <a:cubicBezTo>
                      <a:pt x="147757" y="623288"/>
                      <a:pt x="204779" y="612893"/>
                      <a:pt x="258126" y="591701"/>
                    </a:cubicBezTo>
                    <a:cubicBezTo>
                      <a:pt x="275361" y="584789"/>
                      <a:pt x="296522" y="574437"/>
                      <a:pt x="296652" y="552854"/>
                    </a:cubicBezTo>
                    <a:cubicBezTo>
                      <a:pt x="296758" y="535010"/>
                      <a:pt x="282637" y="521266"/>
                      <a:pt x="268359" y="511190"/>
                    </a:cubicBezTo>
                    <a:cubicBezTo>
                      <a:pt x="299063" y="505810"/>
                      <a:pt x="329070" y="497021"/>
                      <a:pt x="357824" y="484986"/>
                    </a:cubicBezTo>
                    <a:cubicBezTo>
                      <a:pt x="386974" y="472690"/>
                      <a:pt x="418416" y="457480"/>
                      <a:pt x="442110" y="436093"/>
                    </a:cubicBezTo>
                    <a:cubicBezTo>
                      <a:pt x="462661" y="417544"/>
                      <a:pt x="471841" y="390170"/>
                      <a:pt x="449831" y="368583"/>
                    </a:cubicBezTo>
                    <a:cubicBezTo>
                      <a:pt x="438375" y="358561"/>
                      <a:pt x="425518" y="350263"/>
                      <a:pt x="411668" y="343950"/>
                    </a:cubicBezTo>
                    <a:cubicBezTo>
                      <a:pt x="401076" y="338457"/>
                      <a:pt x="390173" y="333624"/>
                      <a:pt x="379141" y="329095"/>
                    </a:cubicBezTo>
                    <a:cubicBezTo>
                      <a:pt x="435301" y="319841"/>
                      <a:pt x="487493" y="294258"/>
                      <a:pt x="529207" y="255535"/>
                    </a:cubicBezTo>
                    <a:cubicBezTo>
                      <a:pt x="539447" y="246652"/>
                      <a:pt x="546572" y="234722"/>
                      <a:pt x="549537" y="221494"/>
                    </a:cubicBezTo>
                    <a:cubicBezTo>
                      <a:pt x="551233" y="207628"/>
                      <a:pt x="547389" y="193654"/>
                      <a:pt x="538841" y="182607"/>
                    </a:cubicBezTo>
                    <a:close/>
                    <a:moveTo>
                      <a:pt x="465249" y="149385"/>
                    </a:moveTo>
                    <a:cubicBezTo>
                      <a:pt x="465117" y="149336"/>
                      <a:pt x="464983" y="149295"/>
                      <a:pt x="464846" y="149264"/>
                    </a:cubicBezTo>
                    <a:cubicBezTo>
                      <a:pt x="428856" y="145844"/>
                      <a:pt x="393064" y="152122"/>
                      <a:pt x="357942" y="159843"/>
                    </a:cubicBezTo>
                    <a:cubicBezTo>
                      <a:pt x="366010" y="151748"/>
                      <a:pt x="374165" y="143734"/>
                      <a:pt x="382510" y="135898"/>
                    </a:cubicBezTo>
                    <a:cubicBezTo>
                      <a:pt x="400915" y="118672"/>
                      <a:pt x="419959" y="102184"/>
                      <a:pt x="439641" y="86436"/>
                    </a:cubicBezTo>
                    <a:cubicBezTo>
                      <a:pt x="464106" y="82169"/>
                      <a:pt x="489185" y="82943"/>
                      <a:pt x="513340" y="88711"/>
                    </a:cubicBezTo>
                    <a:cubicBezTo>
                      <a:pt x="514053" y="88891"/>
                      <a:pt x="514808" y="88792"/>
                      <a:pt x="515450" y="88434"/>
                    </a:cubicBezTo>
                    <a:cubicBezTo>
                      <a:pt x="515060" y="89661"/>
                      <a:pt x="514758" y="90939"/>
                      <a:pt x="514304" y="92123"/>
                    </a:cubicBezTo>
                    <a:cubicBezTo>
                      <a:pt x="505145" y="115980"/>
                      <a:pt x="484380" y="133374"/>
                      <a:pt x="465249" y="149385"/>
                    </a:cubicBezTo>
                    <a:close/>
                    <a:moveTo>
                      <a:pt x="516785" y="84140"/>
                    </a:moveTo>
                    <a:cubicBezTo>
                      <a:pt x="516402" y="83452"/>
                      <a:pt x="515740" y="82964"/>
                      <a:pt x="514969" y="82800"/>
                    </a:cubicBezTo>
                    <a:cubicBezTo>
                      <a:pt x="493576" y="77564"/>
                      <a:pt x="471426" y="76159"/>
                      <a:pt x="449543" y="78648"/>
                    </a:cubicBezTo>
                    <a:cubicBezTo>
                      <a:pt x="468372" y="63904"/>
                      <a:pt x="487652" y="49729"/>
                      <a:pt x="507504" y="36360"/>
                    </a:cubicBezTo>
                    <a:cubicBezTo>
                      <a:pt x="507671" y="36248"/>
                      <a:pt x="507743" y="36094"/>
                      <a:pt x="507887" y="35972"/>
                    </a:cubicBezTo>
                    <a:cubicBezTo>
                      <a:pt x="518308" y="49716"/>
                      <a:pt x="521607" y="67581"/>
                      <a:pt x="516785" y="84141"/>
                    </a:cubicBezTo>
                    <a:close/>
                    <a:moveTo>
                      <a:pt x="500184" y="29001"/>
                    </a:moveTo>
                    <a:cubicBezTo>
                      <a:pt x="500465" y="29188"/>
                      <a:pt x="500659" y="29442"/>
                      <a:pt x="500933" y="29634"/>
                    </a:cubicBezTo>
                    <a:cubicBezTo>
                      <a:pt x="481916" y="42612"/>
                      <a:pt x="463385" y="56184"/>
                      <a:pt x="445341" y="70351"/>
                    </a:cubicBezTo>
                    <a:cubicBezTo>
                      <a:pt x="447935" y="64652"/>
                      <a:pt x="449981" y="58721"/>
                      <a:pt x="451451" y="52635"/>
                    </a:cubicBezTo>
                    <a:cubicBezTo>
                      <a:pt x="454219" y="42683"/>
                      <a:pt x="454843" y="32258"/>
                      <a:pt x="453284" y="22047"/>
                    </a:cubicBezTo>
                    <a:cubicBezTo>
                      <a:pt x="469233" y="18311"/>
                      <a:pt x="486006" y="20798"/>
                      <a:pt x="500184" y="29001"/>
                    </a:cubicBezTo>
                    <a:close/>
                    <a:moveTo>
                      <a:pt x="449376" y="22735"/>
                    </a:moveTo>
                    <a:cubicBezTo>
                      <a:pt x="449231" y="26665"/>
                      <a:pt x="449164" y="30599"/>
                      <a:pt x="448796" y="34527"/>
                    </a:cubicBezTo>
                    <a:cubicBezTo>
                      <a:pt x="448231" y="40340"/>
                      <a:pt x="447146" y="46090"/>
                      <a:pt x="445555" y="51710"/>
                    </a:cubicBezTo>
                    <a:cubicBezTo>
                      <a:pt x="442666" y="62188"/>
                      <a:pt x="438106" y="72133"/>
                      <a:pt x="432051" y="81160"/>
                    </a:cubicBezTo>
                    <a:cubicBezTo>
                      <a:pt x="403135" y="104680"/>
                      <a:pt x="375526" y="129764"/>
                      <a:pt x="349347" y="156298"/>
                    </a:cubicBezTo>
                    <a:cubicBezTo>
                      <a:pt x="354161" y="141508"/>
                      <a:pt x="358045" y="126431"/>
                      <a:pt x="360976" y="111155"/>
                    </a:cubicBezTo>
                    <a:cubicBezTo>
                      <a:pt x="362702" y="102133"/>
                      <a:pt x="364100" y="93057"/>
                      <a:pt x="365170" y="83926"/>
                    </a:cubicBezTo>
                    <a:cubicBezTo>
                      <a:pt x="366770" y="75170"/>
                      <a:pt x="367224" y="66244"/>
                      <a:pt x="366521" y="57371"/>
                    </a:cubicBezTo>
                    <a:cubicBezTo>
                      <a:pt x="385158" y="45139"/>
                      <a:pt x="405369" y="35495"/>
                      <a:pt x="426601" y="28702"/>
                    </a:cubicBezTo>
                    <a:cubicBezTo>
                      <a:pt x="434077" y="26294"/>
                      <a:pt x="441680" y="24301"/>
                      <a:pt x="449376" y="22735"/>
                    </a:cubicBezTo>
                    <a:close/>
                    <a:moveTo>
                      <a:pt x="312307" y="8421"/>
                    </a:moveTo>
                    <a:cubicBezTo>
                      <a:pt x="341079" y="5509"/>
                      <a:pt x="346397" y="41496"/>
                      <a:pt x="347987" y="62231"/>
                    </a:cubicBezTo>
                    <a:cubicBezTo>
                      <a:pt x="348199" y="65000"/>
                      <a:pt x="351438" y="67787"/>
                      <a:pt x="354167" y="65777"/>
                    </a:cubicBezTo>
                    <a:cubicBezTo>
                      <a:pt x="356900" y="63747"/>
                      <a:pt x="359787" y="61953"/>
                      <a:pt x="362598" y="60040"/>
                    </a:cubicBezTo>
                    <a:cubicBezTo>
                      <a:pt x="361134" y="67684"/>
                      <a:pt x="360125" y="75407"/>
                      <a:pt x="359576" y="83170"/>
                    </a:cubicBezTo>
                    <a:cubicBezTo>
                      <a:pt x="358217" y="92758"/>
                      <a:pt x="356496" y="102286"/>
                      <a:pt x="354415" y="111755"/>
                    </a:cubicBezTo>
                    <a:cubicBezTo>
                      <a:pt x="350275" y="130310"/>
                      <a:pt x="344813" y="148546"/>
                      <a:pt x="338072" y="166323"/>
                    </a:cubicBezTo>
                    <a:cubicBezTo>
                      <a:pt x="337927" y="166794"/>
                      <a:pt x="337906" y="167293"/>
                      <a:pt x="338009" y="167775"/>
                    </a:cubicBezTo>
                    <a:cubicBezTo>
                      <a:pt x="312166" y="194843"/>
                      <a:pt x="287828" y="223308"/>
                      <a:pt x="265104" y="253041"/>
                    </a:cubicBezTo>
                    <a:cubicBezTo>
                      <a:pt x="268212" y="222757"/>
                      <a:pt x="268955" y="192276"/>
                      <a:pt x="267325" y="161876"/>
                    </a:cubicBezTo>
                    <a:cubicBezTo>
                      <a:pt x="266421" y="145614"/>
                      <a:pt x="264823" y="129414"/>
                      <a:pt x="262532" y="113277"/>
                    </a:cubicBezTo>
                    <a:cubicBezTo>
                      <a:pt x="260938" y="96830"/>
                      <a:pt x="257391" y="80631"/>
                      <a:pt x="251965" y="65023"/>
                    </a:cubicBezTo>
                    <a:cubicBezTo>
                      <a:pt x="255408" y="59540"/>
                      <a:pt x="259012" y="54147"/>
                      <a:pt x="262948" y="48962"/>
                    </a:cubicBezTo>
                    <a:cubicBezTo>
                      <a:pt x="274410" y="33913"/>
                      <a:pt x="292068" y="10469"/>
                      <a:pt x="312307" y="8421"/>
                    </a:cubicBezTo>
                    <a:close/>
                    <a:moveTo>
                      <a:pt x="150716" y="113960"/>
                    </a:moveTo>
                    <a:cubicBezTo>
                      <a:pt x="165005" y="105738"/>
                      <a:pt x="178259" y="119659"/>
                      <a:pt x="187339" y="129466"/>
                    </a:cubicBezTo>
                    <a:cubicBezTo>
                      <a:pt x="197218" y="140274"/>
                      <a:pt x="205368" y="152545"/>
                      <a:pt x="211498" y="165843"/>
                    </a:cubicBezTo>
                    <a:cubicBezTo>
                      <a:pt x="213329" y="169739"/>
                      <a:pt x="218615" y="167371"/>
                      <a:pt x="218908" y="163836"/>
                    </a:cubicBezTo>
                    <a:cubicBezTo>
                      <a:pt x="221742" y="130269"/>
                      <a:pt x="232244" y="97801"/>
                      <a:pt x="249606" y="68933"/>
                    </a:cubicBezTo>
                    <a:cubicBezTo>
                      <a:pt x="250922" y="84068"/>
                      <a:pt x="254237" y="99093"/>
                      <a:pt x="256199" y="114134"/>
                    </a:cubicBezTo>
                    <a:cubicBezTo>
                      <a:pt x="258344" y="130588"/>
                      <a:pt x="259798" y="147116"/>
                      <a:pt x="260562" y="163719"/>
                    </a:cubicBezTo>
                    <a:cubicBezTo>
                      <a:pt x="262046" y="197375"/>
                      <a:pt x="260696" y="231096"/>
                      <a:pt x="256526" y="264526"/>
                    </a:cubicBezTo>
                    <a:cubicBezTo>
                      <a:pt x="226954" y="304296"/>
                      <a:pt x="200311" y="346162"/>
                      <a:pt x="176806" y="389794"/>
                    </a:cubicBezTo>
                    <a:cubicBezTo>
                      <a:pt x="174470" y="349754"/>
                      <a:pt x="170076" y="309861"/>
                      <a:pt x="163640" y="270272"/>
                    </a:cubicBezTo>
                    <a:cubicBezTo>
                      <a:pt x="156609" y="230323"/>
                      <a:pt x="146572" y="187947"/>
                      <a:pt x="125945" y="152472"/>
                    </a:cubicBezTo>
                    <a:cubicBezTo>
                      <a:pt x="127321" y="149100"/>
                      <a:pt x="128587" y="145685"/>
                      <a:pt x="130056" y="142352"/>
                    </a:cubicBezTo>
                    <a:cubicBezTo>
                      <a:pt x="133855" y="130986"/>
                      <a:pt x="141070" y="121071"/>
                      <a:pt x="150716" y="113961"/>
                    </a:cubicBezTo>
                    <a:close/>
                    <a:moveTo>
                      <a:pt x="91189" y="361591"/>
                    </a:moveTo>
                    <a:cubicBezTo>
                      <a:pt x="93026" y="364444"/>
                      <a:pt x="98745" y="363686"/>
                      <a:pt x="98251" y="359678"/>
                    </a:cubicBezTo>
                    <a:cubicBezTo>
                      <a:pt x="91146" y="301235"/>
                      <a:pt x="96478" y="241950"/>
                      <a:pt x="113899" y="185714"/>
                    </a:cubicBezTo>
                    <a:cubicBezTo>
                      <a:pt x="116904" y="175939"/>
                      <a:pt x="120425" y="166339"/>
                      <a:pt x="124175" y="156829"/>
                    </a:cubicBezTo>
                    <a:cubicBezTo>
                      <a:pt x="138878" y="193466"/>
                      <a:pt x="149936" y="231463"/>
                      <a:pt x="157188" y="270269"/>
                    </a:cubicBezTo>
                    <a:cubicBezTo>
                      <a:pt x="164455" y="313309"/>
                      <a:pt x="167107" y="356972"/>
                      <a:pt x="170397" y="400447"/>
                    </a:cubicBezTo>
                    <a:cubicBezTo>
                      <a:pt x="170426" y="400748"/>
                      <a:pt x="170493" y="401043"/>
                      <a:pt x="170598" y="401326"/>
                    </a:cubicBezTo>
                    <a:cubicBezTo>
                      <a:pt x="159940" y="421742"/>
                      <a:pt x="149946" y="442536"/>
                      <a:pt x="140617" y="463710"/>
                    </a:cubicBezTo>
                    <a:cubicBezTo>
                      <a:pt x="129618" y="488875"/>
                      <a:pt x="118973" y="514902"/>
                      <a:pt x="109903" y="541401"/>
                    </a:cubicBezTo>
                    <a:cubicBezTo>
                      <a:pt x="103908" y="508673"/>
                      <a:pt x="95632" y="476403"/>
                      <a:pt x="85137" y="444829"/>
                    </a:cubicBezTo>
                    <a:cubicBezTo>
                      <a:pt x="74934" y="411760"/>
                      <a:pt x="61171" y="379896"/>
                      <a:pt x="44089" y="349798"/>
                    </a:cubicBezTo>
                    <a:cubicBezTo>
                      <a:pt x="60637" y="343128"/>
                      <a:pt x="80670" y="345261"/>
                      <a:pt x="91189" y="361591"/>
                    </a:cubicBezTo>
                    <a:close/>
                    <a:moveTo>
                      <a:pt x="44791" y="526369"/>
                    </a:moveTo>
                    <a:cubicBezTo>
                      <a:pt x="29268" y="500779"/>
                      <a:pt x="18001" y="472840"/>
                      <a:pt x="11429" y="443640"/>
                    </a:cubicBezTo>
                    <a:cubicBezTo>
                      <a:pt x="6343" y="416689"/>
                      <a:pt x="7264" y="383892"/>
                      <a:pt x="26300" y="362148"/>
                    </a:cubicBezTo>
                    <a:cubicBezTo>
                      <a:pt x="30469" y="357466"/>
                      <a:pt x="35542" y="353678"/>
                      <a:pt x="41215" y="351010"/>
                    </a:cubicBezTo>
                    <a:cubicBezTo>
                      <a:pt x="54627" y="383274"/>
                      <a:pt x="69260" y="414732"/>
                      <a:pt x="80212" y="448010"/>
                    </a:cubicBezTo>
                    <a:cubicBezTo>
                      <a:pt x="91369" y="482035"/>
                      <a:pt x="99954" y="516851"/>
                      <a:pt x="105893" y="552163"/>
                    </a:cubicBezTo>
                    <a:cubicBezTo>
                      <a:pt x="105963" y="552342"/>
                      <a:pt x="106052" y="552514"/>
                      <a:pt x="106157" y="552676"/>
                    </a:cubicBezTo>
                    <a:cubicBezTo>
                      <a:pt x="100357" y="570513"/>
                      <a:pt x="95538" y="588654"/>
                      <a:pt x="91721" y="607017"/>
                    </a:cubicBezTo>
                    <a:cubicBezTo>
                      <a:pt x="76164" y="580088"/>
                      <a:pt x="60007" y="553487"/>
                      <a:pt x="44791" y="526369"/>
                    </a:cubicBezTo>
                    <a:close/>
                    <a:moveTo>
                      <a:pt x="285514" y="561441"/>
                    </a:moveTo>
                    <a:cubicBezTo>
                      <a:pt x="280436" y="570067"/>
                      <a:pt x="272460" y="576609"/>
                      <a:pt x="263007" y="579901"/>
                    </a:cubicBezTo>
                    <a:cubicBezTo>
                      <a:pt x="251925" y="584799"/>
                      <a:pt x="240576" y="589071"/>
                      <a:pt x="229014" y="592696"/>
                    </a:cubicBezTo>
                    <a:cubicBezTo>
                      <a:pt x="185612" y="606852"/>
                      <a:pt x="140300" y="614284"/>
                      <a:pt x="94650" y="614735"/>
                    </a:cubicBezTo>
                    <a:cubicBezTo>
                      <a:pt x="95047" y="613787"/>
                      <a:pt x="95000" y="612711"/>
                      <a:pt x="94523" y="611800"/>
                    </a:cubicBezTo>
                    <a:lnTo>
                      <a:pt x="94522" y="611802"/>
                    </a:lnTo>
                    <a:cubicBezTo>
                      <a:pt x="94247" y="611321"/>
                      <a:pt x="93958" y="610847"/>
                      <a:pt x="93682" y="610366"/>
                    </a:cubicBezTo>
                    <a:cubicBezTo>
                      <a:pt x="100229" y="591356"/>
                      <a:pt x="106526" y="572339"/>
                      <a:pt x="113030" y="553409"/>
                    </a:cubicBezTo>
                    <a:cubicBezTo>
                      <a:pt x="170208" y="538086"/>
                      <a:pt x="230467" y="538514"/>
                      <a:pt x="287422" y="554650"/>
                    </a:cubicBezTo>
                    <a:cubicBezTo>
                      <a:pt x="287150" y="557001"/>
                      <a:pt x="286506" y="559293"/>
                      <a:pt x="285514" y="561442"/>
                    </a:cubicBezTo>
                    <a:close/>
                    <a:moveTo>
                      <a:pt x="255172" y="504371"/>
                    </a:moveTo>
                    <a:cubicBezTo>
                      <a:pt x="251067" y="504990"/>
                      <a:pt x="251061" y="510823"/>
                      <a:pt x="254084" y="512696"/>
                    </a:cubicBezTo>
                    <a:cubicBezTo>
                      <a:pt x="266233" y="520222"/>
                      <a:pt x="285586" y="533651"/>
                      <a:pt x="287471" y="549616"/>
                    </a:cubicBezTo>
                    <a:cubicBezTo>
                      <a:pt x="231388" y="533230"/>
                      <a:pt x="171932" y="532226"/>
                      <a:pt x="115328" y="546709"/>
                    </a:cubicBezTo>
                    <a:cubicBezTo>
                      <a:pt x="123165" y="524147"/>
                      <a:pt x="131422" y="501735"/>
                      <a:pt x="140972" y="479649"/>
                    </a:cubicBezTo>
                    <a:cubicBezTo>
                      <a:pt x="152181" y="453725"/>
                      <a:pt x="164430" y="428343"/>
                      <a:pt x="177718" y="403503"/>
                    </a:cubicBezTo>
                    <a:cubicBezTo>
                      <a:pt x="241339" y="393931"/>
                      <a:pt x="306290" y="398569"/>
                      <a:pt x="367905" y="417084"/>
                    </a:cubicBezTo>
                    <a:cubicBezTo>
                      <a:pt x="387356" y="422955"/>
                      <a:pt x="405771" y="430874"/>
                      <a:pt x="424507" y="438510"/>
                    </a:cubicBezTo>
                    <a:cubicBezTo>
                      <a:pt x="422875" y="439696"/>
                      <a:pt x="421241" y="440839"/>
                      <a:pt x="419620" y="441904"/>
                    </a:cubicBezTo>
                    <a:cubicBezTo>
                      <a:pt x="369960" y="474360"/>
                      <a:pt x="313857" y="495671"/>
                      <a:pt x="255172" y="504371"/>
                    </a:cubicBezTo>
                    <a:close/>
                    <a:moveTo>
                      <a:pt x="441265" y="373101"/>
                    </a:moveTo>
                    <a:cubicBezTo>
                      <a:pt x="465657" y="394529"/>
                      <a:pt x="449391" y="418568"/>
                      <a:pt x="429485" y="434676"/>
                    </a:cubicBezTo>
                    <a:cubicBezTo>
                      <a:pt x="390069" y="414943"/>
                      <a:pt x="347566" y="402105"/>
                      <a:pt x="303817" y="396718"/>
                    </a:cubicBezTo>
                    <a:cubicBezTo>
                      <a:pt x="263384" y="390983"/>
                      <a:pt x="222364" y="390703"/>
                      <a:pt x="181857" y="395885"/>
                    </a:cubicBezTo>
                    <a:cubicBezTo>
                      <a:pt x="206110" y="351291"/>
                      <a:pt x="233611" y="308542"/>
                      <a:pt x="264138" y="267983"/>
                    </a:cubicBezTo>
                    <a:cubicBezTo>
                      <a:pt x="313638" y="256949"/>
                      <a:pt x="365187" y="259331"/>
                      <a:pt x="413458" y="274884"/>
                    </a:cubicBezTo>
                    <a:cubicBezTo>
                      <a:pt x="428639" y="280247"/>
                      <a:pt x="443538" y="286377"/>
                      <a:pt x="458098" y="293249"/>
                    </a:cubicBezTo>
                    <a:cubicBezTo>
                      <a:pt x="427584" y="308607"/>
                      <a:pt x="394564" y="318373"/>
                      <a:pt x="360605" y="322086"/>
                    </a:cubicBezTo>
                    <a:cubicBezTo>
                      <a:pt x="357965" y="322174"/>
                      <a:pt x="355896" y="324386"/>
                      <a:pt x="355984" y="327027"/>
                    </a:cubicBezTo>
                    <a:cubicBezTo>
                      <a:pt x="356052" y="329060"/>
                      <a:pt x="357398" y="330828"/>
                      <a:pt x="359340" y="331434"/>
                    </a:cubicBezTo>
                    <a:cubicBezTo>
                      <a:pt x="374534" y="336844"/>
                      <a:pt x="389386" y="343169"/>
                      <a:pt x="403816" y="350374"/>
                    </a:cubicBezTo>
                    <a:cubicBezTo>
                      <a:pt x="417200" y="356353"/>
                      <a:pt x="429781" y="363989"/>
                      <a:pt x="441264" y="373101"/>
                    </a:cubicBezTo>
                    <a:close/>
                    <a:moveTo>
                      <a:pt x="508414" y="260993"/>
                    </a:moveTo>
                    <a:cubicBezTo>
                      <a:pt x="494652" y="271943"/>
                      <a:pt x="479908" y="281599"/>
                      <a:pt x="464371" y="289839"/>
                    </a:cubicBezTo>
                    <a:cubicBezTo>
                      <a:pt x="435353" y="270494"/>
                      <a:pt x="397730" y="260749"/>
                      <a:pt x="363562" y="256192"/>
                    </a:cubicBezTo>
                    <a:cubicBezTo>
                      <a:pt x="332782" y="252136"/>
                      <a:pt x="301551" y="253048"/>
                      <a:pt x="271060" y="258893"/>
                    </a:cubicBezTo>
                    <a:cubicBezTo>
                      <a:pt x="295092" y="227683"/>
                      <a:pt x="320887" y="197871"/>
                      <a:pt x="348317" y="169602"/>
                    </a:cubicBezTo>
                    <a:cubicBezTo>
                      <a:pt x="385786" y="160920"/>
                      <a:pt x="423611" y="152904"/>
                      <a:pt x="462268" y="155864"/>
                    </a:cubicBezTo>
                    <a:cubicBezTo>
                      <a:pt x="462491" y="156651"/>
                      <a:pt x="462910" y="157368"/>
                      <a:pt x="463487" y="157947"/>
                    </a:cubicBezTo>
                    <a:cubicBezTo>
                      <a:pt x="464378" y="158801"/>
                      <a:pt x="465557" y="159289"/>
                      <a:pt x="466790" y="159315"/>
                    </a:cubicBezTo>
                    <a:cubicBezTo>
                      <a:pt x="493656" y="157158"/>
                      <a:pt x="519512" y="170036"/>
                      <a:pt x="533977" y="192777"/>
                    </a:cubicBezTo>
                    <a:cubicBezTo>
                      <a:pt x="550558" y="221233"/>
                      <a:pt x="529891" y="243638"/>
                      <a:pt x="508414" y="2609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1" name="Google Shape;1271;p19"/>
            <p:cNvGrpSpPr/>
            <p:nvPr/>
          </p:nvGrpSpPr>
          <p:grpSpPr>
            <a:xfrm rot="-6333158">
              <a:off x="8084595" y="4679257"/>
              <a:ext cx="1142455" cy="402624"/>
              <a:chOff x="-396587" y="4771415"/>
              <a:chExt cx="1142555" cy="402659"/>
            </a:xfrm>
          </p:grpSpPr>
          <p:grpSp>
            <p:nvGrpSpPr>
              <p:cNvPr id="1272" name="Google Shape;1272;p19"/>
              <p:cNvGrpSpPr/>
              <p:nvPr/>
            </p:nvGrpSpPr>
            <p:grpSpPr>
              <a:xfrm>
                <a:off x="-388799" y="4779440"/>
                <a:ext cx="1127010" cy="386620"/>
                <a:chOff x="-373874" y="4605765"/>
                <a:chExt cx="1127010" cy="386620"/>
              </a:xfrm>
            </p:grpSpPr>
            <p:sp>
              <p:nvSpPr>
                <p:cNvPr id="1273" name="Google Shape;1273;p19"/>
                <p:cNvSpPr/>
                <p:nvPr/>
              </p:nvSpPr>
              <p:spPr>
                <a:xfrm>
                  <a:off x="473828" y="4615252"/>
                  <a:ext cx="277342" cy="208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80" h="121506" extrusionOk="0">
                      <a:moveTo>
                        <a:pt x="0" y="121506"/>
                      </a:moveTo>
                      <a:cubicBezTo>
                        <a:pt x="31131" y="85682"/>
                        <a:pt x="63128" y="46904"/>
                        <a:pt x="69401" y="0"/>
                      </a:cubicBezTo>
                      <a:cubicBezTo>
                        <a:pt x="87497" y="4113"/>
                        <a:pt x="104842" y="11018"/>
                        <a:pt x="120813" y="20468"/>
                      </a:cubicBezTo>
                      <a:cubicBezTo>
                        <a:pt x="139485" y="31603"/>
                        <a:pt x="156795" y="48060"/>
                        <a:pt x="161480" y="69121"/>
                      </a:cubicBezTo>
                      <a:lnTo>
                        <a:pt x="161388" y="69151"/>
                      </a:lnTo>
                      <a:cubicBezTo>
                        <a:pt x="108513" y="89323"/>
                        <a:pt x="54648" y="106797"/>
                        <a:pt x="0" y="12150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4" name="Google Shape;1274;p19"/>
                <p:cNvSpPr/>
                <p:nvPr/>
              </p:nvSpPr>
              <p:spPr>
                <a:xfrm>
                  <a:off x="183635" y="4605765"/>
                  <a:ext cx="409404" cy="280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72" h="163339" extrusionOk="0">
                      <a:moveTo>
                        <a:pt x="168972" y="127030"/>
                      </a:moveTo>
                      <a:cubicBezTo>
                        <a:pt x="113320" y="142073"/>
                        <a:pt x="56919" y="154192"/>
                        <a:pt x="0" y="163339"/>
                      </a:cubicBezTo>
                      <a:cubicBezTo>
                        <a:pt x="45153" y="128306"/>
                        <a:pt x="74997" y="77157"/>
                        <a:pt x="83278" y="20610"/>
                      </a:cubicBezTo>
                      <a:lnTo>
                        <a:pt x="83063" y="19963"/>
                      </a:lnTo>
                      <a:cubicBezTo>
                        <a:pt x="94380" y="15786"/>
                        <a:pt x="105901" y="12183"/>
                        <a:pt x="117582" y="9169"/>
                      </a:cubicBezTo>
                      <a:cubicBezTo>
                        <a:pt x="156978" y="-1669"/>
                        <a:pt x="198395" y="-2918"/>
                        <a:pt x="238373" y="5525"/>
                      </a:cubicBezTo>
                      <a:cubicBezTo>
                        <a:pt x="232101" y="52428"/>
                        <a:pt x="200103" y="91207"/>
                        <a:pt x="168972" y="12703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5" name="Google Shape;1275;p19"/>
                <p:cNvSpPr/>
                <p:nvPr/>
              </p:nvSpPr>
              <p:spPr>
                <a:xfrm>
                  <a:off x="-19974" y="4640050"/>
                  <a:ext cx="346652" cy="27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35" h="158227" extrusionOk="0">
                      <a:moveTo>
                        <a:pt x="0" y="158227"/>
                      </a:moveTo>
                      <a:cubicBezTo>
                        <a:pt x="28420" y="140633"/>
                        <a:pt x="46948" y="110734"/>
                        <a:pt x="50054" y="77453"/>
                      </a:cubicBezTo>
                      <a:lnTo>
                        <a:pt x="49132" y="75759"/>
                      </a:lnTo>
                      <a:cubicBezTo>
                        <a:pt x="57664" y="71183"/>
                        <a:pt x="66135" y="66575"/>
                        <a:pt x="74543" y="61938"/>
                      </a:cubicBezTo>
                      <a:cubicBezTo>
                        <a:pt x="115879" y="39238"/>
                        <a:pt x="157491" y="15985"/>
                        <a:pt x="201621" y="0"/>
                      </a:cubicBezTo>
                      <a:lnTo>
                        <a:pt x="201836" y="647"/>
                      </a:lnTo>
                      <a:cubicBezTo>
                        <a:pt x="193554" y="57194"/>
                        <a:pt x="163711" y="108342"/>
                        <a:pt x="118558" y="143376"/>
                      </a:cubicBezTo>
                      <a:lnTo>
                        <a:pt x="118527" y="143437"/>
                      </a:lnTo>
                      <a:cubicBezTo>
                        <a:pt x="79211" y="149824"/>
                        <a:pt x="39702" y="154754"/>
                        <a:pt x="0" y="15822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19"/>
                <p:cNvSpPr/>
                <p:nvPr/>
              </p:nvSpPr>
              <p:spPr>
                <a:xfrm>
                  <a:off x="-169591" y="4770158"/>
                  <a:ext cx="235591" cy="15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1" h="88646" extrusionOk="0">
                      <a:moveTo>
                        <a:pt x="1323" y="88647"/>
                      </a:moveTo>
                      <a:cubicBezTo>
                        <a:pt x="903" y="88271"/>
                        <a:pt x="462" y="87921"/>
                        <a:pt x="0" y="87599"/>
                      </a:cubicBezTo>
                      <a:cubicBezTo>
                        <a:pt x="12710" y="80336"/>
                        <a:pt x="22252" y="68591"/>
                        <a:pt x="26757" y="54663"/>
                      </a:cubicBezTo>
                      <a:lnTo>
                        <a:pt x="26419" y="53954"/>
                      </a:lnTo>
                      <a:cubicBezTo>
                        <a:pt x="63837" y="38146"/>
                        <a:pt x="100397" y="19443"/>
                        <a:pt x="136250" y="0"/>
                      </a:cubicBezTo>
                      <a:lnTo>
                        <a:pt x="137171" y="1694"/>
                      </a:lnTo>
                      <a:cubicBezTo>
                        <a:pt x="134065" y="34975"/>
                        <a:pt x="115537" y="64874"/>
                        <a:pt x="87118" y="82468"/>
                      </a:cubicBezTo>
                      <a:cubicBezTo>
                        <a:pt x="84593" y="82742"/>
                        <a:pt x="82007" y="82985"/>
                        <a:pt x="79452" y="83167"/>
                      </a:cubicBezTo>
                      <a:cubicBezTo>
                        <a:pt x="56918" y="85111"/>
                        <a:pt x="34414" y="86531"/>
                        <a:pt x="11912" y="87951"/>
                      </a:cubicBezTo>
                      <a:cubicBezTo>
                        <a:pt x="8403" y="88193"/>
                        <a:pt x="4832" y="88404"/>
                        <a:pt x="1323" y="8864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19"/>
                <p:cNvSpPr/>
                <p:nvPr/>
              </p:nvSpPr>
              <p:spPr>
                <a:xfrm>
                  <a:off x="-362666" y="4862819"/>
                  <a:ext cx="239040" cy="7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79" h="41977" extrusionOk="0">
                      <a:moveTo>
                        <a:pt x="113745" y="34693"/>
                      </a:moveTo>
                      <a:cubicBezTo>
                        <a:pt x="75880" y="37111"/>
                        <a:pt x="38036" y="39539"/>
                        <a:pt x="213" y="41977"/>
                      </a:cubicBezTo>
                      <a:lnTo>
                        <a:pt x="0" y="40408"/>
                      </a:lnTo>
                      <a:cubicBezTo>
                        <a:pt x="47852" y="33084"/>
                        <a:pt x="94533" y="19498"/>
                        <a:pt x="138842" y="0"/>
                      </a:cubicBezTo>
                      <a:lnTo>
                        <a:pt x="139179" y="709"/>
                      </a:lnTo>
                      <a:cubicBezTo>
                        <a:pt x="134674" y="14637"/>
                        <a:pt x="125132" y="26382"/>
                        <a:pt x="112422" y="33644"/>
                      </a:cubicBezTo>
                      <a:cubicBezTo>
                        <a:pt x="112884" y="33967"/>
                        <a:pt x="113326" y="34317"/>
                        <a:pt x="113745" y="3469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19"/>
                <p:cNvSpPr/>
                <p:nvPr/>
              </p:nvSpPr>
              <p:spPr>
                <a:xfrm>
                  <a:off x="-373874" y="4922400"/>
                  <a:ext cx="240756" cy="59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178" h="34467" extrusionOk="0">
                      <a:moveTo>
                        <a:pt x="6740" y="7285"/>
                      </a:moveTo>
                      <a:cubicBezTo>
                        <a:pt x="44605" y="4867"/>
                        <a:pt x="82449" y="2438"/>
                        <a:pt x="120272" y="0"/>
                      </a:cubicBezTo>
                      <a:cubicBezTo>
                        <a:pt x="131054" y="8535"/>
                        <a:pt x="138173" y="20863"/>
                        <a:pt x="140178" y="34468"/>
                      </a:cubicBezTo>
                      <a:cubicBezTo>
                        <a:pt x="119710" y="32597"/>
                        <a:pt x="99273" y="30203"/>
                        <a:pt x="78869" y="27439"/>
                      </a:cubicBezTo>
                      <a:cubicBezTo>
                        <a:pt x="51941" y="24747"/>
                        <a:pt x="25496" y="18452"/>
                        <a:pt x="244" y="8724"/>
                      </a:cubicBezTo>
                      <a:lnTo>
                        <a:pt x="0" y="6599"/>
                      </a:lnTo>
                      <a:cubicBezTo>
                        <a:pt x="2124" y="6356"/>
                        <a:pt x="4341" y="6081"/>
                        <a:pt x="6527" y="57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19"/>
                <p:cNvSpPr/>
                <p:nvPr/>
              </p:nvSpPr>
              <p:spPr>
                <a:xfrm>
                  <a:off x="-167320" y="4911789"/>
                  <a:ext cx="199333" cy="7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60" h="46361" extrusionOk="0">
                      <a:moveTo>
                        <a:pt x="19906" y="40646"/>
                      </a:moveTo>
                      <a:cubicBezTo>
                        <a:pt x="17901" y="27041"/>
                        <a:pt x="10782" y="14714"/>
                        <a:pt x="0" y="6178"/>
                      </a:cubicBezTo>
                      <a:cubicBezTo>
                        <a:pt x="3509" y="5936"/>
                        <a:pt x="7080" y="5724"/>
                        <a:pt x="10590" y="5482"/>
                      </a:cubicBezTo>
                      <a:cubicBezTo>
                        <a:pt x="33092" y="4063"/>
                        <a:pt x="55595" y="2642"/>
                        <a:pt x="78130" y="698"/>
                      </a:cubicBezTo>
                      <a:cubicBezTo>
                        <a:pt x="80685" y="517"/>
                        <a:pt x="83271" y="274"/>
                        <a:pt x="85795" y="0"/>
                      </a:cubicBezTo>
                      <a:cubicBezTo>
                        <a:pt x="101543" y="10917"/>
                        <a:pt x="112403" y="27553"/>
                        <a:pt x="116061" y="46361"/>
                      </a:cubicBezTo>
                      <a:cubicBezTo>
                        <a:pt x="83956" y="45585"/>
                        <a:pt x="51905" y="43679"/>
                        <a:pt x="19906" y="4064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19"/>
                <p:cNvSpPr/>
                <p:nvPr/>
              </p:nvSpPr>
              <p:spPr>
                <a:xfrm>
                  <a:off x="-19974" y="4886388"/>
                  <a:ext cx="312465" cy="105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930" h="61716" extrusionOk="0">
                      <a:moveTo>
                        <a:pt x="181930" y="57513"/>
                      </a:moveTo>
                      <a:cubicBezTo>
                        <a:pt x="131472" y="61342"/>
                        <a:pt x="80849" y="62557"/>
                        <a:pt x="30265" y="61152"/>
                      </a:cubicBezTo>
                      <a:cubicBezTo>
                        <a:pt x="26607" y="42343"/>
                        <a:pt x="15747" y="25707"/>
                        <a:pt x="0" y="14790"/>
                      </a:cubicBezTo>
                      <a:cubicBezTo>
                        <a:pt x="39651" y="11266"/>
                        <a:pt x="79160" y="6336"/>
                        <a:pt x="118526" y="0"/>
                      </a:cubicBezTo>
                      <a:cubicBezTo>
                        <a:pt x="146833" y="8484"/>
                        <a:pt x="169976" y="28988"/>
                        <a:pt x="181809" y="5606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19"/>
                <p:cNvSpPr/>
                <p:nvPr/>
              </p:nvSpPr>
              <p:spPr>
                <a:xfrm>
                  <a:off x="183582" y="4823926"/>
                  <a:ext cx="442249" cy="161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496" h="93883" extrusionOk="0">
                      <a:moveTo>
                        <a:pt x="244807" y="61652"/>
                      </a:moveTo>
                      <a:cubicBezTo>
                        <a:pt x="212960" y="73949"/>
                        <a:pt x="179602" y="81903"/>
                        <a:pt x="145632" y="85299"/>
                      </a:cubicBezTo>
                      <a:cubicBezTo>
                        <a:pt x="118325" y="88930"/>
                        <a:pt x="90915" y="91791"/>
                        <a:pt x="63404" y="93883"/>
                      </a:cubicBezTo>
                      <a:lnTo>
                        <a:pt x="63283" y="92437"/>
                      </a:lnTo>
                      <a:cubicBezTo>
                        <a:pt x="51450" y="65358"/>
                        <a:pt x="28307" y="44854"/>
                        <a:pt x="0" y="36370"/>
                      </a:cubicBezTo>
                      <a:lnTo>
                        <a:pt x="31" y="36309"/>
                      </a:lnTo>
                      <a:cubicBezTo>
                        <a:pt x="56950" y="27161"/>
                        <a:pt x="113351" y="15042"/>
                        <a:pt x="169003" y="0"/>
                      </a:cubicBezTo>
                      <a:cubicBezTo>
                        <a:pt x="168448" y="646"/>
                        <a:pt x="167863" y="1353"/>
                        <a:pt x="167308" y="1999"/>
                      </a:cubicBezTo>
                      <a:cubicBezTo>
                        <a:pt x="202013" y="8170"/>
                        <a:pt x="233459" y="26309"/>
                        <a:pt x="256176" y="53262"/>
                      </a:cubicBezTo>
                      <a:lnTo>
                        <a:pt x="257496" y="55696"/>
                      </a:lnTo>
                      <a:cubicBezTo>
                        <a:pt x="253338" y="57846"/>
                        <a:pt x="249119" y="59811"/>
                        <a:pt x="244807" y="6165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19"/>
                <p:cNvSpPr/>
                <p:nvPr/>
              </p:nvSpPr>
              <p:spPr>
                <a:xfrm>
                  <a:off x="470917" y="4733960"/>
                  <a:ext cx="282220" cy="185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20" h="108081" extrusionOk="0">
                      <a:moveTo>
                        <a:pt x="163635" y="2002"/>
                      </a:moveTo>
                      <a:cubicBezTo>
                        <a:pt x="165901" y="18332"/>
                        <a:pt x="162514" y="34945"/>
                        <a:pt x="154038" y="49086"/>
                      </a:cubicBezTo>
                      <a:cubicBezTo>
                        <a:pt x="139139" y="74698"/>
                        <a:pt x="116896" y="95249"/>
                        <a:pt x="90189" y="108081"/>
                      </a:cubicBezTo>
                      <a:lnTo>
                        <a:pt x="88869" y="105647"/>
                      </a:lnTo>
                      <a:cubicBezTo>
                        <a:pt x="66151" y="78694"/>
                        <a:pt x="34706" y="60555"/>
                        <a:pt x="0" y="54384"/>
                      </a:cubicBezTo>
                      <a:cubicBezTo>
                        <a:pt x="555" y="53738"/>
                        <a:pt x="1141" y="53031"/>
                        <a:pt x="1696" y="52385"/>
                      </a:cubicBezTo>
                      <a:cubicBezTo>
                        <a:pt x="56343" y="37676"/>
                        <a:pt x="110208" y="20202"/>
                        <a:pt x="163084" y="30"/>
                      </a:cubicBezTo>
                      <a:lnTo>
                        <a:pt x="163176" y="0"/>
                      </a:lnTo>
                      <a:cubicBezTo>
                        <a:pt x="163376" y="656"/>
                        <a:pt x="163529" y="1324"/>
                        <a:pt x="163635" y="200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3" name="Google Shape;1283;p19"/>
              <p:cNvSpPr/>
              <p:nvPr/>
            </p:nvSpPr>
            <p:spPr>
              <a:xfrm>
                <a:off x="-396587" y="4771415"/>
                <a:ext cx="1142555" cy="402659"/>
              </a:xfrm>
              <a:custGeom>
                <a:avLst/>
                <a:gdLst/>
                <a:ahLst/>
                <a:cxnLst/>
                <a:rect l="l" t="t" r="r" b="b"/>
                <a:pathLst>
                  <a:path w="665243" h="234445" extrusionOk="0">
                    <a:moveTo>
                      <a:pt x="664664" y="83685"/>
                    </a:moveTo>
                    <a:cubicBezTo>
                      <a:pt x="659198" y="42807"/>
                      <a:pt x="614423" y="19205"/>
                      <a:pt x="578928" y="8752"/>
                    </a:cubicBezTo>
                    <a:cubicBezTo>
                      <a:pt x="485501" y="-18760"/>
                      <a:pt x="391463" y="23497"/>
                      <a:pt x="310716" y="67494"/>
                    </a:cubicBezTo>
                    <a:cubicBezTo>
                      <a:pt x="262172" y="93944"/>
                      <a:pt x="214056" y="121236"/>
                      <a:pt x="163646" y="144057"/>
                    </a:cubicBezTo>
                    <a:cubicBezTo>
                      <a:pt x="112011" y="167586"/>
                      <a:pt x="57559" y="184362"/>
                      <a:pt x="1635" y="193970"/>
                    </a:cubicBezTo>
                    <a:cubicBezTo>
                      <a:pt x="-400" y="194317"/>
                      <a:pt x="-417" y="197022"/>
                      <a:pt x="932" y="198083"/>
                    </a:cubicBezTo>
                    <a:cubicBezTo>
                      <a:pt x="954" y="199771"/>
                      <a:pt x="1985" y="201282"/>
                      <a:pt x="3550" y="201916"/>
                    </a:cubicBezTo>
                    <a:cubicBezTo>
                      <a:pt x="27137" y="211000"/>
                      <a:pt x="51783" y="217047"/>
                      <a:pt x="76896" y="219912"/>
                    </a:cubicBezTo>
                    <a:cubicBezTo>
                      <a:pt x="99016" y="223054"/>
                      <a:pt x="121214" y="225576"/>
                      <a:pt x="143462" y="227690"/>
                    </a:cubicBezTo>
                    <a:cubicBezTo>
                      <a:pt x="144044" y="228582"/>
                      <a:pt x="145238" y="228834"/>
                      <a:pt x="146131" y="228253"/>
                    </a:cubicBezTo>
                    <a:cubicBezTo>
                      <a:pt x="146246" y="228177"/>
                      <a:pt x="146353" y="228090"/>
                      <a:pt x="146450" y="227992"/>
                    </a:cubicBezTo>
                    <a:cubicBezTo>
                      <a:pt x="149123" y="228240"/>
                      <a:pt x="151787" y="228567"/>
                      <a:pt x="154462" y="228801"/>
                    </a:cubicBezTo>
                    <a:cubicBezTo>
                      <a:pt x="207122" y="233418"/>
                      <a:pt x="259992" y="235205"/>
                      <a:pt x="312843" y="234153"/>
                    </a:cubicBezTo>
                    <a:cubicBezTo>
                      <a:pt x="365697" y="233029"/>
                      <a:pt x="418447" y="228967"/>
                      <a:pt x="470849" y="221983"/>
                    </a:cubicBezTo>
                    <a:cubicBezTo>
                      <a:pt x="516740" y="215927"/>
                      <a:pt x="564203" y="207866"/>
                      <a:pt x="603863" y="182462"/>
                    </a:cubicBezTo>
                    <a:cubicBezTo>
                      <a:pt x="635719" y="162056"/>
                      <a:pt x="670147" y="124689"/>
                      <a:pt x="664664" y="83685"/>
                    </a:cubicBezTo>
                    <a:close/>
                    <a:moveTo>
                      <a:pt x="638866" y="52287"/>
                    </a:moveTo>
                    <a:cubicBezTo>
                      <a:pt x="646398" y="59834"/>
                      <a:pt x="651677" y="69331"/>
                      <a:pt x="654109" y="79712"/>
                    </a:cubicBezTo>
                    <a:cubicBezTo>
                      <a:pt x="615135" y="91732"/>
                      <a:pt x="576996" y="106256"/>
                      <a:pt x="537740" y="117531"/>
                    </a:cubicBezTo>
                    <a:cubicBezTo>
                      <a:pt x="527853" y="120371"/>
                      <a:pt x="517945" y="123134"/>
                      <a:pt x="508015" y="125821"/>
                    </a:cubicBezTo>
                    <a:cubicBezTo>
                      <a:pt x="521372" y="110291"/>
                      <a:pt x="533660" y="93873"/>
                      <a:pt x="544794" y="76680"/>
                    </a:cubicBezTo>
                    <a:cubicBezTo>
                      <a:pt x="557192" y="58269"/>
                      <a:pt x="565348" y="37335"/>
                      <a:pt x="568673" y="15389"/>
                    </a:cubicBezTo>
                    <a:cubicBezTo>
                      <a:pt x="595117" y="20726"/>
                      <a:pt x="619477" y="33531"/>
                      <a:pt x="638866" y="52287"/>
                    </a:cubicBezTo>
                    <a:close/>
                    <a:moveTo>
                      <a:pt x="517290" y="9549"/>
                    </a:moveTo>
                    <a:cubicBezTo>
                      <a:pt x="533106" y="9570"/>
                      <a:pt x="548879" y="11203"/>
                      <a:pt x="564363" y="14423"/>
                    </a:cubicBezTo>
                    <a:cubicBezTo>
                      <a:pt x="558988" y="35756"/>
                      <a:pt x="550318" y="56120"/>
                      <a:pt x="538665" y="74780"/>
                    </a:cubicBezTo>
                    <a:cubicBezTo>
                      <a:pt x="525614" y="93739"/>
                      <a:pt x="511362" y="111843"/>
                      <a:pt x="495997" y="128981"/>
                    </a:cubicBezTo>
                    <a:cubicBezTo>
                      <a:pt x="468861" y="136148"/>
                      <a:pt x="441586" y="142783"/>
                      <a:pt x="414142" y="148668"/>
                    </a:cubicBezTo>
                    <a:cubicBezTo>
                      <a:pt x="389699" y="153816"/>
                      <a:pt x="365159" y="158426"/>
                      <a:pt x="340522" y="162496"/>
                    </a:cubicBezTo>
                    <a:cubicBezTo>
                      <a:pt x="359296" y="146154"/>
                      <a:pt x="375187" y="126770"/>
                      <a:pt x="387529" y="105155"/>
                    </a:cubicBezTo>
                    <a:cubicBezTo>
                      <a:pt x="401628" y="82112"/>
                      <a:pt x="410412" y="56215"/>
                      <a:pt x="413244" y="29350"/>
                    </a:cubicBezTo>
                    <a:cubicBezTo>
                      <a:pt x="446483" y="16653"/>
                      <a:pt x="481711" y="9949"/>
                      <a:pt x="517290" y="9549"/>
                    </a:cubicBezTo>
                    <a:close/>
                    <a:moveTo>
                      <a:pt x="409429" y="30797"/>
                    </a:moveTo>
                    <a:cubicBezTo>
                      <a:pt x="403580" y="56206"/>
                      <a:pt x="394359" y="80719"/>
                      <a:pt x="382012" y="103684"/>
                    </a:cubicBezTo>
                    <a:cubicBezTo>
                      <a:pt x="368220" y="126937"/>
                      <a:pt x="350321" y="147494"/>
                      <a:pt x="329187" y="164355"/>
                    </a:cubicBezTo>
                    <a:cubicBezTo>
                      <a:pt x="293470" y="170082"/>
                      <a:pt x="257604" y="174731"/>
                      <a:pt x="221589" y="178300"/>
                    </a:cubicBezTo>
                    <a:cubicBezTo>
                      <a:pt x="244843" y="160567"/>
                      <a:pt x="259495" y="133812"/>
                      <a:pt x="261912" y="104667"/>
                    </a:cubicBezTo>
                    <a:cubicBezTo>
                      <a:pt x="309562" y="78965"/>
                      <a:pt x="358092" y="49966"/>
                      <a:pt x="409429" y="30797"/>
                    </a:cubicBezTo>
                    <a:close/>
                    <a:moveTo>
                      <a:pt x="257946" y="106807"/>
                    </a:moveTo>
                    <a:cubicBezTo>
                      <a:pt x="255380" y="120817"/>
                      <a:pt x="250473" y="134295"/>
                      <a:pt x="243433" y="146677"/>
                    </a:cubicBezTo>
                    <a:cubicBezTo>
                      <a:pt x="235380" y="159716"/>
                      <a:pt x="224550" y="170818"/>
                      <a:pt x="211716" y="179193"/>
                    </a:cubicBezTo>
                    <a:cubicBezTo>
                      <a:pt x="194365" y="180800"/>
                      <a:pt x="176994" y="182221"/>
                      <a:pt x="159596" y="183318"/>
                    </a:cubicBezTo>
                    <a:cubicBezTo>
                      <a:pt x="150027" y="183957"/>
                      <a:pt x="140458" y="184589"/>
                      <a:pt x="130889" y="185215"/>
                    </a:cubicBezTo>
                    <a:cubicBezTo>
                      <a:pt x="134643" y="182199"/>
                      <a:pt x="138142" y="178879"/>
                      <a:pt x="141350" y="175289"/>
                    </a:cubicBezTo>
                    <a:cubicBezTo>
                      <a:pt x="145090" y="170544"/>
                      <a:pt x="148054" y="165236"/>
                      <a:pt x="150134" y="159564"/>
                    </a:cubicBezTo>
                    <a:cubicBezTo>
                      <a:pt x="187276" y="143976"/>
                      <a:pt x="223267" y="125415"/>
                      <a:pt x="257946" y="106806"/>
                    </a:cubicBezTo>
                    <a:close/>
                    <a:moveTo>
                      <a:pt x="56293" y="190275"/>
                    </a:moveTo>
                    <a:cubicBezTo>
                      <a:pt x="86874" y="183210"/>
                      <a:pt x="116794" y="173537"/>
                      <a:pt x="145725" y="161363"/>
                    </a:cubicBezTo>
                    <a:cubicBezTo>
                      <a:pt x="143740" y="165516"/>
                      <a:pt x="141292" y="169431"/>
                      <a:pt x="138427" y="173033"/>
                    </a:cubicBezTo>
                    <a:cubicBezTo>
                      <a:pt x="134394" y="178348"/>
                      <a:pt x="129213" y="182684"/>
                      <a:pt x="123271" y="185719"/>
                    </a:cubicBezTo>
                    <a:cubicBezTo>
                      <a:pt x="100941" y="187186"/>
                      <a:pt x="78615" y="188705"/>
                      <a:pt x="56293" y="190275"/>
                    </a:cubicBezTo>
                    <a:close/>
                    <a:moveTo>
                      <a:pt x="2257" y="198564"/>
                    </a:moveTo>
                    <a:lnTo>
                      <a:pt x="2257" y="198564"/>
                    </a:lnTo>
                    <a:close/>
                    <a:moveTo>
                      <a:pt x="20532" y="199347"/>
                    </a:moveTo>
                    <a:cubicBezTo>
                      <a:pt x="55633" y="197519"/>
                      <a:pt x="90796" y="195715"/>
                      <a:pt x="125935" y="193501"/>
                    </a:cubicBezTo>
                    <a:cubicBezTo>
                      <a:pt x="133437" y="200493"/>
                      <a:pt x="138818" y="209457"/>
                      <a:pt x="141462" y="219365"/>
                    </a:cubicBezTo>
                    <a:cubicBezTo>
                      <a:pt x="123256" y="217662"/>
                      <a:pt x="105070" y="215744"/>
                      <a:pt x="86928" y="213356"/>
                    </a:cubicBezTo>
                    <a:cubicBezTo>
                      <a:pt x="64358" y="211077"/>
                      <a:pt x="42098" y="206381"/>
                      <a:pt x="20532" y="199346"/>
                    </a:cubicBezTo>
                    <a:close/>
                    <a:moveTo>
                      <a:pt x="145794" y="219749"/>
                    </a:moveTo>
                    <a:cubicBezTo>
                      <a:pt x="143703" y="209776"/>
                      <a:pt x="138920" y="200566"/>
                      <a:pt x="131964" y="193120"/>
                    </a:cubicBezTo>
                    <a:cubicBezTo>
                      <a:pt x="158439" y="191412"/>
                      <a:pt x="184895" y="189452"/>
                      <a:pt x="211291" y="186994"/>
                    </a:cubicBezTo>
                    <a:cubicBezTo>
                      <a:pt x="223955" y="196527"/>
                      <a:pt x="233181" y="209913"/>
                      <a:pt x="237583" y="225140"/>
                    </a:cubicBezTo>
                    <a:cubicBezTo>
                      <a:pt x="214875" y="224517"/>
                      <a:pt x="192176" y="223508"/>
                      <a:pt x="169512" y="221847"/>
                    </a:cubicBezTo>
                    <a:cubicBezTo>
                      <a:pt x="161596" y="221260"/>
                      <a:pt x="153698" y="220465"/>
                      <a:pt x="145794" y="219749"/>
                    </a:cubicBezTo>
                    <a:close/>
                    <a:moveTo>
                      <a:pt x="241572" y="225264"/>
                    </a:moveTo>
                    <a:cubicBezTo>
                      <a:pt x="237979" y="210200"/>
                      <a:pt x="229857" y="196599"/>
                      <a:pt x="218299" y="186290"/>
                    </a:cubicBezTo>
                    <a:cubicBezTo>
                      <a:pt x="237284" y="184459"/>
                      <a:pt x="256242" y="182420"/>
                      <a:pt x="275146" y="179988"/>
                    </a:cubicBezTo>
                    <a:cubicBezTo>
                      <a:pt x="293595" y="177652"/>
                      <a:pt x="311987" y="174935"/>
                      <a:pt x="330334" y="171961"/>
                    </a:cubicBezTo>
                    <a:cubicBezTo>
                      <a:pt x="355739" y="180079"/>
                      <a:pt x="376845" y="198015"/>
                      <a:pt x="388956" y="221778"/>
                    </a:cubicBezTo>
                    <a:cubicBezTo>
                      <a:pt x="371150" y="223059"/>
                      <a:pt x="353328" y="224128"/>
                      <a:pt x="335481" y="224738"/>
                    </a:cubicBezTo>
                    <a:cubicBezTo>
                      <a:pt x="304186" y="225938"/>
                      <a:pt x="272869" y="226038"/>
                      <a:pt x="241572" y="225264"/>
                    </a:cubicBezTo>
                    <a:close/>
                    <a:moveTo>
                      <a:pt x="392494" y="221514"/>
                    </a:moveTo>
                    <a:cubicBezTo>
                      <a:pt x="382176" y="198793"/>
                      <a:pt x="363998" y="180563"/>
                      <a:pt x="341307" y="170178"/>
                    </a:cubicBezTo>
                    <a:cubicBezTo>
                      <a:pt x="392714" y="161479"/>
                      <a:pt x="443615" y="150301"/>
                      <a:pt x="494009" y="136641"/>
                    </a:cubicBezTo>
                    <a:cubicBezTo>
                      <a:pt x="494375" y="136975"/>
                      <a:pt x="494808" y="137227"/>
                      <a:pt x="495280" y="137381"/>
                    </a:cubicBezTo>
                    <a:cubicBezTo>
                      <a:pt x="528443" y="143862"/>
                      <a:pt x="558706" y="160668"/>
                      <a:pt x="581738" y="185394"/>
                    </a:cubicBezTo>
                    <a:cubicBezTo>
                      <a:pt x="551835" y="198831"/>
                      <a:pt x="520042" y="207589"/>
                      <a:pt x="487476" y="211359"/>
                    </a:cubicBezTo>
                    <a:cubicBezTo>
                      <a:pt x="455937" y="215848"/>
                      <a:pt x="424252" y="219149"/>
                      <a:pt x="392494" y="221514"/>
                    </a:cubicBezTo>
                    <a:close/>
                    <a:moveTo>
                      <a:pt x="614763" y="164526"/>
                    </a:moveTo>
                    <a:cubicBezTo>
                      <a:pt x="606002" y="171695"/>
                      <a:pt x="596520" y="177935"/>
                      <a:pt x="586470" y="183145"/>
                    </a:cubicBezTo>
                    <a:cubicBezTo>
                      <a:pt x="566228" y="158242"/>
                      <a:pt x="538428" y="140607"/>
                      <a:pt x="507273" y="132908"/>
                    </a:cubicBezTo>
                    <a:cubicBezTo>
                      <a:pt x="513336" y="131206"/>
                      <a:pt x="519408" y="129544"/>
                      <a:pt x="525452" y="127771"/>
                    </a:cubicBezTo>
                    <a:cubicBezTo>
                      <a:pt x="569539" y="115909"/>
                      <a:pt x="612749" y="101002"/>
                      <a:pt x="654771" y="83157"/>
                    </a:cubicBezTo>
                    <a:cubicBezTo>
                      <a:pt x="659503" y="112925"/>
                      <a:pt x="639030" y="144519"/>
                      <a:pt x="614763" y="1645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84" name="Google Shape;128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AND_TWO_COLUMNS_1_1_1_1_1"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6" name="Google Shape;1286;p20"/>
          <p:cNvGrpSpPr/>
          <p:nvPr/>
        </p:nvGrpSpPr>
        <p:grpSpPr>
          <a:xfrm>
            <a:off x="-272763" y="-1040063"/>
            <a:ext cx="9961319" cy="6681536"/>
            <a:chOff x="-272763" y="-1040063"/>
            <a:chExt cx="9961319" cy="6681536"/>
          </a:xfrm>
        </p:grpSpPr>
        <p:sp>
          <p:nvSpPr>
            <p:cNvPr id="1287" name="Google Shape;1287;p20"/>
            <p:cNvSpPr/>
            <p:nvPr/>
          </p:nvSpPr>
          <p:spPr>
            <a:xfrm rot="10800000" flipH="1">
              <a:off x="-272763" y="-1040063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20"/>
            <p:cNvSpPr/>
            <p:nvPr/>
          </p:nvSpPr>
          <p:spPr>
            <a:xfrm rot="10800000" flipH="1">
              <a:off x="7381875" y="3795063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289" name="Google Shape;1289;p20"/>
          <p:cNvGrpSpPr/>
          <p:nvPr/>
        </p:nvGrpSpPr>
        <p:grpSpPr>
          <a:xfrm>
            <a:off x="156613" y="207838"/>
            <a:ext cx="8591624" cy="3519718"/>
            <a:chOff x="156613" y="207838"/>
            <a:chExt cx="8591624" cy="3519718"/>
          </a:xfrm>
        </p:grpSpPr>
        <p:grpSp>
          <p:nvGrpSpPr>
            <p:cNvPr id="1290" name="Google Shape;1290;p20"/>
            <p:cNvGrpSpPr/>
            <p:nvPr/>
          </p:nvGrpSpPr>
          <p:grpSpPr>
            <a:xfrm flipH="1">
              <a:off x="156613" y="2922597"/>
              <a:ext cx="409524" cy="804959"/>
              <a:chOff x="787644" y="1192072"/>
              <a:chExt cx="409524" cy="804959"/>
            </a:xfrm>
          </p:grpSpPr>
          <p:sp>
            <p:nvSpPr>
              <p:cNvPr id="1291" name="Google Shape;1291;p20"/>
              <p:cNvSpPr/>
              <p:nvPr/>
            </p:nvSpPr>
            <p:spPr>
              <a:xfrm>
                <a:off x="9839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0"/>
              <p:cNvSpPr/>
              <p:nvPr/>
            </p:nvSpPr>
            <p:spPr>
              <a:xfrm>
                <a:off x="787644" y="18611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3" name="Google Shape;1293;p20"/>
            <p:cNvGrpSpPr/>
            <p:nvPr/>
          </p:nvGrpSpPr>
          <p:grpSpPr>
            <a:xfrm flipH="1">
              <a:off x="8129804" y="207838"/>
              <a:ext cx="618432" cy="448429"/>
              <a:chOff x="749957" y="2916238"/>
              <a:chExt cx="618432" cy="448429"/>
            </a:xfrm>
          </p:grpSpPr>
          <p:sp>
            <p:nvSpPr>
              <p:cNvPr id="1294" name="Google Shape;1294;p20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20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6" name="Google Shape;1296;p20"/>
          <p:cNvGrpSpPr/>
          <p:nvPr/>
        </p:nvGrpSpPr>
        <p:grpSpPr>
          <a:xfrm>
            <a:off x="-326079" y="1660645"/>
            <a:ext cx="9602049" cy="1037660"/>
            <a:chOff x="-326079" y="1660645"/>
            <a:chExt cx="9602049" cy="1037660"/>
          </a:xfrm>
        </p:grpSpPr>
        <p:grpSp>
          <p:nvGrpSpPr>
            <p:cNvPr id="1297" name="Google Shape;1297;p20"/>
            <p:cNvGrpSpPr/>
            <p:nvPr/>
          </p:nvGrpSpPr>
          <p:grpSpPr>
            <a:xfrm flipH="1">
              <a:off x="8544842" y="2303699"/>
              <a:ext cx="731128" cy="394605"/>
              <a:chOff x="1006523" y="1673424"/>
              <a:chExt cx="731128" cy="394605"/>
            </a:xfrm>
          </p:grpSpPr>
          <p:sp>
            <p:nvSpPr>
              <p:cNvPr id="1298" name="Google Shape;1298;p20"/>
              <p:cNvSpPr/>
              <p:nvPr/>
            </p:nvSpPr>
            <p:spPr>
              <a:xfrm>
                <a:off x="1010947" y="1679127"/>
                <a:ext cx="720146" cy="385761"/>
              </a:xfrm>
              <a:custGeom>
                <a:avLst/>
                <a:gdLst/>
                <a:ahLst/>
                <a:cxnLst/>
                <a:rect l="l" t="t" r="r" b="b"/>
                <a:pathLst>
                  <a:path w="720146" h="385761" extrusionOk="0">
                    <a:moveTo>
                      <a:pt x="714509" y="372279"/>
                    </a:moveTo>
                    <a:cubicBezTo>
                      <a:pt x="476403" y="370249"/>
                      <a:pt x="238355" y="374749"/>
                      <a:pt x="366" y="385777"/>
                    </a:cubicBezTo>
                    <a:lnTo>
                      <a:pt x="190" y="381807"/>
                    </a:lnTo>
                    <a:cubicBezTo>
                      <a:pt x="23494" y="337553"/>
                      <a:pt x="75353" y="316562"/>
                      <a:pt x="122907" y="332136"/>
                    </a:cubicBezTo>
                    <a:cubicBezTo>
                      <a:pt x="110459" y="305139"/>
                      <a:pt x="97657" y="275937"/>
                      <a:pt x="102601" y="246558"/>
                    </a:cubicBezTo>
                    <a:cubicBezTo>
                      <a:pt x="107545" y="217179"/>
                      <a:pt x="138710" y="190535"/>
                      <a:pt x="166255" y="201828"/>
                    </a:cubicBezTo>
                    <a:cubicBezTo>
                      <a:pt x="193712" y="213121"/>
                      <a:pt x="199627" y="251763"/>
                      <a:pt x="225318" y="266585"/>
                    </a:cubicBezTo>
                    <a:cubicBezTo>
                      <a:pt x="201658" y="224149"/>
                      <a:pt x="210133" y="171743"/>
                      <a:pt x="220904" y="124455"/>
                    </a:cubicBezTo>
                    <a:cubicBezTo>
                      <a:pt x="227349" y="95870"/>
                      <a:pt x="234765" y="66756"/>
                      <a:pt x="251186" y="42406"/>
                    </a:cubicBezTo>
                    <a:cubicBezTo>
                      <a:pt x="267519" y="18056"/>
                      <a:pt x="294711" y="-1001"/>
                      <a:pt x="324022" y="58"/>
                    </a:cubicBezTo>
                    <a:cubicBezTo>
                      <a:pt x="351743" y="1028"/>
                      <a:pt x="376552" y="19908"/>
                      <a:pt x="391119" y="43464"/>
                    </a:cubicBezTo>
                    <a:cubicBezTo>
                      <a:pt x="404555" y="67819"/>
                      <a:pt x="412877" y="94658"/>
                      <a:pt x="415574" y="122337"/>
                    </a:cubicBezTo>
                    <a:cubicBezTo>
                      <a:pt x="424312" y="182362"/>
                      <a:pt x="424846" y="243295"/>
                      <a:pt x="417163" y="303463"/>
                    </a:cubicBezTo>
                    <a:cubicBezTo>
                      <a:pt x="434979" y="242196"/>
                      <a:pt x="471189" y="187872"/>
                      <a:pt x="520899" y="147834"/>
                    </a:cubicBezTo>
                    <a:cubicBezTo>
                      <a:pt x="548179" y="126043"/>
                      <a:pt x="585259" y="108398"/>
                      <a:pt x="617218" y="122602"/>
                    </a:cubicBezTo>
                    <a:cubicBezTo>
                      <a:pt x="653592" y="138747"/>
                      <a:pt x="662597" y="186653"/>
                      <a:pt x="658006" y="226266"/>
                    </a:cubicBezTo>
                    <a:cubicBezTo>
                      <a:pt x="652915" y="269428"/>
                      <a:pt x="637831" y="310811"/>
                      <a:pt x="613952" y="347134"/>
                    </a:cubicBezTo>
                    <a:cubicBezTo>
                      <a:pt x="641674" y="313080"/>
                      <a:pt x="706563" y="324990"/>
                      <a:pt x="720336" y="3667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20"/>
              <p:cNvSpPr/>
              <p:nvPr/>
            </p:nvSpPr>
            <p:spPr>
              <a:xfrm>
                <a:off x="1006523" y="1673424"/>
                <a:ext cx="731128" cy="394605"/>
              </a:xfrm>
              <a:custGeom>
                <a:avLst/>
                <a:gdLst/>
                <a:ahLst/>
                <a:cxnLst/>
                <a:rect l="l" t="t" r="r" b="b"/>
                <a:pathLst>
                  <a:path w="731128" h="394605" extrusionOk="0">
                    <a:moveTo>
                      <a:pt x="730915" y="370736"/>
                    </a:moveTo>
                    <a:cubicBezTo>
                      <a:pt x="717966" y="334312"/>
                      <a:pt x="672867" y="317997"/>
                      <a:pt x="638450" y="331138"/>
                    </a:cubicBezTo>
                    <a:cubicBezTo>
                      <a:pt x="653422" y="302431"/>
                      <a:pt x="663395" y="271388"/>
                      <a:pt x="667943" y="239337"/>
                    </a:cubicBezTo>
                    <a:cubicBezTo>
                      <a:pt x="672240" y="208473"/>
                      <a:pt x="670821" y="172937"/>
                      <a:pt x="652509" y="146368"/>
                    </a:cubicBezTo>
                    <a:cubicBezTo>
                      <a:pt x="602956" y="74470"/>
                      <a:pt x="513277" y="147786"/>
                      <a:pt x="475750" y="193356"/>
                    </a:cubicBezTo>
                    <a:cubicBezTo>
                      <a:pt x="458396" y="214435"/>
                      <a:pt x="443791" y="237631"/>
                      <a:pt x="432286" y="262387"/>
                    </a:cubicBezTo>
                    <a:cubicBezTo>
                      <a:pt x="434488" y="224025"/>
                      <a:pt x="433396" y="185545"/>
                      <a:pt x="429023" y="147369"/>
                    </a:cubicBezTo>
                    <a:cubicBezTo>
                      <a:pt x="423997" y="103966"/>
                      <a:pt x="416603" y="55387"/>
                      <a:pt x="383188" y="23884"/>
                    </a:cubicBezTo>
                    <a:cubicBezTo>
                      <a:pt x="355093" y="-4468"/>
                      <a:pt x="310460" y="-7987"/>
                      <a:pt x="278263" y="15611"/>
                    </a:cubicBezTo>
                    <a:cubicBezTo>
                      <a:pt x="240486" y="42625"/>
                      <a:pt x="227920" y="89005"/>
                      <a:pt x="218343" y="132031"/>
                    </a:cubicBezTo>
                    <a:cubicBezTo>
                      <a:pt x="210023" y="169410"/>
                      <a:pt x="203739" y="209460"/>
                      <a:pt x="213250" y="246612"/>
                    </a:cubicBezTo>
                    <a:cubicBezTo>
                      <a:pt x="206835" y="235746"/>
                      <a:pt x="199671" y="225339"/>
                      <a:pt x="191809" y="215468"/>
                    </a:cubicBezTo>
                    <a:cubicBezTo>
                      <a:pt x="178661" y="199787"/>
                      <a:pt x="156697" y="194729"/>
                      <a:pt x="138008" y="203080"/>
                    </a:cubicBezTo>
                    <a:cubicBezTo>
                      <a:pt x="117536" y="212768"/>
                      <a:pt x="103422" y="232222"/>
                      <a:pt x="100574" y="254679"/>
                    </a:cubicBezTo>
                    <a:cubicBezTo>
                      <a:pt x="97247" y="280637"/>
                      <a:pt x="106487" y="305681"/>
                      <a:pt x="117010" y="329182"/>
                    </a:cubicBezTo>
                    <a:cubicBezTo>
                      <a:pt x="70130" y="319832"/>
                      <a:pt x="22760" y="342838"/>
                      <a:pt x="1151" y="385450"/>
                    </a:cubicBezTo>
                    <a:cubicBezTo>
                      <a:pt x="531" y="386691"/>
                      <a:pt x="608" y="388165"/>
                      <a:pt x="1352" y="389336"/>
                    </a:cubicBezTo>
                    <a:cubicBezTo>
                      <a:pt x="62" y="390312"/>
                      <a:pt x="-193" y="392149"/>
                      <a:pt x="784" y="393439"/>
                    </a:cubicBezTo>
                    <a:cubicBezTo>
                      <a:pt x="1339" y="394172"/>
                      <a:pt x="2205" y="394602"/>
                      <a:pt x="3125" y="394600"/>
                    </a:cubicBezTo>
                    <a:cubicBezTo>
                      <a:pt x="96756" y="394988"/>
                      <a:pt x="190477" y="389755"/>
                      <a:pt x="284088" y="387705"/>
                    </a:cubicBezTo>
                    <a:cubicBezTo>
                      <a:pt x="377777" y="385652"/>
                      <a:pt x="471482" y="384446"/>
                      <a:pt x="565203" y="384087"/>
                    </a:cubicBezTo>
                    <a:cubicBezTo>
                      <a:pt x="590828" y="384014"/>
                      <a:pt x="616454" y="384003"/>
                      <a:pt x="642079" y="384051"/>
                    </a:cubicBezTo>
                    <a:cubicBezTo>
                      <a:pt x="668174" y="385578"/>
                      <a:pt x="694344" y="385294"/>
                      <a:pt x="720399" y="383199"/>
                    </a:cubicBezTo>
                    <a:cubicBezTo>
                      <a:pt x="722663" y="382771"/>
                      <a:pt x="724283" y="380767"/>
                      <a:pt x="724226" y="378465"/>
                    </a:cubicBezTo>
                    <a:cubicBezTo>
                      <a:pt x="728342" y="378802"/>
                      <a:pt x="732677" y="375694"/>
                      <a:pt x="730915" y="370736"/>
                    </a:cubicBezTo>
                    <a:close/>
                    <a:moveTo>
                      <a:pt x="653062" y="371055"/>
                    </a:moveTo>
                    <a:cubicBezTo>
                      <a:pt x="629633" y="370964"/>
                      <a:pt x="606204" y="370938"/>
                      <a:pt x="582775" y="370977"/>
                    </a:cubicBezTo>
                    <a:cubicBezTo>
                      <a:pt x="535917" y="371087"/>
                      <a:pt x="489060" y="371453"/>
                      <a:pt x="442205" y="372075"/>
                    </a:cubicBezTo>
                    <a:cubicBezTo>
                      <a:pt x="348490" y="373312"/>
                      <a:pt x="254801" y="375743"/>
                      <a:pt x="161140" y="379368"/>
                    </a:cubicBezTo>
                    <a:cubicBezTo>
                      <a:pt x="110377" y="381270"/>
                      <a:pt x="59526" y="383365"/>
                      <a:pt x="8937" y="388065"/>
                    </a:cubicBezTo>
                    <a:cubicBezTo>
                      <a:pt x="32428" y="347461"/>
                      <a:pt x="81168" y="328851"/>
                      <a:pt x="125768" y="343457"/>
                    </a:cubicBezTo>
                    <a:cubicBezTo>
                      <a:pt x="131019" y="345282"/>
                      <a:pt x="134204" y="339130"/>
                      <a:pt x="132306" y="334958"/>
                    </a:cubicBezTo>
                    <a:cubicBezTo>
                      <a:pt x="121286" y="310743"/>
                      <a:pt x="109365" y="284378"/>
                      <a:pt x="112509" y="257100"/>
                    </a:cubicBezTo>
                    <a:cubicBezTo>
                      <a:pt x="114888" y="236463"/>
                      <a:pt x="130503" y="215044"/>
                      <a:pt x="152002" y="211517"/>
                    </a:cubicBezTo>
                    <a:cubicBezTo>
                      <a:pt x="172478" y="208158"/>
                      <a:pt x="185124" y="225320"/>
                      <a:pt x="194772" y="240541"/>
                    </a:cubicBezTo>
                    <a:cubicBezTo>
                      <a:pt x="202382" y="255199"/>
                      <a:pt x="213268" y="267909"/>
                      <a:pt x="226588" y="277684"/>
                    </a:cubicBezTo>
                    <a:cubicBezTo>
                      <a:pt x="229638" y="279355"/>
                      <a:pt x="233467" y="278238"/>
                      <a:pt x="235139" y="275189"/>
                    </a:cubicBezTo>
                    <a:cubicBezTo>
                      <a:pt x="236172" y="273304"/>
                      <a:pt x="236172" y="271023"/>
                      <a:pt x="235139" y="269139"/>
                    </a:cubicBezTo>
                    <a:cubicBezTo>
                      <a:pt x="215455" y="232283"/>
                      <a:pt x="219578" y="189328"/>
                      <a:pt x="227546" y="149807"/>
                    </a:cubicBezTo>
                    <a:cubicBezTo>
                      <a:pt x="235420" y="110756"/>
                      <a:pt x="243996" y="66177"/>
                      <a:pt x="273050" y="36772"/>
                    </a:cubicBezTo>
                    <a:cubicBezTo>
                      <a:pt x="286565" y="22158"/>
                      <a:pt x="305207" y="13328"/>
                      <a:pt x="325083" y="12125"/>
                    </a:cubicBezTo>
                    <a:cubicBezTo>
                      <a:pt x="344658" y="12570"/>
                      <a:pt x="363212" y="20948"/>
                      <a:pt x="376483" y="35335"/>
                    </a:cubicBezTo>
                    <a:cubicBezTo>
                      <a:pt x="406720" y="65794"/>
                      <a:pt x="412478" y="113178"/>
                      <a:pt x="416754" y="153816"/>
                    </a:cubicBezTo>
                    <a:cubicBezTo>
                      <a:pt x="422103" y="205489"/>
                      <a:pt x="421532" y="257603"/>
                      <a:pt x="415052" y="309147"/>
                    </a:cubicBezTo>
                    <a:cubicBezTo>
                      <a:pt x="414122" y="316649"/>
                      <a:pt x="425893" y="317708"/>
                      <a:pt x="427902" y="310885"/>
                    </a:cubicBezTo>
                    <a:cubicBezTo>
                      <a:pt x="446804" y="246663"/>
                      <a:pt x="488310" y="182671"/>
                      <a:pt x="546067" y="146817"/>
                    </a:cubicBezTo>
                    <a:cubicBezTo>
                      <a:pt x="573838" y="129578"/>
                      <a:pt x="612575" y="119662"/>
                      <a:pt x="637169" y="147721"/>
                    </a:cubicBezTo>
                    <a:cubicBezTo>
                      <a:pt x="656379" y="169638"/>
                      <a:pt x="658947" y="202751"/>
                      <a:pt x="656040" y="230472"/>
                    </a:cubicBezTo>
                    <a:cubicBezTo>
                      <a:pt x="651159" y="273011"/>
                      <a:pt x="636331" y="313806"/>
                      <a:pt x="612755" y="349560"/>
                    </a:cubicBezTo>
                    <a:cubicBezTo>
                      <a:pt x="608794" y="355665"/>
                      <a:pt x="618123" y="363078"/>
                      <a:pt x="622963" y="357430"/>
                    </a:cubicBezTo>
                    <a:cubicBezTo>
                      <a:pt x="648142" y="328049"/>
                      <a:pt x="703126" y="336288"/>
                      <a:pt x="717787" y="372463"/>
                    </a:cubicBezTo>
                    <a:cubicBezTo>
                      <a:pt x="696266" y="370574"/>
                      <a:pt x="674644" y="370103"/>
                      <a:pt x="653062" y="3710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0" name="Google Shape;1300;p20"/>
            <p:cNvGrpSpPr/>
            <p:nvPr/>
          </p:nvGrpSpPr>
          <p:grpSpPr>
            <a:xfrm flipH="1">
              <a:off x="-326079" y="1660645"/>
              <a:ext cx="786187" cy="418163"/>
              <a:chOff x="8037685" y="2312945"/>
              <a:chExt cx="786187" cy="418163"/>
            </a:xfrm>
          </p:grpSpPr>
          <p:sp>
            <p:nvSpPr>
              <p:cNvPr id="1301" name="Google Shape;1301;p20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20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3" name="Google Shape;1303;p20"/>
          <p:cNvGrpSpPr/>
          <p:nvPr/>
        </p:nvGrpSpPr>
        <p:grpSpPr>
          <a:xfrm>
            <a:off x="-539981" y="4065641"/>
            <a:ext cx="2260423" cy="1431619"/>
            <a:chOff x="-539981" y="4065641"/>
            <a:chExt cx="2260423" cy="1431619"/>
          </a:xfrm>
        </p:grpSpPr>
        <p:grpSp>
          <p:nvGrpSpPr>
            <p:cNvPr id="1304" name="Google Shape;1304;p20"/>
            <p:cNvGrpSpPr/>
            <p:nvPr/>
          </p:nvGrpSpPr>
          <p:grpSpPr>
            <a:xfrm rot="-479395">
              <a:off x="494525" y="4838595"/>
              <a:ext cx="1191482" cy="578667"/>
              <a:chOff x="531274" y="4797216"/>
              <a:chExt cx="1191473" cy="578663"/>
            </a:xfrm>
          </p:grpSpPr>
          <p:grpSp>
            <p:nvGrpSpPr>
              <p:cNvPr id="1305" name="Google Shape;1305;p20"/>
              <p:cNvGrpSpPr/>
              <p:nvPr/>
            </p:nvGrpSpPr>
            <p:grpSpPr>
              <a:xfrm rot="10250686" flipH="1">
                <a:off x="563481" y="4893174"/>
                <a:ext cx="1126941" cy="386597"/>
                <a:chOff x="-373874" y="4605765"/>
                <a:chExt cx="1127010" cy="386620"/>
              </a:xfrm>
            </p:grpSpPr>
            <p:sp>
              <p:nvSpPr>
                <p:cNvPr id="1306" name="Google Shape;1306;p20"/>
                <p:cNvSpPr/>
                <p:nvPr/>
              </p:nvSpPr>
              <p:spPr>
                <a:xfrm>
                  <a:off x="473828" y="4615252"/>
                  <a:ext cx="277342" cy="208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80" h="121506" extrusionOk="0">
                      <a:moveTo>
                        <a:pt x="0" y="121506"/>
                      </a:moveTo>
                      <a:cubicBezTo>
                        <a:pt x="31131" y="85682"/>
                        <a:pt x="63128" y="46904"/>
                        <a:pt x="69401" y="0"/>
                      </a:cubicBezTo>
                      <a:cubicBezTo>
                        <a:pt x="87497" y="4113"/>
                        <a:pt x="104842" y="11018"/>
                        <a:pt x="120813" y="20468"/>
                      </a:cubicBezTo>
                      <a:cubicBezTo>
                        <a:pt x="139485" y="31603"/>
                        <a:pt x="156795" y="48060"/>
                        <a:pt x="161480" y="69121"/>
                      </a:cubicBezTo>
                      <a:lnTo>
                        <a:pt x="161388" y="69151"/>
                      </a:lnTo>
                      <a:cubicBezTo>
                        <a:pt x="108513" y="89323"/>
                        <a:pt x="54648" y="106797"/>
                        <a:pt x="0" y="12150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7" name="Google Shape;1307;p20"/>
                <p:cNvSpPr/>
                <p:nvPr/>
              </p:nvSpPr>
              <p:spPr>
                <a:xfrm>
                  <a:off x="183635" y="4605765"/>
                  <a:ext cx="409404" cy="280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72" h="163339" extrusionOk="0">
                      <a:moveTo>
                        <a:pt x="168972" y="127030"/>
                      </a:moveTo>
                      <a:cubicBezTo>
                        <a:pt x="113320" y="142073"/>
                        <a:pt x="56919" y="154192"/>
                        <a:pt x="0" y="163339"/>
                      </a:cubicBezTo>
                      <a:cubicBezTo>
                        <a:pt x="45153" y="128306"/>
                        <a:pt x="74997" y="77157"/>
                        <a:pt x="83278" y="20610"/>
                      </a:cubicBezTo>
                      <a:lnTo>
                        <a:pt x="83063" y="19963"/>
                      </a:lnTo>
                      <a:cubicBezTo>
                        <a:pt x="94380" y="15786"/>
                        <a:pt x="105901" y="12183"/>
                        <a:pt x="117582" y="9169"/>
                      </a:cubicBezTo>
                      <a:cubicBezTo>
                        <a:pt x="156978" y="-1669"/>
                        <a:pt x="198395" y="-2918"/>
                        <a:pt x="238373" y="5525"/>
                      </a:cubicBezTo>
                      <a:cubicBezTo>
                        <a:pt x="232101" y="52428"/>
                        <a:pt x="200103" y="91207"/>
                        <a:pt x="168972" y="12703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20"/>
                <p:cNvSpPr/>
                <p:nvPr/>
              </p:nvSpPr>
              <p:spPr>
                <a:xfrm>
                  <a:off x="-19974" y="4640050"/>
                  <a:ext cx="346652" cy="27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35" h="158227" extrusionOk="0">
                      <a:moveTo>
                        <a:pt x="0" y="158227"/>
                      </a:moveTo>
                      <a:cubicBezTo>
                        <a:pt x="28420" y="140633"/>
                        <a:pt x="46948" y="110734"/>
                        <a:pt x="50054" y="77453"/>
                      </a:cubicBezTo>
                      <a:lnTo>
                        <a:pt x="49132" y="75759"/>
                      </a:lnTo>
                      <a:cubicBezTo>
                        <a:pt x="57664" y="71183"/>
                        <a:pt x="66135" y="66575"/>
                        <a:pt x="74543" y="61938"/>
                      </a:cubicBezTo>
                      <a:cubicBezTo>
                        <a:pt x="115879" y="39238"/>
                        <a:pt x="157491" y="15985"/>
                        <a:pt x="201621" y="0"/>
                      </a:cubicBezTo>
                      <a:lnTo>
                        <a:pt x="201836" y="647"/>
                      </a:lnTo>
                      <a:cubicBezTo>
                        <a:pt x="193554" y="57194"/>
                        <a:pt x="163711" y="108342"/>
                        <a:pt x="118558" y="143376"/>
                      </a:cubicBezTo>
                      <a:lnTo>
                        <a:pt x="118527" y="143437"/>
                      </a:lnTo>
                      <a:cubicBezTo>
                        <a:pt x="79211" y="149824"/>
                        <a:pt x="39702" y="154754"/>
                        <a:pt x="0" y="15822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20"/>
                <p:cNvSpPr/>
                <p:nvPr/>
              </p:nvSpPr>
              <p:spPr>
                <a:xfrm>
                  <a:off x="-169591" y="4770158"/>
                  <a:ext cx="235591" cy="15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1" h="88646" extrusionOk="0">
                      <a:moveTo>
                        <a:pt x="1323" y="88647"/>
                      </a:moveTo>
                      <a:cubicBezTo>
                        <a:pt x="903" y="88271"/>
                        <a:pt x="462" y="87921"/>
                        <a:pt x="0" y="87599"/>
                      </a:cubicBezTo>
                      <a:cubicBezTo>
                        <a:pt x="12710" y="80336"/>
                        <a:pt x="22252" y="68591"/>
                        <a:pt x="26757" y="54663"/>
                      </a:cubicBezTo>
                      <a:lnTo>
                        <a:pt x="26419" y="53954"/>
                      </a:lnTo>
                      <a:cubicBezTo>
                        <a:pt x="63837" y="38146"/>
                        <a:pt x="100397" y="19443"/>
                        <a:pt x="136250" y="0"/>
                      </a:cubicBezTo>
                      <a:lnTo>
                        <a:pt x="137171" y="1694"/>
                      </a:lnTo>
                      <a:cubicBezTo>
                        <a:pt x="134065" y="34975"/>
                        <a:pt x="115537" y="64874"/>
                        <a:pt x="87118" y="82468"/>
                      </a:cubicBezTo>
                      <a:cubicBezTo>
                        <a:pt x="84593" y="82742"/>
                        <a:pt x="82007" y="82985"/>
                        <a:pt x="79452" y="83167"/>
                      </a:cubicBezTo>
                      <a:cubicBezTo>
                        <a:pt x="56918" y="85111"/>
                        <a:pt x="34414" y="86531"/>
                        <a:pt x="11912" y="87951"/>
                      </a:cubicBezTo>
                      <a:cubicBezTo>
                        <a:pt x="8403" y="88193"/>
                        <a:pt x="4832" y="88404"/>
                        <a:pt x="1323" y="8864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20"/>
                <p:cNvSpPr/>
                <p:nvPr/>
              </p:nvSpPr>
              <p:spPr>
                <a:xfrm>
                  <a:off x="-362666" y="4862819"/>
                  <a:ext cx="239040" cy="7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79" h="41977" extrusionOk="0">
                      <a:moveTo>
                        <a:pt x="113745" y="34693"/>
                      </a:moveTo>
                      <a:cubicBezTo>
                        <a:pt x="75880" y="37111"/>
                        <a:pt x="38036" y="39539"/>
                        <a:pt x="213" y="41977"/>
                      </a:cubicBezTo>
                      <a:lnTo>
                        <a:pt x="0" y="40408"/>
                      </a:lnTo>
                      <a:cubicBezTo>
                        <a:pt x="47852" y="33084"/>
                        <a:pt x="94533" y="19498"/>
                        <a:pt x="138842" y="0"/>
                      </a:cubicBezTo>
                      <a:lnTo>
                        <a:pt x="139179" y="709"/>
                      </a:lnTo>
                      <a:cubicBezTo>
                        <a:pt x="134674" y="14637"/>
                        <a:pt x="125132" y="26382"/>
                        <a:pt x="112422" y="33644"/>
                      </a:cubicBezTo>
                      <a:cubicBezTo>
                        <a:pt x="112884" y="33967"/>
                        <a:pt x="113326" y="34317"/>
                        <a:pt x="113745" y="3469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20"/>
                <p:cNvSpPr/>
                <p:nvPr/>
              </p:nvSpPr>
              <p:spPr>
                <a:xfrm>
                  <a:off x="-373874" y="4922400"/>
                  <a:ext cx="240756" cy="59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178" h="34467" extrusionOk="0">
                      <a:moveTo>
                        <a:pt x="6740" y="7285"/>
                      </a:moveTo>
                      <a:cubicBezTo>
                        <a:pt x="44605" y="4867"/>
                        <a:pt x="82449" y="2438"/>
                        <a:pt x="120272" y="0"/>
                      </a:cubicBezTo>
                      <a:cubicBezTo>
                        <a:pt x="131054" y="8535"/>
                        <a:pt x="138173" y="20863"/>
                        <a:pt x="140178" y="34468"/>
                      </a:cubicBezTo>
                      <a:cubicBezTo>
                        <a:pt x="119710" y="32597"/>
                        <a:pt x="99273" y="30203"/>
                        <a:pt x="78869" y="27439"/>
                      </a:cubicBezTo>
                      <a:cubicBezTo>
                        <a:pt x="51941" y="24747"/>
                        <a:pt x="25496" y="18452"/>
                        <a:pt x="244" y="8724"/>
                      </a:cubicBezTo>
                      <a:lnTo>
                        <a:pt x="0" y="6599"/>
                      </a:lnTo>
                      <a:cubicBezTo>
                        <a:pt x="2124" y="6356"/>
                        <a:pt x="4341" y="6081"/>
                        <a:pt x="6527" y="57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20"/>
                <p:cNvSpPr/>
                <p:nvPr/>
              </p:nvSpPr>
              <p:spPr>
                <a:xfrm>
                  <a:off x="-167320" y="4911789"/>
                  <a:ext cx="199333" cy="7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60" h="46361" extrusionOk="0">
                      <a:moveTo>
                        <a:pt x="19906" y="40646"/>
                      </a:moveTo>
                      <a:cubicBezTo>
                        <a:pt x="17901" y="27041"/>
                        <a:pt x="10782" y="14714"/>
                        <a:pt x="0" y="6178"/>
                      </a:cubicBezTo>
                      <a:cubicBezTo>
                        <a:pt x="3509" y="5936"/>
                        <a:pt x="7080" y="5724"/>
                        <a:pt x="10590" y="5482"/>
                      </a:cubicBezTo>
                      <a:cubicBezTo>
                        <a:pt x="33092" y="4063"/>
                        <a:pt x="55595" y="2642"/>
                        <a:pt x="78130" y="698"/>
                      </a:cubicBezTo>
                      <a:cubicBezTo>
                        <a:pt x="80685" y="517"/>
                        <a:pt x="83271" y="274"/>
                        <a:pt x="85795" y="0"/>
                      </a:cubicBezTo>
                      <a:cubicBezTo>
                        <a:pt x="101543" y="10917"/>
                        <a:pt x="112403" y="27553"/>
                        <a:pt x="116061" y="46361"/>
                      </a:cubicBezTo>
                      <a:cubicBezTo>
                        <a:pt x="83956" y="45585"/>
                        <a:pt x="51905" y="43679"/>
                        <a:pt x="19906" y="4064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3" name="Google Shape;1313;p20"/>
                <p:cNvSpPr/>
                <p:nvPr/>
              </p:nvSpPr>
              <p:spPr>
                <a:xfrm>
                  <a:off x="-19974" y="4886388"/>
                  <a:ext cx="312465" cy="105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930" h="61716" extrusionOk="0">
                      <a:moveTo>
                        <a:pt x="181930" y="57513"/>
                      </a:moveTo>
                      <a:cubicBezTo>
                        <a:pt x="131472" y="61342"/>
                        <a:pt x="80849" y="62557"/>
                        <a:pt x="30265" y="61152"/>
                      </a:cubicBezTo>
                      <a:cubicBezTo>
                        <a:pt x="26607" y="42343"/>
                        <a:pt x="15747" y="25707"/>
                        <a:pt x="0" y="14790"/>
                      </a:cubicBezTo>
                      <a:cubicBezTo>
                        <a:pt x="39651" y="11266"/>
                        <a:pt x="79160" y="6336"/>
                        <a:pt x="118526" y="0"/>
                      </a:cubicBezTo>
                      <a:cubicBezTo>
                        <a:pt x="146833" y="8484"/>
                        <a:pt x="169976" y="28988"/>
                        <a:pt x="181809" y="5606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20"/>
                <p:cNvSpPr/>
                <p:nvPr/>
              </p:nvSpPr>
              <p:spPr>
                <a:xfrm>
                  <a:off x="183582" y="4823926"/>
                  <a:ext cx="442249" cy="161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496" h="93883" extrusionOk="0">
                      <a:moveTo>
                        <a:pt x="244807" y="61652"/>
                      </a:moveTo>
                      <a:cubicBezTo>
                        <a:pt x="212960" y="73949"/>
                        <a:pt x="179602" y="81903"/>
                        <a:pt x="145632" y="85299"/>
                      </a:cubicBezTo>
                      <a:cubicBezTo>
                        <a:pt x="118325" y="88930"/>
                        <a:pt x="90915" y="91791"/>
                        <a:pt x="63404" y="93883"/>
                      </a:cubicBezTo>
                      <a:lnTo>
                        <a:pt x="63283" y="92437"/>
                      </a:lnTo>
                      <a:cubicBezTo>
                        <a:pt x="51450" y="65358"/>
                        <a:pt x="28307" y="44854"/>
                        <a:pt x="0" y="36370"/>
                      </a:cubicBezTo>
                      <a:lnTo>
                        <a:pt x="31" y="36309"/>
                      </a:lnTo>
                      <a:cubicBezTo>
                        <a:pt x="56950" y="27161"/>
                        <a:pt x="113351" y="15042"/>
                        <a:pt x="169003" y="0"/>
                      </a:cubicBezTo>
                      <a:cubicBezTo>
                        <a:pt x="168448" y="646"/>
                        <a:pt x="167863" y="1353"/>
                        <a:pt x="167308" y="1999"/>
                      </a:cubicBezTo>
                      <a:cubicBezTo>
                        <a:pt x="202013" y="8170"/>
                        <a:pt x="233459" y="26309"/>
                        <a:pt x="256176" y="53262"/>
                      </a:cubicBezTo>
                      <a:lnTo>
                        <a:pt x="257496" y="55696"/>
                      </a:lnTo>
                      <a:cubicBezTo>
                        <a:pt x="253338" y="57846"/>
                        <a:pt x="249119" y="59811"/>
                        <a:pt x="244807" y="6165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5" name="Google Shape;1315;p20"/>
                <p:cNvSpPr/>
                <p:nvPr/>
              </p:nvSpPr>
              <p:spPr>
                <a:xfrm>
                  <a:off x="470917" y="4733960"/>
                  <a:ext cx="282220" cy="185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20" h="108081" extrusionOk="0">
                      <a:moveTo>
                        <a:pt x="163635" y="2002"/>
                      </a:moveTo>
                      <a:cubicBezTo>
                        <a:pt x="165901" y="18332"/>
                        <a:pt x="162514" y="34945"/>
                        <a:pt x="154038" y="49086"/>
                      </a:cubicBezTo>
                      <a:cubicBezTo>
                        <a:pt x="139139" y="74698"/>
                        <a:pt x="116896" y="95249"/>
                        <a:pt x="90189" y="108081"/>
                      </a:cubicBezTo>
                      <a:lnTo>
                        <a:pt x="88869" y="105647"/>
                      </a:lnTo>
                      <a:cubicBezTo>
                        <a:pt x="66151" y="78694"/>
                        <a:pt x="34706" y="60555"/>
                        <a:pt x="0" y="54384"/>
                      </a:cubicBezTo>
                      <a:cubicBezTo>
                        <a:pt x="555" y="53738"/>
                        <a:pt x="1141" y="53031"/>
                        <a:pt x="1696" y="52385"/>
                      </a:cubicBezTo>
                      <a:cubicBezTo>
                        <a:pt x="56343" y="37676"/>
                        <a:pt x="110208" y="20202"/>
                        <a:pt x="163084" y="30"/>
                      </a:cubicBezTo>
                      <a:lnTo>
                        <a:pt x="163176" y="0"/>
                      </a:lnTo>
                      <a:cubicBezTo>
                        <a:pt x="163376" y="656"/>
                        <a:pt x="163529" y="1324"/>
                        <a:pt x="163635" y="200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6" name="Google Shape;1316;p20"/>
              <p:cNvSpPr/>
              <p:nvPr/>
            </p:nvSpPr>
            <p:spPr>
              <a:xfrm rot="10252013" flipH="1">
                <a:off x="555978" y="4885304"/>
                <a:ext cx="1142066" cy="402487"/>
              </a:xfrm>
              <a:custGeom>
                <a:avLst/>
                <a:gdLst/>
                <a:ahLst/>
                <a:cxnLst/>
                <a:rect l="l" t="t" r="r" b="b"/>
                <a:pathLst>
                  <a:path w="665243" h="234445" extrusionOk="0">
                    <a:moveTo>
                      <a:pt x="664664" y="83685"/>
                    </a:moveTo>
                    <a:cubicBezTo>
                      <a:pt x="659198" y="42807"/>
                      <a:pt x="614423" y="19205"/>
                      <a:pt x="578928" y="8752"/>
                    </a:cubicBezTo>
                    <a:cubicBezTo>
                      <a:pt x="485501" y="-18760"/>
                      <a:pt x="391463" y="23497"/>
                      <a:pt x="310716" y="67494"/>
                    </a:cubicBezTo>
                    <a:cubicBezTo>
                      <a:pt x="262172" y="93944"/>
                      <a:pt x="214056" y="121236"/>
                      <a:pt x="163646" y="144057"/>
                    </a:cubicBezTo>
                    <a:cubicBezTo>
                      <a:pt x="112011" y="167586"/>
                      <a:pt x="57559" y="184362"/>
                      <a:pt x="1635" y="193970"/>
                    </a:cubicBezTo>
                    <a:cubicBezTo>
                      <a:pt x="-400" y="194317"/>
                      <a:pt x="-417" y="197022"/>
                      <a:pt x="932" y="198083"/>
                    </a:cubicBezTo>
                    <a:cubicBezTo>
                      <a:pt x="954" y="199771"/>
                      <a:pt x="1985" y="201282"/>
                      <a:pt x="3550" y="201916"/>
                    </a:cubicBezTo>
                    <a:cubicBezTo>
                      <a:pt x="27137" y="211000"/>
                      <a:pt x="51783" y="217047"/>
                      <a:pt x="76896" y="219912"/>
                    </a:cubicBezTo>
                    <a:cubicBezTo>
                      <a:pt x="99016" y="223054"/>
                      <a:pt x="121214" y="225576"/>
                      <a:pt x="143462" y="227690"/>
                    </a:cubicBezTo>
                    <a:cubicBezTo>
                      <a:pt x="144044" y="228582"/>
                      <a:pt x="145238" y="228834"/>
                      <a:pt x="146131" y="228253"/>
                    </a:cubicBezTo>
                    <a:cubicBezTo>
                      <a:pt x="146246" y="228177"/>
                      <a:pt x="146353" y="228090"/>
                      <a:pt x="146450" y="227992"/>
                    </a:cubicBezTo>
                    <a:cubicBezTo>
                      <a:pt x="149123" y="228240"/>
                      <a:pt x="151787" y="228567"/>
                      <a:pt x="154462" y="228801"/>
                    </a:cubicBezTo>
                    <a:cubicBezTo>
                      <a:pt x="207122" y="233418"/>
                      <a:pt x="259992" y="235205"/>
                      <a:pt x="312843" y="234153"/>
                    </a:cubicBezTo>
                    <a:cubicBezTo>
                      <a:pt x="365697" y="233029"/>
                      <a:pt x="418447" y="228967"/>
                      <a:pt x="470849" y="221983"/>
                    </a:cubicBezTo>
                    <a:cubicBezTo>
                      <a:pt x="516740" y="215927"/>
                      <a:pt x="564203" y="207866"/>
                      <a:pt x="603863" y="182462"/>
                    </a:cubicBezTo>
                    <a:cubicBezTo>
                      <a:pt x="635719" y="162056"/>
                      <a:pt x="670147" y="124689"/>
                      <a:pt x="664664" y="83685"/>
                    </a:cubicBezTo>
                    <a:close/>
                    <a:moveTo>
                      <a:pt x="638866" y="52287"/>
                    </a:moveTo>
                    <a:cubicBezTo>
                      <a:pt x="646398" y="59834"/>
                      <a:pt x="651677" y="69331"/>
                      <a:pt x="654109" y="79712"/>
                    </a:cubicBezTo>
                    <a:cubicBezTo>
                      <a:pt x="615135" y="91732"/>
                      <a:pt x="576996" y="106256"/>
                      <a:pt x="537740" y="117531"/>
                    </a:cubicBezTo>
                    <a:cubicBezTo>
                      <a:pt x="527853" y="120371"/>
                      <a:pt x="517945" y="123134"/>
                      <a:pt x="508015" y="125821"/>
                    </a:cubicBezTo>
                    <a:cubicBezTo>
                      <a:pt x="521372" y="110291"/>
                      <a:pt x="533660" y="93873"/>
                      <a:pt x="544794" y="76680"/>
                    </a:cubicBezTo>
                    <a:cubicBezTo>
                      <a:pt x="557192" y="58269"/>
                      <a:pt x="565348" y="37335"/>
                      <a:pt x="568673" y="15389"/>
                    </a:cubicBezTo>
                    <a:cubicBezTo>
                      <a:pt x="595117" y="20726"/>
                      <a:pt x="619477" y="33531"/>
                      <a:pt x="638866" y="52287"/>
                    </a:cubicBezTo>
                    <a:close/>
                    <a:moveTo>
                      <a:pt x="517290" y="9549"/>
                    </a:moveTo>
                    <a:cubicBezTo>
                      <a:pt x="533106" y="9570"/>
                      <a:pt x="548879" y="11203"/>
                      <a:pt x="564363" y="14423"/>
                    </a:cubicBezTo>
                    <a:cubicBezTo>
                      <a:pt x="558988" y="35756"/>
                      <a:pt x="550318" y="56120"/>
                      <a:pt x="538665" y="74780"/>
                    </a:cubicBezTo>
                    <a:cubicBezTo>
                      <a:pt x="525614" y="93739"/>
                      <a:pt x="511362" y="111843"/>
                      <a:pt x="495997" y="128981"/>
                    </a:cubicBezTo>
                    <a:cubicBezTo>
                      <a:pt x="468861" y="136148"/>
                      <a:pt x="441586" y="142783"/>
                      <a:pt x="414142" y="148668"/>
                    </a:cubicBezTo>
                    <a:cubicBezTo>
                      <a:pt x="389699" y="153816"/>
                      <a:pt x="365159" y="158426"/>
                      <a:pt x="340522" y="162496"/>
                    </a:cubicBezTo>
                    <a:cubicBezTo>
                      <a:pt x="359296" y="146154"/>
                      <a:pt x="375187" y="126770"/>
                      <a:pt x="387529" y="105155"/>
                    </a:cubicBezTo>
                    <a:cubicBezTo>
                      <a:pt x="401628" y="82112"/>
                      <a:pt x="410412" y="56215"/>
                      <a:pt x="413244" y="29350"/>
                    </a:cubicBezTo>
                    <a:cubicBezTo>
                      <a:pt x="446483" y="16653"/>
                      <a:pt x="481711" y="9949"/>
                      <a:pt x="517290" y="9549"/>
                    </a:cubicBezTo>
                    <a:close/>
                    <a:moveTo>
                      <a:pt x="409429" y="30797"/>
                    </a:moveTo>
                    <a:cubicBezTo>
                      <a:pt x="403580" y="56206"/>
                      <a:pt x="394359" y="80719"/>
                      <a:pt x="382012" y="103684"/>
                    </a:cubicBezTo>
                    <a:cubicBezTo>
                      <a:pt x="368220" y="126937"/>
                      <a:pt x="350321" y="147494"/>
                      <a:pt x="329187" y="164355"/>
                    </a:cubicBezTo>
                    <a:cubicBezTo>
                      <a:pt x="293470" y="170082"/>
                      <a:pt x="257604" y="174731"/>
                      <a:pt x="221589" y="178300"/>
                    </a:cubicBezTo>
                    <a:cubicBezTo>
                      <a:pt x="244843" y="160567"/>
                      <a:pt x="259495" y="133812"/>
                      <a:pt x="261912" y="104667"/>
                    </a:cubicBezTo>
                    <a:cubicBezTo>
                      <a:pt x="309562" y="78965"/>
                      <a:pt x="358092" y="49966"/>
                      <a:pt x="409429" y="30797"/>
                    </a:cubicBezTo>
                    <a:close/>
                    <a:moveTo>
                      <a:pt x="257946" y="106807"/>
                    </a:moveTo>
                    <a:cubicBezTo>
                      <a:pt x="255380" y="120817"/>
                      <a:pt x="250473" y="134295"/>
                      <a:pt x="243433" y="146677"/>
                    </a:cubicBezTo>
                    <a:cubicBezTo>
                      <a:pt x="235380" y="159716"/>
                      <a:pt x="224550" y="170818"/>
                      <a:pt x="211716" y="179193"/>
                    </a:cubicBezTo>
                    <a:cubicBezTo>
                      <a:pt x="194365" y="180800"/>
                      <a:pt x="176994" y="182221"/>
                      <a:pt x="159596" y="183318"/>
                    </a:cubicBezTo>
                    <a:cubicBezTo>
                      <a:pt x="150027" y="183957"/>
                      <a:pt x="140458" y="184589"/>
                      <a:pt x="130889" y="185215"/>
                    </a:cubicBezTo>
                    <a:cubicBezTo>
                      <a:pt x="134643" y="182199"/>
                      <a:pt x="138142" y="178879"/>
                      <a:pt x="141350" y="175289"/>
                    </a:cubicBezTo>
                    <a:cubicBezTo>
                      <a:pt x="145090" y="170544"/>
                      <a:pt x="148054" y="165236"/>
                      <a:pt x="150134" y="159564"/>
                    </a:cubicBezTo>
                    <a:cubicBezTo>
                      <a:pt x="187276" y="143976"/>
                      <a:pt x="223267" y="125415"/>
                      <a:pt x="257946" y="106806"/>
                    </a:cubicBezTo>
                    <a:close/>
                    <a:moveTo>
                      <a:pt x="56293" y="190275"/>
                    </a:moveTo>
                    <a:cubicBezTo>
                      <a:pt x="86874" y="183210"/>
                      <a:pt x="116794" y="173537"/>
                      <a:pt x="145725" y="161363"/>
                    </a:cubicBezTo>
                    <a:cubicBezTo>
                      <a:pt x="143740" y="165516"/>
                      <a:pt x="141292" y="169431"/>
                      <a:pt x="138427" y="173033"/>
                    </a:cubicBezTo>
                    <a:cubicBezTo>
                      <a:pt x="134394" y="178348"/>
                      <a:pt x="129213" y="182684"/>
                      <a:pt x="123271" y="185719"/>
                    </a:cubicBezTo>
                    <a:cubicBezTo>
                      <a:pt x="100941" y="187186"/>
                      <a:pt x="78615" y="188705"/>
                      <a:pt x="56293" y="190275"/>
                    </a:cubicBezTo>
                    <a:close/>
                    <a:moveTo>
                      <a:pt x="2257" y="198564"/>
                    </a:moveTo>
                    <a:lnTo>
                      <a:pt x="2257" y="198564"/>
                    </a:lnTo>
                    <a:close/>
                    <a:moveTo>
                      <a:pt x="20532" y="199347"/>
                    </a:moveTo>
                    <a:cubicBezTo>
                      <a:pt x="55633" y="197519"/>
                      <a:pt x="90796" y="195715"/>
                      <a:pt x="125935" y="193501"/>
                    </a:cubicBezTo>
                    <a:cubicBezTo>
                      <a:pt x="133437" y="200493"/>
                      <a:pt x="138818" y="209457"/>
                      <a:pt x="141462" y="219365"/>
                    </a:cubicBezTo>
                    <a:cubicBezTo>
                      <a:pt x="123256" y="217662"/>
                      <a:pt x="105070" y="215744"/>
                      <a:pt x="86928" y="213356"/>
                    </a:cubicBezTo>
                    <a:cubicBezTo>
                      <a:pt x="64358" y="211077"/>
                      <a:pt x="42098" y="206381"/>
                      <a:pt x="20532" y="199346"/>
                    </a:cubicBezTo>
                    <a:close/>
                    <a:moveTo>
                      <a:pt x="145794" y="219749"/>
                    </a:moveTo>
                    <a:cubicBezTo>
                      <a:pt x="143703" y="209776"/>
                      <a:pt x="138920" y="200566"/>
                      <a:pt x="131964" y="193120"/>
                    </a:cubicBezTo>
                    <a:cubicBezTo>
                      <a:pt x="158439" y="191412"/>
                      <a:pt x="184895" y="189452"/>
                      <a:pt x="211291" y="186994"/>
                    </a:cubicBezTo>
                    <a:cubicBezTo>
                      <a:pt x="223955" y="196527"/>
                      <a:pt x="233181" y="209913"/>
                      <a:pt x="237583" y="225140"/>
                    </a:cubicBezTo>
                    <a:cubicBezTo>
                      <a:pt x="214875" y="224517"/>
                      <a:pt x="192176" y="223508"/>
                      <a:pt x="169512" y="221847"/>
                    </a:cubicBezTo>
                    <a:cubicBezTo>
                      <a:pt x="161596" y="221260"/>
                      <a:pt x="153698" y="220465"/>
                      <a:pt x="145794" y="219749"/>
                    </a:cubicBezTo>
                    <a:close/>
                    <a:moveTo>
                      <a:pt x="241572" y="225264"/>
                    </a:moveTo>
                    <a:cubicBezTo>
                      <a:pt x="237979" y="210200"/>
                      <a:pt x="229857" y="196599"/>
                      <a:pt x="218299" y="186290"/>
                    </a:cubicBezTo>
                    <a:cubicBezTo>
                      <a:pt x="237284" y="184459"/>
                      <a:pt x="256242" y="182420"/>
                      <a:pt x="275146" y="179988"/>
                    </a:cubicBezTo>
                    <a:cubicBezTo>
                      <a:pt x="293595" y="177652"/>
                      <a:pt x="311987" y="174935"/>
                      <a:pt x="330334" y="171961"/>
                    </a:cubicBezTo>
                    <a:cubicBezTo>
                      <a:pt x="355739" y="180079"/>
                      <a:pt x="376845" y="198015"/>
                      <a:pt x="388956" y="221778"/>
                    </a:cubicBezTo>
                    <a:cubicBezTo>
                      <a:pt x="371150" y="223059"/>
                      <a:pt x="353328" y="224128"/>
                      <a:pt x="335481" y="224738"/>
                    </a:cubicBezTo>
                    <a:cubicBezTo>
                      <a:pt x="304186" y="225938"/>
                      <a:pt x="272869" y="226038"/>
                      <a:pt x="241572" y="225264"/>
                    </a:cubicBezTo>
                    <a:close/>
                    <a:moveTo>
                      <a:pt x="392494" y="221514"/>
                    </a:moveTo>
                    <a:cubicBezTo>
                      <a:pt x="382176" y="198793"/>
                      <a:pt x="363998" y="180563"/>
                      <a:pt x="341307" y="170178"/>
                    </a:cubicBezTo>
                    <a:cubicBezTo>
                      <a:pt x="392714" y="161479"/>
                      <a:pt x="443615" y="150301"/>
                      <a:pt x="494009" y="136641"/>
                    </a:cubicBezTo>
                    <a:cubicBezTo>
                      <a:pt x="494375" y="136975"/>
                      <a:pt x="494808" y="137227"/>
                      <a:pt x="495280" y="137381"/>
                    </a:cubicBezTo>
                    <a:cubicBezTo>
                      <a:pt x="528443" y="143862"/>
                      <a:pt x="558706" y="160668"/>
                      <a:pt x="581738" y="185394"/>
                    </a:cubicBezTo>
                    <a:cubicBezTo>
                      <a:pt x="551835" y="198831"/>
                      <a:pt x="520042" y="207589"/>
                      <a:pt x="487476" y="211359"/>
                    </a:cubicBezTo>
                    <a:cubicBezTo>
                      <a:pt x="455937" y="215848"/>
                      <a:pt x="424252" y="219149"/>
                      <a:pt x="392494" y="221514"/>
                    </a:cubicBezTo>
                    <a:close/>
                    <a:moveTo>
                      <a:pt x="614763" y="164526"/>
                    </a:moveTo>
                    <a:cubicBezTo>
                      <a:pt x="606002" y="171695"/>
                      <a:pt x="596520" y="177935"/>
                      <a:pt x="586470" y="183145"/>
                    </a:cubicBezTo>
                    <a:cubicBezTo>
                      <a:pt x="566228" y="158242"/>
                      <a:pt x="538428" y="140607"/>
                      <a:pt x="507273" y="132908"/>
                    </a:cubicBezTo>
                    <a:cubicBezTo>
                      <a:pt x="513336" y="131206"/>
                      <a:pt x="519408" y="129544"/>
                      <a:pt x="525452" y="127771"/>
                    </a:cubicBezTo>
                    <a:cubicBezTo>
                      <a:pt x="569539" y="115909"/>
                      <a:pt x="612749" y="101002"/>
                      <a:pt x="654771" y="83157"/>
                    </a:cubicBezTo>
                    <a:cubicBezTo>
                      <a:pt x="659503" y="112925"/>
                      <a:pt x="639030" y="144519"/>
                      <a:pt x="614763" y="1645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7" name="Google Shape;1317;p20"/>
            <p:cNvGrpSpPr/>
            <p:nvPr/>
          </p:nvGrpSpPr>
          <p:grpSpPr>
            <a:xfrm rot="-2069740">
              <a:off x="233076" y="4533683"/>
              <a:ext cx="1159235" cy="448375"/>
              <a:chOff x="-214172" y="5156855"/>
              <a:chExt cx="1683830" cy="532260"/>
            </a:xfrm>
          </p:grpSpPr>
          <p:sp>
            <p:nvSpPr>
              <p:cNvPr id="1318" name="Google Shape;1318;p20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20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20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0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0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0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0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0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20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20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0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20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20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1" name="Google Shape;1331;p20"/>
            <p:cNvGrpSpPr/>
            <p:nvPr/>
          </p:nvGrpSpPr>
          <p:grpSpPr>
            <a:xfrm rot="5658069">
              <a:off x="-534419" y="4150727"/>
              <a:ext cx="1297196" cy="1214453"/>
              <a:chOff x="7899456" y="4631516"/>
              <a:chExt cx="1297174" cy="1214433"/>
            </a:xfrm>
          </p:grpSpPr>
          <p:grpSp>
            <p:nvGrpSpPr>
              <p:cNvPr id="1332" name="Google Shape;1332;p20"/>
              <p:cNvGrpSpPr/>
              <p:nvPr/>
            </p:nvGrpSpPr>
            <p:grpSpPr>
              <a:xfrm rot="-4383162" flipH="1">
                <a:off x="8084109" y="4711211"/>
                <a:ext cx="928299" cy="1055411"/>
                <a:chOff x="-286470" y="3869088"/>
                <a:chExt cx="928273" cy="1055381"/>
              </a:xfrm>
            </p:grpSpPr>
            <p:sp>
              <p:nvSpPr>
                <p:cNvPr id="1333" name="Google Shape;1333;p20"/>
                <p:cNvSpPr/>
                <p:nvPr/>
              </p:nvSpPr>
              <p:spPr>
                <a:xfrm>
                  <a:off x="-139129" y="4787956"/>
                  <a:ext cx="346519" cy="136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8" h="79484" extrusionOk="0">
                      <a:moveTo>
                        <a:pt x="1045" y="74404"/>
                      </a:moveTo>
                      <a:cubicBezTo>
                        <a:pt x="6595" y="53342"/>
                        <a:pt x="12871" y="32500"/>
                        <a:pt x="19875" y="11878"/>
                      </a:cubicBezTo>
                      <a:cubicBezTo>
                        <a:pt x="79078" y="-4635"/>
                        <a:pt x="141762" y="-3917"/>
                        <a:pt x="200571" y="13949"/>
                      </a:cubicBezTo>
                      <a:lnTo>
                        <a:pt x="201759" y="13983"/>
                      </a:lnTo>
                      <a:cubicBezTo>
                        <a:pt x="201679" y="16589"/>
                        <a:pt x="201217" y="19170"/>
                        <a:pt x="200386" y="21641"/>
                      </a:cubicBezTo>
                      <a:cubicBezTo>
                        <a:pt x="196092" y="34599"/>
                        <a:pt x="182452" y="41761"/>
                        <a:pt x="169783" y="46944"/>
                      </a:cubicBezTo>
                      <a:cubicBezTo>
                        <a:pt x="115927" y="69010"/>
                        <a:pt x="58198" y="80067"/>
                        <a:pt x="0" y="79461"/>
                      </a:cubicBezTo>
                      <a:lnTo>
                        <a:pt x="783" y="75335"/>
                      </a:lnTo>
                      <a:cubicBezTo>
                        <a:pt x="853" y="74997"/>
                        <a:pt x="975" y="74742"/>
                        <a:pt x="1045" y="7440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4" name="Google Shape;1334;p20"/>
                <p:cNvSpPr/>
                <p:nvPr/>
              </p:nvSpPr>
              <p:spPr>
                <a:xfrm>
                  <a:off x="-286470" y="4456966"/>
                  <a:ext cx="181485" cy="458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68" h="267131" extrusionOk="0">
                      <a:moveTo>
                        <a:pt x="37011" y="1908"/>
                      </a:moveTo>
                      <a:cubicBezTo>
                        <a:pt x="69605" y="65793"/>
                        <a:pt x="92256" y="134279"/>
                        <a:pt x="104180" y="205001"/>
                      </a:cubicBezTo>
                      <a:cubicBezTo>
                        <a:pt x="104694" y="204896"/>
                        <a:pt x="105155" y="204710"/>
                        <a:pt x="105668" y="204605"/>
                      </a:cubicBezTo>
                      <a:cubicBezTo>
                        <a:pt x="98663" y="225226"/>
                        <a:pt x="92387" y="246068"/>
                        <a:pt x="86838" y="267131"/>
                      </a:cubicBezTo>
                      <a:cubicBezTo>
                        <a:pt x="75140" y="247564"/>
                        <a:pt x="63495" y="228077"/>
                        <a:pt x="51796" y="208509"/>
                      </a:cubicBezTo>
                      <a:cubicBezTo>
                        <a:pt x="26009" y="165295"/>
                        <a:pt x="-638" y="119092"/>
                        <a:pt x="12" y="68691"/>
                      </a:cubicBezTo>
                      <a:cubicBezTo>
                        <a:pt x="368" y="44868"/>
                        <a:pt x="8117" y="19621"/>
                        <a:pt x="27108" y="5273"/>
                      </a:cubicBezTo>
                      <a:cubicBezTo>
                        <a:pt x="29934" y="3140"/>
                        <a:pt x="33016" y="1369"/>
                        <a:pt x="3628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5" name="Google Shape;1335;p20"/>
                <p:cNvSpPr/>
                <p:nvPr/>
              </p:nvSpPr>
              <p:spPr>
                <a:xfrm>
                  <a:off x="-224163" y="4118728"/>
                  <a:ext cx="230877" cy="69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26" h="401947" extrusionOk="0">
                      <a:moveTo>
                        <a:pt x="133048" y="251018"/>
                      </a:moveTo>
                      <a:cubicBezTo>
                        <a:pt x="133480" y="250967"/>
                        <a:pt x="133993" y="250862"/>
                        <a:pt x="134426" y="250811"/>
                      </a:cubicBezTo>
                      <a:cubicBezTo>
                        <a:pt x="108656" y="299193"/>
                        <a:pt x="86903" y="349609"/>
                        <a:pt x="69388" y="401552"/>
                      </a:cubicBezTo>
                      <a:cubicBezTo>
                        <a:pt x="68874" y="401657"/>
                        <a:pt x="68413" y="401843"/>
                        <a:pt x="67900" y="401948"/>
                      </a:cubicBezTo>
                      <a:cubicBezTo>
                        <a:pt x="55975" y="331227"/>
                        <a:pt x="33325" y="262740"/>
                        <a:pt x="731" y="198855"/>
                      </a:cubicBezTo>
                      <a:lnTo>
                        <a:pt x="0" y="196947"/>
                      </a:lnTo>
                      <a:cubicBezTo>
                        <a:pt x="18748" y="188874"/>
                        <a:pt x="43237" y="192812"/>
                        <a:pt x="53545" y="210265"/>
                      </a:cubicBezTo>
                      <a:cubicBezTo>
                        <a:pt x="44823" y="138905"/>
                        <a:pt x="54587" y="66501"/>
                        <a:pt x="81900" y="0"/>
                      </a:cubicBezTo>
                      <a:cubicBezTo>
                        <a:pt x="120498" y="76788"/>
                        <a:pt x="127163" y="165249"/>
                        <a:pt x="133048" y="2510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6" name="Google Shape;1336;p20"/>
                <p:cNvSpPr/>
                <p:nvPr/>
              </p:nvSpPr>
              <p:spPr>
                <a:xfrm>
                  <a:off x="-83506" y="3969226"/>
                  <a:ext cx="243710" cy="580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98" h="338069" extrusionOk="0">
                      <a:moveTo>
                        <a:pt x="137415" y="202611"/>
                      </a:moveTo>
                      <a:cubicBezTo>
                        <a:pt x="137780" y="202546"/>
                        <a:pt x="138227" y="202428"/>
                        <a:pt x="138591" y="202363"/>
                      </a:cubicBezTo>
                      <a:cubicBezTo>
                        <a:pt x="106381" y="245194"/>
                        <a:pt x="77603" y="290501"/>
                        <a:pt x="52526" y="337863"/>
                      </a:cubicBezTo>
                      <a:cubicBezTo>
                        <a:pt x="52093" y="337914"/>
                        <a:pt x="51579" y="338019"/>
                        <a:pt x="51147" y="338070"/>
                      </a:cubicBezTo>
                      <a:cubicBezTo>
                        <a:pt x="45262" y="252300"/>
                        <a:pt x="38597" y="163839"/>
                        <a:pt x="0" y="87052"/>
                      </a:cubicBezTo>
                      <a:cubicBezTo>
                        <a:pt x="1701" y="82905"/>
                        <a:pt x="3455" y="78840"/>
                        <a:pt x="5276" y="74788"/>
                      </a:cubicBezTo>
                      <a:cubicBezTo>
                        <a:pt x="12000" y="59942"/>
                        <a:pt x="23704" y="43104"/>
                        <a:pt x="39930" y="45193"/>
                      </a:cubicBezTo>
                      <a:cubicBezTo>
                        <a:pt x="46910" y="46633"/>
                        <a:pt x="53289" y="50157"/>
                        <a:pt x="58223" y="55300"/>
                      </a:cubicBezTo>
                      <a:cubicBezTo>
                        <a:pt x="72549" y="68235"/>
                        <a:pt x="84103" y="83942"/>
                        <a:pt x="92185" y="101470"/>
                      </a:cubicBezTo>
                      <a:cubicBezTo>
                        <a:pt x="94985" y="65396"/>
                        <a:pt x="106579" y="30558"/>
                        <a:pt x="125953" y="0"/>
                      </a:cubicBezTo>
                      <a:lnTo>
                        <a:pt x="127445" y="941"/>
                      </a:lnTo>
                      <a:cubicBezTo>
                        <a:pt x="142415" y="67081"/>
                        <a:pt x="145788" y="135317"/>
                        <a:pt x="137415" y="20261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7" name="Google Shape;1337;p20"/>
                <p:cNvSpPr/>
                <p:nvPr/>
              </p:nvSpPr>
              <p:spPr>
                <a:xfrm>
                  <a:off x="132806" y="3869088"/>
                  <a:ext cx="199453" cy="44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30" h="260918" extrusionOk="0">
                      <a:moveTo>
                        <a:pt x="103348" y="58165"/>
                      </a:moveTo>
                      <a:cubicBezTo>
                        <a:pt x="107092" y="55354"/>
                        <a:pt x="110957" y="52639"/>
                        <a:pt x="114914" y="50153"/>
                      </a:cubicBezTo>
                      <a:lnTo>
                        <a:pt x="116130" y="52092"/>
                      </a:lnTo>
                      <a:cubicBezTo>
                        <a:pt x="114036" y="90106"/>
                        <a:pt x="106217" y="127587"/>
                        <a:pt x="92937" y="163267"/>
                      </a:cubicBezTo>
                      <a:cubicBezTo>
                        <a:pt x="94114" y="163018"/>
                        <a:pt x="95222" y="162755"/>
                        <a:pt x="96412" y="162439"/>
                      </a:cubicBezTo>
                      <a:cubicBezTo>
                        <a:pt x="66452" y="193391"/>
                        <a:pt x="38472" y="226200"/>
                        <a:pt x="12638" y="260670"/>
                      </a:cubicBezTo>
                      <a:cubicBezTo>
                        <a:pt x="12274" y="260735"/>
                        <a:pt x="11828" y="260853"/>
                        <a:pt x="11462" y="260918"/>
                      </a:cubicBezTo>
                      <a:cubicBezTo>
                        <a:pt x="19835" y="193625"/>
                        <a:pt x="16462" y="125388"/>
                        <a:pt x="1492" y="59248"/>
                      </a:cubicBezTo>
                      <a:lnTo>
                        <a:pt x="0" y="58307"/>
                      </a:lnTo>
                      <a:cubicBezTo>
                        <a:pt x="9497" y="43189"/>
                        <a:pt x="20842" y="29314"/>
                        <a:pt x="33771" y="17003"/>
                      </a:cubicBezTo>
                      <a:cubicBezTo>
                        <a:pt x="43496" y="7697"/>
                        <a:pt x="55661" y="-1174"/>
                        <a:pt x="69098" y="128"/>
                      </a:cubicBezTo>
                      <a:cubicBezTo>
                        <a:pt x="81425" y="2256"/>
                        <a:pt x="91754" y="10649"/>
                        <a:pt x="96358" y="22280"/>
                      </a:cubicBezTo>
                      <a:cubicBezTo>
                        <a:pt x="100767" y="33741"/>
                        <a:pt x="103134" y="45886"/>
                        <a:pt x="103348" y="581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8" name="Google Shape;1338;p20"/>
                <p:cNvSpPr/>
                <p:nvPr/>
              </p:nvSpPr>
              <p:spPr>
                <a:xfrm>
                  <a:off x="292414" y="3893575"/>
                  <a:ext cx="188849" cy="25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56" h="149010" extrusionOk="0">
                      <a:moveTo>
                        <a:pt x="109520" y="14"/>
                      </a:moveTo>
                      <a:cubicBezTo>
                        <a:pt x="111717" y="23350"/>
                        <a:pt x="105569" y="46709"/>
                        <a:pt x="92167" y="65938"/>
                      </a:cubicBezTo>
                      <a:cubicBezTo>
                        <a:pt x="92680" y="65834"/>
                        <a:pt x="93261" y="65743"/>
                        <a:pt x="93775" y="65638"/>
                      </a:cubicBezTo>
                      <a:cubicBezTo>
                        <a:pt x="62022" y="91288"/>
                        <a:pt x="31866" y="118854"/>
                        <a:pt x="3475" y="148182"/>
                      </a:cubicBezTo>
                      <a:cubicBezTo>
                        <a:pt x="2285" y="148498"/>
                        <a:pt x="1176" y="148761"/>
                        <a:pt x="0" y="149010"/>
                      </a:cubicBezTo>
                      <a:cubicBezTo>
                        <a:pt x="13279" y="113329"/>
                        <a:pt x="21098" y="75849"/>
                        <a:pt x="23193" y="37835"/>
                      </a:cubicBezTo>
                      <a:lnTo>
                        <a:pt x="21978" y="35896"/>
                      </a:lnTo>
                      <a:cubicBezTo>
                        <a:pt x="45356" y="20407"/>
                        <a:pt x="71216" y="9041"/>
                        <a:pt x="98436" y="2291"/>
                      </a:cubicBezTo>
                      <a:cubicBezTo>
                        <a:pt x="101992" y="1410"/>
                        <a:pt x="105736" y="638"/>
                        <a:pt x="10945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9" name="Google Shape;1339;p20"/>
                <p:cNvSpPr/>
                <p:nvPr/>
              </p:nvSpPr>
              <p:spPr>
                <a:xfrm>
                  <a:off x="450701" y="3890690"/>
                  <a:ext cx="125742" cy="116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2" h="67617" extrusionOk="0">
                      <a:moveTo>
                        <a:pt x="73213" y="11976"/>
                      </a:moveTo>
                      <a:lnTo>
                        <a:pt x="71312" y="15730"/>
                      </a:lnTo>
                      <a:cubicBezTo>
                        <a:pt x="47315" y="31855"/>
                        <a:pt x="23999" y="49104"/>
                        <a:pt x="1608" y="67318"/>
                      </a:cubicBezTo>
                      <a:cubicBezTo>
                        <a:pt x="1095" y="67422"/>
                        <a:pt x="514" y="67513"/>
                        <a:pt x="0" y="67618"/>
                      </a:cubicBezTo>
                      <a:cubicBezTo>
                        <a:pt x="13402" y="48388"/>
                        <a:pt x="19551" y="25029"/>
                        <a:pt x="17353" y="1693"/>
                      </a:cubicBezTo>
                      <a:cubicBezTo>
                        <a:pt x="37178" y="-1728"/>
                        <a:pt x="58270" y="-742"/>
                        <a:pt x="73213" y="1197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0" name="Google Shape;1340;p20"/>
                <p:cNvSpPr/>
                <p:nvPr/>
              </p:nvSpPr>
              <p:spPr>
                <a:xfrm>
                  <a:off x="453463" y="3911257"/>
                  <a:ext cx="151252" cy="101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65" h="59064" extrusionOk="0">
                      <a:moveTo>
                        <a:pt x="69704" y="3754"/>
                      </a:moveTo>
                      <a:lnTo>
                        <a:pt x="71605" y="0"/>
                      </a:lnTo>
                      <a:cubicBezTo>
                        <a:pt x="87902" y="13982"/>
                        <a:pt x="91270" y="38153"/>
                        <a:pt x="85330" y="59065"/>
                      </a:cubicBezTo>
                      <a:lnTo>
                        <a:pt x="78701" y="57132"/>
                      </a:lnTo>
                      <a:cubicBezTo>
                        <a:pt x="52916" y="50773"/>
                        <a:pt x="26048" y="50162"/>
                        <a:pt x="0" y="55342"/>
                      </a:cubicBezTo>
                      <a:cubicBezTo>
                        <a:pt x="22391" y="37128"/>
                        <a:pt x="45707" y="19879"/>
                        <a:pt x="69704" y="375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1" name="Google Shape;1341;p20"/>
                <p:cNvSpPr/>
                <p:nvPr/>
              </p:nvSpPr>
              <p:spPr>
                <a:xfrm>
                  <a:off x="154510" y="4122614"/>
                  <a:ext cx="487293" cy="246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22" h="143612" extrusionOk="0">
                      <a:moveTo>
                        <a:pt x="83774" y="14817"/>
                      </a:moveTo>
                      <a:cubicBezTo>
                        <a:pt x="123100" y="5798"/>
                        <a:pt x="163288" y="-2974"/>
                        <a:pt x="203450" y="971"/>
                      </a:cubicBezTo>
                      <a:lnTo>
                        <a:pt x="206685" y="1640"/>
                      </a:lnTo>
                      <a:cubicBezTo>
                        <a:pt x="206250" y="2041"/>
                        <a:pt x="205830" y="2377"/>
                        <a:pt x="205395" y="2778"/>
                      </a:cubicBezTo>
                      <a:cubicBezTo>
                        <a:pt x="207178" y="2655"/>
                        <a:pt x="208961" y="2532"/>
                        <a:pt x="210783" y="2556"/>
                      </a:cubicBezTo>
                      <a:cubicBezTo>
                        <a:pt x="233077" y="2515"/>
                        <a:pt x="254347" y="11917"/>
                        <a:pt x="269322" y="28434"/>
                      </a:cubicBezTo>
                      <a:cubicBezTo>
                        <a:pt x="279656" y="39110"/>
                        <a:pt x="284838" y="53750"/>
                        <a:pt x="283521" y="68550"/>
                      </a:cubicBezTo>
                      <a:cubicBezTo>
                        <a:pt x="281248" y="83964"/>
                        <a:pt x="269709" y="96268"/>
                        <a:pt x="257899" y="106478"/>
                      </a:cubicBezTo>
                      <a:cubicBezTo>
                        <a:pt x="241187" y="120928"/>
                        <a:pt x="222855" y="133389"/>
                        <a:pt x="203271" y="143612"/>
                      </a:cubicBezTo>
                      <a:lnTo>
                        <a:pt x="201818" y="140782"/>
                      </a:lnTo>
                      <a:cubicBezTo>
                        <a:pt x="140209" y="107142"/>
                        <a:pt x="68399" y="97274"/>
                        <a:pt x="0" y="113049"/>
                      </a:cubicBezTo>
                      <a:cubicBezTo>
                        <a:pt x="25834" y="78578"/>
                        <a:pt x="53814" y="45769"/>
                        <a:pt x="83774" y="148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2" name="Google Shape;1342;p20"/>
                <p:cNvSpPr/>
                <p:nvPr/>
              </p:nvSpPr>
              <p:spPr>
                <a:xfrm>
                  <a:off x="298382" y="4000327"/>
                  <a:ext cx="301643" cy="147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29" h="86022" extrusionOk="0">
                      <a:moveTo>
                        <a:pt x="169001" y="5269"/>
                      </a:moveTo>
                      <a:lnTo>
                        <a:pt x="175630" y="7202"/>
                      </a:lnTo>
                      <a:cubicBezTo>
                        <a:pt x="174600" y="10873"/>
                        <a:pt x="173272" y="14454"/>
                        <a:pt x="171659" y="17908"/>
                      </a:cubicBezTo>
                      <a:cubicBezTo>
                        <a:pt x="161202" y="40276"/>
                        <a:pt x="141940" y="56958"/>
                        <a:pt x="122911" y="72845"/>
                      </a:cubicBezTo>
                      <a:lnTo>
                        <a:pt x="119676" y="72176"/>
                      </a:lnTo>
                      <a:cubicBezTo>
                        <a:pt x="79515" y="68231"/>
                        <a:pt x="39327" y="77003"/>
                        <a:pt x="0" y="86022"/>
                      </a:cubicBezTo>
                      <a:cubicBezTo>
                        <a:pt x="28391" y="56694"/>
                        <a:pt x="58547" y="29128"/>
                        <a:pt x="90300" y="3479"/>
                      </a:cubicBezTo>
                      <a:cubicBezTo>
                        <a:pt x="116348" y="-1701"/>
                        <a:pt x="143216" y="-1090"/>
                        <a:pt x="169001" y="527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3" name="Google Shape;1343;p20"/>
                <p:cNvSpPr/>
                <p:nvPr/>
              </p:nvSpPr>
              <p:spPr>
                <a:xfrm>
                  <a:off x="6700" y="4304169"/>
                  <a:ext cx="496935" cy="312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36" h="181996" extrusionOk="0">
                      <a:moveTo>
                        <a:pt x="86066" y="7333"/>
                      </a:moveTo>
                      <a:cubicBezTo>
                        <a:pt x="154465" y="-8441"/>
                        <a:pt x="226275" y="1427"/>
                        <a:pt x="287884" y="35066"/>
                      </a:cubicBezTo>
                      <a:lnTo>
                        <a:pt x="289337" y="37897"/>
                      </a:lnTo>
                      <a:cubicBezTo>
                        <a:pt x="256979" y="54910"/>
                        <a:pt x="221683" y="65621"/>
                        <a:pt x="185327" y="69461"/>
                      </a:cubicBezTo>
                      <a:cubicBezTo>
                        <a:pt x="208714" y="77760"/>
                        <a:pt x="231251" y="88280"/>
                        <a:pt x="252633" y="100875"/>
                      </a:cubicBezTo>
                      <a:cubicBezTo>
                        <a:pt x="265663" y="108559"/>
                        <a:pt x="279355" y="118488"/>
                        <a:pt x="282620" y="133291"/>
                      </a:cubicBezTo>
                      <a:cubicBezTo>
                        <a:pt x="286923" y="152595"/>
                        <a:pt x="272073" y="169696"/>
                        <a:pt x="255754" y="181997"/>
                      </a:cubicBezTo>
                      <a:lnTo>
                        <a:pt x="254536" y="180409"/>
                      </a:lnTo>
                      <a:cubicBezTo>
                        <a:pt x="175302" y="142893"/>
                        <a:pt x="86694" y="129812"/>
                        <a:pt x="0" y="142833"/>
                      </a:cubicBezTo>
                      <a:cubicBezTo>
                        <a:pt x="25077" y="95471"/>
                        <a:pt x="53855" y="50164"/>
                        <a:pt x="86066" y="733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4" name="Google Shape;1344;p20"/>
                <p:cNvSpPr/>
                <p:nvPr/>
              </p:nvSpPr>
              <p:spPr>
                <a:xfrm>
                  <a:off x="-104998" y="4541060"/>
                  <a:ext cx="550960" cy="27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792" h="157743" extrusionOk="0">
                      <a:moveTo>
                        <a:pt x="314446" y="48583"/>
                      </a:moveTo>
                      <a:cubicBezTo>
                        <a:pt x="263821" y="82376"/>
                        <a:pt x="206337" y="104530"/>
                        <a:pt x="146128" y="113453"/>
                      </a:cubicBezTo>
                      <a:cubicBezTo>
                        <a:pt x="162975" y="123753"/>
                        <a:pt x="182272" y="139549"/>
                        <a:pt x="181884" y="157743"/>
                      </a:cubicBezTo>
                      <a:lnTo>
                        <a:pt x="180696" y="157709"/>
                      </a:lnTo>
                      <a:cubicBezTo>
                        <a:pt x="121887" y="139844"/>
                        <a:pt x="59203" y="139125"/>
                        <a:pt x="0" y="155639"/>
                      </a:cubicBezTo>
                      <a:cubicBezTo>
                        <a:pt x="17515" y="103696"/>
                        <a:pt x="39268" y="53279"/>
                        <a:pt x="65039" y="4898"/>
                      </a:cubicBezTo>
                      <a:cubicBezTo>
                        <a:pt x="151733" y="-8123"/>
                        <a:pt x="240341" y="4958"/>
                        <a:pt x="319574" y="42474"/>
                      </a:cubicBezTo>
                      <a:lnTo>
                        <a:pt x="320793" y="44061"/>
                      </a:lnTo>
                      <a:cubicBezTo>
                        <a:pt x="318703" y="45668"/>
                        <a:pt x="316561" y="47193"/>
                        <a:pt x="314446" y="4858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45" name="Google Shape;1345;p20"/>
              <p:cNvSpPr/>
              <p:nvPr/>
            </p:nvSpPr>
            <p:spPr>
              <a:xfrm rot="-4384141" flipH="1">
                <a:off x="8075952" y="4704470"/>
                <a:ext cx="944183" cy="1068524"/>
              </a:xfrm>
              <a:custGeom>
                <a:avLst/>
                <a:gdLst/>
                <a:ahLst/>
                <a:cxnLst/>
                <a:rect l="l" t="t" r="r" b="b"/>
                <a:pathLst>
                  <a:path w="549929" h="622350" extrusionOk="0">
                    <a:moveTo>
                      <a:pt x="538841" y="182607"/>
                    </a:moveTo>
                    <a:cubicBezTo>
                      <a:pt x="524670" y="163792"/>
                      <a:pt x="503181" y="151875"/>
                      <a:pt x="479717" y="149819"/>
                    </a:cubicBezTo>
                    <a:cubicBezTo>
                      <a:pt x="498340" y="133741"/>
                      <a:pt x="516540" y="115771"/>
                      <a:pt x="524408" y="92080"/>
                    </a:cubicBezTo>
                    <a:cubicBezTo>
                      <a:pt x="531856" y="69654"/>
                      <a:pt x="529066" y="41554"/>
                      <a:pt x="510187" y="25476"/>
                    </a:cubicBezTo>
                    <a:cubicBezTo>
                      <a:pt x="489717" y="8045"/>
                      <a:pt x="459931" y="11029"/>
                      <a:pt x="435752" y="17375"/>
                    </a:cubicBezTo>
                    <a:cubicBezTo>
                      <a:pt x="407023" y="25034"/>
                      <a:pt x="379869" y="37699"/>
                      <a:pt x="355539" y="54790"/>
                    </a:cubicBezTo>
                    <a:cubicBezTo>
                      <a:pt x="353468" y="34386"/>
                      <a:pt x="348404" y="11853"/>
                      <a:pt x="327966" y="2766"/>
                    </a:cubicBezTo>
                    <a:cubicBezTo>
                      <a:pt x="305085" y="-7407"/>
                      <a:pt x="284122" y="12617"/>
                      <a:pt x="269835" y="28153"/>
                    </a:cubicBezTo>
                    <a:cubicBezTo>
                      <a:pt x="238775" y="62262"/>
                      <a:pt x="218800" y="104994"/>
                      <a:pt x="212549" y="150700"/>
                    </a:cubicBezTo>
                    <a:cubicBezTo>
                      <a:pt x="207031" y="141053"/>
                      <a:pt x="200454" y="132051"/>
                      <a:pt x="192941" y="123863"/>
                    </a:cubicBezTo>
                    <a:cubicBezTo>
                      <a:pt x="184502" y="114757"/>
                      <a:pt x="173603" y="103496"/>
                      <a:pt x="160192" y="103400"/>
                    </a:cubicBezTo>
                    <a:cubicBezTo>
                      <a:pt x="134256" y="103213"/>
                      <a:pt x="122917" y="137915"/>
                      <a:pt x="115512" y="157139"/>
                    </a:cubicBezTo>
                    <a:cubicBezTo>
                      <a:pt x="92297" y="218250"/>
                      <a:pt x="83468" y="283887"/>
                      <a:pt x="89709" y="348962"/>
                    </a:cubicBezTo>
                    <a:cubicBezTo>
                      <a:pt x="79176" y="339964"/>
                      <a:pt x="65072" y="336346"/>
                      <a:pt x="51508" y="339163"/>
                    </a:cubicBezTo>
                    <a:cubicBezTo>
                      <a:pt x="31431" y="343329"/>
                      <a:pt x="14949" y="357604"/>
                      <a:pt x="7958" y="376880"/>
                    </a:cubicBezTo>
                    <a:cubicBezTo>
                      <a:pt x="-12502" y="425840"/>
                      <a:pt x="10226" y="481530"/>
                      <a:pt x="34005" y="524792"/>
                    </a:cubicBezTo>
                    <a:cubicBezTo>
                      <a:pt x="50959" y="555636"/>
                      <a:pt x="69894" y="585456"/>
                      <a:pt x="88464" y="615343"/>
                    </a:cubicBezTo>
                    <a:lnTo>
                      <a:pt x="88553" y="615436"/>
                    </a:lnTo>
                    <a:cubicBezTo>
                      <a:pt x="87415" y="616117"/>
                      <a:pt x="86731" y="617358"/>
                      <a:pt x="86763" y="618684"/>
                    </a:cubicBezTo>
                    <a:cubicBezTo>
                      <a:pt x="86831" y="620644"/>
                      <a:pt x="88404" y="622217"/>
                      <a:pt x="90364" y="622285"/>
                    </a:cubicBezTo>
                    <a:cubicBezTo>
                      <a:pt x="147757" y="623288"/>
                      <a:pt x="204779" y="612893"/>
                      <a:pt x="258126" y="591701"/>
                    </a:cubicBezTo>
                    <a:cubicBezTo>
                      <a:pt x="275361" y="584789"/>
                      <a:pt x="296522" y="574437"/>
                      <a:pt x="296652" y="552854"/>
                    </a:cubicBezTo>
                    <a:cubicBezTo>
                      <a:pt x="296758" y="535010"/>
                      <a:pt x="282637" y="521266"/>
                      <a:pt x="268359" y="511190"/>
                    </a:cubicBezTo>
                    <a:cubicBezTo>
                      <a:pt x="299063" y="505810"/>
                      <a:pt x="329070" y="497021"/>
                      <a:pt x="357824" y="484986"/>
                    </a:cubicBezTo>
                    <a:cubicBezTo>
                      <a:pt x="386974" y="472690"/>
                      <a:pt x="418416" y="457480"/>
                      <a:pt x="442110" y="436093"/>
                    </a:cubicBezTo>
                    <a:cubicBezTo>
                      <a:pt x="462661" y="417544"/>
                      <a:pt x="471841" y="390170"/>
                      <a:pt x="449831" y="368583"/>
                    </a:cubicBezTo>
                    <a:cubicBezTo>
                      <a:pt x="438375" y="358561"/>
                      <a:pt x="425518" y="350263"/>
                      <a:pt x="411668" y="343950"/>
                    </a:cubicBezTo>
                    <a:cubicBezTo>
                      <a:pt x="401076" y="338457"/>
                      <a:pt x="390173" y="333624"/>
                      <a:pt x="379141" y="329095"/>
                    </a:cubicBezTo>
                    <a:cubicBezTo>
                      <a:pt x="435301" y="319841"/>
                      <a:pt x="487493" y="294258"/>
                      <a:pt x="529207" y="255535"/>
                    </a:cubicBezTo>
                    <a:cubicBezTo>
                      <a:pt x="539447" y="246652"/>
                      <a:pt x="546572" y="234722"/>
                      <a:pt x="549537" y="221494"/>
                    </a:cubicBezTo>
                    <a:cubicBezTo>
                      <a:pt x="551233" y="207628"/>
                      <a:pt x="547389" y="193654"/>
                      <a:pt x="538841" y="182607"/>
                    </a:cubicBezTo>
                    <a:close/>
                    <a:moveTo>
                      <a:pt x="465249" y="149385"/>
                    </a:moveTo>
                    <a:cubicBezTo>
                      <a:pt x="465117" y="149336"/>
                      <a:pt x="464983" y="149295"/>
                      <a:pt x="464846" y="149264"/>
                    </a:cubicBezTo>
                    <a:cubicBezTo>
                      <a:pt x="428856" y="145844"/>
                      <a:pt x="393064" y="152122"/>
                      <a:pt x="357942" y="159843"/>
                    </a:cubicBezTo>
                    <a:cubicBezTo>
                      <a:pt x="366010" y="151748"/>
                      <a:pt x="374165" y="143734"/>
                      <a:pt x="382510" y="135898"/>
                    </a:cubicBezTo>
                    <a:cubicBezTo>
                      <a:pt x="400915" y="118672"/>
                      <a:pt x="419959" y="102184"/>
                      <a:pt x="439641" y="86436"/>
                    </a:cubicBezTo>
                    <a:cubicBezTo>
                      <a:pt x="464106" y="82169"/>
                      <a:pt x="489185" y="82943"/>
                      <a:pt x="513340" y="88711"/>
                    </a:cubicBezTo>
                    <a:cubicBezTo>
                      <a:pt x="514053" y="88891"/>
                      <a:pt x="514808" y="88792"/>
                      <a:pt x="515450" y="88434"/>
                    </a:cubicBezTo>
                    <a:cubicBezTo>
                      <a:pt x="515060" y="89661"/>
                      <a:pt x="514758" y="90939"/>
                      <a:pt x="514304" y="92123"/>
                    </a:cubicBezTo>
                    <a:cubicBezTo>
                      <a:pt x="505145" y="115980"/>
                      <a:pt x="484380" y="133374"/>
                      <a:pt x="465249" y="149385"/>
                    </a:cubicBezTo>
                    <a:close/>
                    <a:moveTo>
                      <a:pt x="516785" y="84140"/>
                    </a:moveTo>
                    <a:cubicBezTo>
                      <a:pt x="516402" y="83452"/>
                      <a:pt x="515740" y="82964"/>
                      <a:pt x="514969" y="82800"/>
                    </a:cubicBezTo>
                    <a:cubicBezTo>
                      <a:pt x="493576" y="77564"/>
                      <a:pt x="471426" y="76159"/>
                      <a:pt x="449543" y="78648"/>
                    </a:cubicBezTo>
                    <a:cubicBezTo>
                      <a:pt x="468372" y="63904"/>
                      <a:pt x="487652" y="49729"/>
                      <a:pt x="507504" y="36360"/>
                    </a:cubicBezTo>
                    <a:cubicBezTo>
                      <a:pt x="507671" y="36248"/>
                      <a:pt x="507743" y="36094"/>
                      <a:pt x="507887" y="35972"/>
                    </a:cubicBezTo>
                    <a:cubicBezTo>
                      <a:pt x="518308" y="49716"/>
                      <a:pt x="521607" y="67581"/>
                      <a:pt x="516785" y="84141"/>
                    </a:cubicBezTo>
                    <a:close/>
                    <a:moveTo>
                      <a:pt x="500184" y="29001"/>
                    </a:moveTo>
                    <a:cubicBezTo>
                      <a:pt x="500465" y="29188"/>
                      <a:pt x="500659" y="29442"/>
                      <a:pt x="500933" y="29634"/>
                    </a:cubicBezTo>
                    <a:cubicBezTo>
                      <a:pt x="481916" y="42612"/>
                      <a:pt x="463385" y="56184"/>
                      <a:pt x="445341" y="70351"/>
                    </a:cubicBezTo>
                    <a:cubicBezTo>
                      <a:pt x="447935" y="64652"/>
                      <a:pt x="449981" y="58721"/>
                      <a:pt x="451451" y="52635"/>
                    </a:cubicBezTo>
                    <a:cubicBezTo>
                      <a:pt x="454219" y="42683"/>
                      <a:pt x="454843" y="32258"/>
                      <a:pt x="453284" y="22047"/>
                    </a:cubicBezTo>
                    <a:cubicBezTo>
                      <a:pt x="469233" y="18311"/>
                      <a:pt x="486006" y="20798"/>
                      <a:pt x="500184" y="29001"/>
                    </a:cubicBezTo>
                    <a:close/>
                    <a:moveTo>
                      <a:pt x="449376" y="22735"/>
                    </a:moveTo>
                    <a:cubicBezTo>
                      <a:pt x="449231" y="26665"/>
                      <a:pt x="449164" y="30599"/>
                      <a:pt x="448796" y="34527"/>
                    </a:cubicBezTo>
                    <a:cubicBezTo>
                      <a:pt x="448231" y="40340"/>
                      <a:pt x="447146" y="46090"/>
                      <a:pt x="445555" y="51710"/>
                    </a:cubicBezTo>
                    <a:cubicBezTo>
                      <a:pt x="442666" y="62188"/>
                      <a:pt x="438106" y="72133"/>
                      <a:pt x="432051" y="81160"/>
                    </a:cubicBezTo>
                    <a:cubicBezTo>
                      <a:pt x="403135" y="104680"/>
                      <a:pt x="375526" y="129764"/>
                      <a:pt x="349347" y="156298"/>
                    </a:cubicBezTo>
                    <a:cubicBezTo>
                      <a:pt x="354161" y="141508"/>
                      <a:pt x="358045" y="126431"/>
                      <a:pt x="360976" y="111155"/>
                    </a:cubicBezTo>
                    <a:cubicBezTo>
                      <a:pt x="362702" y="102133"/>
                      <a:pt x="364100" y="93057"/>
                      <a:pt x="365170" y="83926"/>
                    </a:cubicBezTo>
                    <a:cubicBezTo>
                      <a:pt x="366770" y="75170"/>
                      <a:pt x="367224" y="66244"/>
                      <a:pt x="366521" y="57371"/>
                    </a:cubicBezTo>
                    <a:cubicBezTo>
                      <a:pt x="385158" y="45139"/>
                      <a:pt x="405369" y="35495"/>
                      <a:pt x="426601" y="28702"/>
                    </a:cubicBezTo>
                    <a:cubicBezTo>
                      <a:pt x="434077" y="26294"/>
                      <a:pt x="441680" y="24301"/>
                      <a:pt x="449376" y="22735"/>
                    </a:cubicBezTo>
                    <a:close/>
                    <a:moveTo>
                      <a:pt x="312307" y="8421"/>
                    </a:moveTo>
                    <a:cubicBezTo>
                      <a:pt x="341079" y="5509"/>
                      <a:pt x="346397" y="41496"/>
                      <a:pt x="347987" y="62231"/>
                    </a:cubicBezTo>
                    <a:cubicBezTo>
                      <a:pt x="348199" y="65000"/>
                      <a:pt x="351438" y="67787"/>
                      <a:pt x="354167" y="65777"/>
                    </a:cubicBezTo>
                    <a:cubicBezTo>
                      <a:pt x="356900" y="63747"/>
                      <a:pt x="359787" y="61953"/>
                      <a:pt x="362598" y="60040"/>
                    </a:cubicBezTo>
                    <a:cubicBezTo>
                      <a:pt x="361134" y="67684"/>
                      <a:pt x="360125" y="75407"/>
                      <a:pt x="359576" y="83170"/>
                    </a:cubicBezTo>
                    <a:cubicBezTo>
                      <a:pt x="358217" y="92758"/>
                      <a:pt x="356496" y="102286"/>
                      <a:pt x="354415" y="111755"/>
                    </a:cubicBezTo>
                    <a:cubicBezTo>
                      <a:pt x="350275" y="130310"/>
                      <a:pt x="344813" y="148546"/>
                      <a:pt x="338072" y="166323"/>
                    </a:cubicBezTo>
                    <a:cubicBezTo>
                      <a:pt x="337927" y="166794"/>
                      <a:pt x="337906" y="167293"/>
                      <a:pt x="338009" y="167775"/>
                    </a:cubicBezTo>
                    <a:cubicBezTo>
                      <a:pt x="312166" y="194843"/>
                      <a:pt x="287828" y="223308"/>
                      <a:pt x="265104" y="253041"/>
                    </a:cubicBezTo>
                    <a:cubicBezTo>
                      <a:pt x="268212" y="222757"/>
                      <a:pt x="268955" y="192276"/>
                      <a:pt x="267325" y="161876"/>
                    </a:cubicBezTo>
                    <a:cubicBezTo>
                      <a:pt x="266421" y="145614"/>
                      <a:pt x="264823" y="129414"/>
                      <a:pt x="262532" y="113277"/>
                    </a:cubicBezTo>
                    <a:cubicBezTo>
                      <a:pt x="260938" y="96830"/>
                      <a:pt x="257391" y="80631"/>
                      <a:pt x="251965" y="65023"/>
                    </a:cubicBezTo>
                    <a:cubicBezTo>
                      <a:pt x="255408" y="59540"/>
                      <a:pt x="259012" y="54147"/>
                      <a:pt x="262948" y="48962"/>
                    </a:cubicBezTo>
                    <a:cubicBezTo>
                      <a:pt x="274410" y="33913"/>
                      <a:pt x="292068" y="10469"/>
                      <a:pt x="312307" y="8421"/>
                    </a:cubicBezTo>
                    <a:close/>
                    <a:moveTo>
                      <a:pt x="150716" y="113960"/>
                    </a:moveTo>
                    <a:cubicBezTo>
                      <a:pt x="165005" y="105738"/>
                      <a:pt x="178259" y="119659"/>
                      <a:pt x="187339" y="129466"/>
                    </a:cubicBezTo>
                    <a:cubicBezTo>
                      <a:pt x="197218" y="140274"/>
                      <a:pt x="205368" y="152545"/>
                      <a:pt x="211498" y="165843"/>
                    </a:cubicBezTo>
                    <a:cubicBezTo>
                      <a:pt x="213329" y="169739"/>
                      <a:pt x="218615" y="167371"/>
                      <a:pt x="218908" y="163836"/>
                    </a:cubicBezTo>
                    <a:cubicBezTo>
                      <a:pt x="221742" y="130269"/>
                      <a:pt x="232244" y="97801"/>
                      <a:pt x="249606" y="68933"/>
                    </a:cubicBezTo>
                    <a:cubicBezTo>
                      <a:pt x="250922" y="84068"/>
                      <a:pt x="254237" y="99093"/>
                      <a:pt x="256199" y="114134"/>
                    </a:cubicBezTo>
                    <a:cubicBezTo>
                      <a:pt x="258344" y="130588"/>
                      <a:pt x="259798" y="147116"/>
                      <a:pt x="260562" y="163719"/>
                    </a:cubicBezTo>
                    <a:cubicBezTo>
                      <a:pt x="262046" y="197375"/>
                      <a:pt x="260696" y="231096"/>
                      <a:pt x="256526" y="264526"/>
                    </a:cubicBezTo>
                    <a:cubicBezTo>
                      <a:pt x="226954" y="304296"/>
                      <a:pt x="200311" y="346162"/>
                      <a:pt x="176806" y="389794"/>
                    </a:cubicBezTo>
                    <a:cubicBezTo>
                      <a:pt x="174470" y="349754"/>
                      <a:pt x="170076" y="309861"/>
                      <a:pt x="163640" y="270272"/>
                    </a:cubicBezTo>
                    <a:cubicBezTo>
                      <a:pt x="156609" y="230323"/>
                      <a:pt x="146572" y="187947"/>
                      <a:pt x="125945" y="152472"/>
                    </a:cubicBezTo>
                    <a:cubicBezTo>
                      <a:pt x="127321" y="149100"/>
                      <a:pt x="128587" y="145685"/>
                      <a:pt x="130056" y="142352"/>
                    </a:cubicBezTo>
                    <a:cubicBezTo>
                      <a:pt x="133855" y="130986"/>
                      <a:pt x="141070" y="121071"/>
                      <a:pt x="150716" y="113961"/>
                    </a:cubicBezTo>
                    <a:close/>
                    <a:moveTo>
                      <a:pt x="91189" y="361591"/>
                    </a:moveTo>
                    <a:cubicBezTo>
                      <a:pt x="93026" y="364444"/>
                      <a:pt x="98745" y="363686"/>
                      <a:pt x="98251" y="359678"/>
                    </a:cubicBezTo>
                    <a:cubicBezTo>
                      <a:pt x="91146" y="301235"/>
                      <a:pt x="96478" y="241950"/>
                      <a:pt x="113899" y="185714"/>
                    </a:cubicBezTo>
                    <a:cubicBezTo>
                      <a:pt x="116904" y="175939"/>
                      <a:pt x="120425" y="166339"/>
                      <a:pt x="124175" y="156829"/>
                    </a:cubicBezTo>
                    <a:cubicBezTo>
                      <a:pt x="138878" y="193466"/>
                      <a:pt x="149936" y="231463"/>
                      <a:pt x="157188" y="270269"/>
                    </a:cubicBezTo>
                    <a:cubicBezTo>
                      <a:pt x="164455" y="313309"/>
                      <a:pt x="167107" y="356972"/>
                      <a:pt x="170397" y="400447"/>
                    </a:cubicBezTo>
                    <a:cubicBezTo>
                      <a:pt x="170426" y="400748"/>
                      <a:pt x="170493" y="401043"/>
                      <a:pt x="170598" y="401326"/>
                    </a:cubicBezTo>
                    <a:cubicBezTo>
                      <a:pt x="159940" y="421742"/>
                      <a:pt x="149946" y="442536"/>
                      <a:pt x="140617" y="463710"/>
                    </a:cubicBezTo>
                    <a:cubicBezTo>
                      <a:pt x="129618" y="488875"/>
                      <a:pt x="118973" y="514902"/>
                      <a:pt x="109903" y="541401"/>
                    </a:cubicBezTo>
                    <a:cubicBezTo>
                      <a:pt x="103908" y="508673"/>
                      <a:pt x="95632" y="476403"/>
                      <a:pt x="85137" y="444829"/>
                    </a:cubicBezTo>
                    <a:cubicBezTo>
                      <a:pt x="74934" y="411760"/>
                      <a:pt x="61171" y="379896"/>
                      <a:pt x="44089" y="349798"/>
                    </a:cubicBezTo>
                    <a:cubicBezTo>
                      <a:pt x="60637" y="343128"/>
                      <a:pt x="80670" y="345261"/>
                      <a:pt x="91189" y="361591"/>
                    </a:cubicBezTo>
                    <a:close/>
                    <a:moveTo>
                      <a:pt x="44791" y="526369"/>
                    </a:moveTo>
                    <a:cubicBezTo>
                      <a:pt x="29268" y="500779"/>
                      <a:pt x="18001" y="472840"/>
                      <a:pt x="11429" y="443640"/>
                    </a:cubicBezTo>
                    <a:cubicBezTo>
                      <a:pt x="6343" y="416689"/>
                      <a:pt x="7264" y="383892"/>
                      <a:pt x="26300" y="362148"/>
                    </a:cubicBezTo>
                    <a:cubicBezTo>
                      <a:pt x="30469" y="357466"/>
                      <a:pt x="35542" y="353678"/>
                      <a:pt x="41215" y="351010"/>
                    </a:cubicBezTo>
                    <a:cubicBezTo>
                      <a:pt x="54627" y="383274"/>
                      <a:pt x="69260" y="414732"/>
                      <a:pt x="80212" y="448010"/>
                    </a:cubicBezTo>
                    <a:cubicBezTo>
                      <a:pt x="91369" y="482035"/>
                      <a:pt x="99954" y="516851"/>
                      <a:pt x="105893" y="552163"/>
                    </a:cubicBezTo>
                    <a:cubicBezTo>
                      <a:pt x="105963" y="552342"/>
                      <a:pt x="106052" y="552514"/>
                      <a:pt x="106157" y="552676"/>
                    </a:cubicBezTo>
                    <a:cubicBezTo>
                      <a:pt x="100357" y="570513"/>
                      <a:pt x="95538" y="588654"/>
                      <a:pt x="91721" y="607017"/>
                    </a:cubicBezTo>
                    <a:cubicBezTo>
                      <a:pt x="76164" y="580088"/>
                      <a:pt x="60007" y="553487"/>
                      <a:pt x="44791" y="526369"/>
                    </a:cubicBezTo>
                    <a:close/>
                    <a:moveTo>
                      <a:pt x="285514" y="561441"/>
                    </a:moveTo>
                    <a:cubicBezTo>
                      <a:pt x="280436" y="570067"/>
                      <a:pt x="272460" y="576609"/>
                      <a:pt x="263007" y="579901"/>
                    </a:cubicBezTo>
                    <a:cubicBezTo>
                      <a:pt x="251925" y="584799"/>
                      <a:pt x="240576" y="589071"/>
                      <a:pt x="229014" y="592696"/>
                    </a:cubicBezTo>
                    <a:cubicBezTo>
                      <a:pt x="185612" y="606852"/>
                      <a:pt x="140300" y="614284"/>
                      <a:pt x="94650" y="614735"/>
                    </a:cubicBezTo>
                    <a:cubicBezTo>
                      <a:pt x="95047" y="613787"/>
                      <a:pt x="95000" y="612711"/>
                      <a:pt x="94523" y="611800"/>
                    </a:cubicBezTo>
                    <a:lnTo>
                      <a:pt x="94522" y="611802"/>
                    </a:lnTo>
                    <a:cubicBezTo>
                      <a:pt x="94247" y="611321"/>
                      <a:pt x="93958" y="610847"/>
                      <a:pt x="93682" y="610366"/>
                    </a:cubicBezTo>
                    <a:cubicBezTo>
                      <a:pt x="100229" y="591356"/>
                      <a:pt x="106526" y="572339"/>
                      <a:pt x="113030" y="553409"/>
                    </a:cubicBezTo>
                    <a:cubicBezTo>
                      <a:pt x="170208" y="538086"/>
                      <a:pt x="230467" y="538514"/>
                      <a:pt x="287422" y="554650"/>
                    </a:cubicBezTo>
                    <a:cubicBezTo>
                      <a:pt x="287150" y="557001"/>
                      <a:pt x="286506" y="559293"/>
                      <a:pt x="285514" y="561442"/>
                    </a:cubicBezTo>
                    <a:close/>
                    <a:moveTo>
                      <a:pt x="255172" y="504371"/>
                    </a:moveTo>
                    <a:cubicBezTo>
                      <a:pt x="251067" y="504990"/>
                      <a:pt x="251061" y="510823"/>
                      <a:pt x="254084" y="512696"/>
                    </a:cubicBezTo>
                    <a:cubicBezTo>
                      <a:pt x="266233" y="520222"/>
                      <a:pt x="285586" y="533651"/>
                      <a:pt x="287471" y="549616"/>
                    </a:cubicBezTo>
                    <a:cubicBezTo>
                      <a:pt x="231388" y="533230"/>
                      <a:pt x="171932" y="532226"/>
                      <a:pt x="115328" y="546709"/>
                    </a:cubicBezTo>
                    <a:cubicBezTo>
                      <a:pt x="123165" y="524147"/>
                      <a:pt x="131422" y="501735"/>
                      <a:pt x="140972" y="479649"/>
                    </a:cubicBezTo>
                    <a:cubicBezTo>
                      <a:pt x="152181" y="453725"/>
                      <a:pt x="164430" y="428343"/>
                      <a:pt x="177718" y="403503"/>
                    </a:cubicBezTo>
                    <a:cubicBezTo>
                      <a:pt x="241339" y="393931"/>
                      <a:pt x="306290" y="398569"/>
                      <a:pt x="367905" y="417084"/>
                    </a:cubicBezTo>
                    <a:cubicBezTo>
                      <a:pt x="387356" y="422955"/>
                      <a:pt x="405771" y="430874"/>
                      <a:pt x="424507" y="438510"/>
                    </a:cubicBezTo>
                    <a:cubicBezTo>
                      <a:pt x="422875" y="439696"/>
                      <a:pt x="421241" y="440839"/>
                      <a:pt x="419620" y="441904"/>
                    </a:cubicBezTo>
                    <a:cubicBezTo>
                      <a:pt x="369960" y="474360"/>
                      <a:pt x="313857" y="495671"/>
                      <a:pt x="255172" y="504371"/>
                    </a:cubicBezTo>
                    <a:close/>
                    <a:moveTo>
                      <a:pt x="441265" y="373101"/>
                    </a:moveTo>
                    <a:cubicBezTo>
                      <a:pt x="465657" y="394529"/>
                      <a:pt x="449391" y="418568"/>
                      <a:pt x="429485" y="434676"/>
                    </a:cubicBezTo>
                    <a:cubicBezTo>
                      <a:pt x="390069" y="414943"/>
                      <a:pt x="347566" y="402105"/>
                      <a:pt x="303817" y="396718"/>
                    </a:cubicBezTo>
                    <a:cubicBezTo>
                      <a:pt x="263384" y="390983"/>
                      <a:pt x="222364" y="390703"/>
                      <a:pt x="181857" y="395885"/>
                    </a:cubicBezTo>
                    <a:cubicBezTo>
                      <a:pt x="206110" y="351291"/>
                      <a:pt x="233611" y="308542"/>
                      <a:pt x="264138" y="267983"/>
                    </a:cubicBezTo>
                    <a:cubicBezTo>
                      <a:pt x="313638" y="256949"/>
                      <a:pt x="365187" y="259331"/>
                      <a:pt x="413458" y="274884"/>
                    </a:cubicBezTo>
                    <a:cubicBezTo>
                      <a:pt x="428639" y="280247"/>
                      <a:pt x="443538" y="286377"/>
                      <a:pt x="458098" y="293249"/>
                    </a:cubicBezTo>
                    <a:cubicBezTo>
                      <a:pt x="427584" y="308607"/>
                      <a:pt x="394564" y="318373"/>
                      <a:pt x="360605" y="322086"/>
                    </a:cubicBezTo>
                    <a:cubicBezTo>
                      <a:pt x="357965" y="322174"/>
                      <a:pt x="355896" y="324386"/>
                      <a:pt x="355984" y="327027"/>
                    </a:cubicBezTo>
                    <a:cubicBezTo>
                      <a:pt x="356052" y="329060"/>
                      <a:pt x="357398" y="330828"/>
                      <a:pt x="359340" y="331434"/>
                    </a:cubicBezTo>
                    <a:cubicBezTo>
                      <a:pt x="374534" y="336844"/>
                      <a:pt x="389386" y="343169"/>
                      <a:pt x="403816" y="350374"/>
                    </a:cubicBezTo>
                    <a:cubicBezTo>
                      <a:pt x="417200" y="356353"/>
                      <a:pt x="429781" y="363989"/>
                      <a:pt x="441264" y="373101"/>
                    </a:cubicBezTo>
                    <a:close/>
                    <a:moveTo>
                      <a:pt x="508414" y="260993"/>
                    </a:moveTo>
                    <a:cubicBezTo>
                      <a:pt x="494652" y="271943"/>
                      <a:pt x="479908" y="281599"/>
                      <a:pt x="464371" y="289839"/>
                    </a:cubicBezTo>
                    <a:cubicBezTo>
                      <a:pt x="435353" y="270494"/>
                      <a:pt x="397730" y="260749"/>
                      <a:pt x="363562" y="256192"/>
                    </a:cubicBezTo>
                    <a:cubicBezTo>
                      <a:pt x="332782" y="252136"/>
                      <a:pt x="301551" y="253048"/>
                      <a:pt x="271060" y="258893"/>
                    </a:cubicBezTo>
                    <a:cubicBezTo>
                      <a:pt x="295092" y="227683"/>
                      <a:pt x="320887" y="197871"/>
                      <a:pt x="348317" y="169602"/>
                    </a:cubicBezTo>
                    <a:cubicBezTo>
                      <a:pt x="385786" y="160920"/>
                      <a:pt x="423611" y="152904"/>
                      <a:pt x="462268" y="155864"/>
                    </a:cubicBezTo>
                    <a:cubicBezTo>
                      <a:pt x="462491" y="156651"/>
                      <a:pt x="462910" y="157368"/>
                      <a:pt x="463487" y="157947"/>
                    </a:cubicBezTo>
                    <a:cubicBezTo>
                      <a:pt x="464378" y="158801"/>
                      <a:pt x="465557" y="159289"/>
                      <a:pt x="466790" y="159315"/>
                    </a:cubicBezTo>
                    <a:cubicBezTo>
                      <a:pt x="493656" y="157158"/>
                      <a:pt x="519512" y="170036"/>
                      <a:pt x="533977" y="192777"/>
                    </a:cubicBezTo>
                    <a:cubicBezTo>
                      <a:pt x="550558" y="221233"/>
                      <a:pt x="529891" y="243638"/>
                      <a:pt x="508414" y="2609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6" name="Google Shape;134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8" name="Google Shape;1348;p21"/>
          <p:cNvGrpSpPr/>
          <p:nvPr/>
        </p:nvGrpSpPr>
        <p:grpSpPr>
          <a:xfrm>
            <a:off x="-33975" y="-168851"/>
            <a:ext cx="11325832" cy="5797787"/>
            <a:chOff x="-33975" y="-168851"/>
            <a:chExt cx="11325832" cy="5797787"/>
          </a:xfrm>
        </p:grpSpPr>
        <p:sp>
          <p:nvSpPr>
            <p:cNvPr id="1349" name="Google Shape;1349;p21"/>
            <p:cNvSpPr/>
            <p:nvPr/>
          </p:nvSpPr>
          <p:spPr>
            <a:xfrm flipH="1">
              <a:off x="8111762" y="2653373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21"/>
            <p:cNvSpPr/>
            <p:nvPr/>
          </p:nvSpPr>
          <p:spPr>
            <a:xfrm flipH="1">
              <a:off x="21664" y="3315482"/>
              <a:ext cx="3047683" cy="2313454"/>
            </a:xfrm>
            <a:custGeom>
              <a:avLst/>
              <a:gdLst/>
              <a:ahLst/>
              <a:cxnLst/>
              <a:rect l="l" t="t" r="r" b="b"/>
              <a:pathLst>
                <a:path w="3047683" h="2313454" extrusionOk="0">
                  <a:moveTo>
                    <a:pt x="2643224" y="18843"/>
                  </a:moveTo>
                  <a:cubicBezTo>
                    <a:pt x="2552762" y="42901"/>
                    <a:pt x="2468544" y="86138"/>
                    <a:pt x="2396299" y="145614"/>
                  </a:cubicBezTo>
                  <a:cubicBezTo>
                    <a:pt x="2309891" y="215639"/>
                    <a:pt x="2243347" y="302693"/>
                    <a:pt x="2184049" y="396040"/>
                  </a:cubicBezTo>
                  <a:cubicBezTo>
                    <a:pt x="2127546" y="484987"/>
                    <a:pt x="2074763" y="576262"/>
                    <a:pt x="2003589" y="654675"/>
                  </a:cubicBezTo>
                  <a:cubicBezTo>
                    <a:pt x="1962247" y="700221"/>
                    <a:pt x="1913465" y="744078"/>
                    <a:pt x="1850065" y="752175"/>
                  </a:cubicBezTo>
                  <a:cubicBezTo>
                    <a:pt x="1783252" y="760710"/>
                    <a:pt x="1713314" y="737810"/>
                    <a:pt x="1649126" y="722531"/>
                  </a:cubicBezTo>
                  <a:cubicBezTo>
                    <a:pt x="1562516" y="701915"/>
                    <a:pt x="1470528" y="688707"/>
                    <a:pt x="1381689" y="701839"/>
                  </a:cubicBezTo>
                  <a:cubicBezTo>
                    <a:pt x="1317499" y="710990"/>
                    <a:pt x="1257043" y="737529"/>
                    <a:pt x="1206880" y="778575"/>
                  </a:cubicBezTo>
                  <a:cubicBezTo>
                    <a:pt x="1155326" y="821002"/>
                    <a:pt x="1114976" y="875297"/>
                    <a:pt x="1078281" y="930571"/>
                  </a:cubicBezTo>
                  <a:cubicBezTo>
                    <a:pt x="1033397" y="998183"/>
                    <a:pt x="992308" y="1068361"/>
                    <a:pt x="949757" y="1137441"/>
                  </a:cubicBezTo>
                  <a:cubicBezTo>
                    <a:pt x="906751" y="1209357"/>
                    <a:pt x="841212" y="1265102"/>
                    <a:pt x="763290" y="1296043"/>
                  </a:cubicBezTo>
                  <a:cubicBezTo>
                    <a:pt x="690062" y="1324778"/>
                    <a:pt x="611144" y="1333692"/>
                    <a:pt x="534801" y="1350646"/>
                  </a:cubicBezTo>
                  <a:cubicBezTo>
                    <a:pt x="448602" y="1369789"/>
                    <a:pt x="362086" y="1401228"/>
                    <a:pt x="295524" y="1461290"/>
                  </a:cubicBezTo>
                  <a:cubicBezTo>
                    <a:pt x="168004" y="1576355"/>
                    <a:pt x="96013" y="1749801"/>
                    <a:pt x="51839" y="1912049"/>
                  </a:cubicBezTo>
                  <a:cubicBezTo>
                    <a:pt x="16758" y="2040897"/>
                    <a:pt x="-4345" y="2178402"/>
                    <a:pt x="794" y="2313471"/>
                  </a:cubicBezTo>
                  <a:lnTo>
                    <a:pt x="3047711" y="2313471"/>
                  </a:lnTo>
                  <a:lnTo>
                    <a:pt x="3047711" y="44890"/>
                  </a:lnTo>
                  <a:cubicBezTo>
                    <a:pt x="2917836" y="-68"/>
                    <a:pt x="2778005" y="-15777"/>
                    <a:pt x="2643224" y="1884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21"/>
            <p:cNvSpPr/>
            <p:nvPr/>
          </p:nvSpPr>
          <p:spPr>
            <a:xfrm flipH="1">
              <a:off x="-33975" y="-12551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52" name="Google Shape;1352;p21"/>
            <p:cNvSpPr/>
            <p:nvPr/>
          </p:nvSpPr>
          <p:spPr>
            <a:xfrm flipH="1">
              <a:off x="7735828" y="-168851"/>
              <a:ext cx="1798241" cy="1536390"/>
            </a:xfrm>
            <a:custGeom>
              <a:avLst/>
              <a:gdLst/>
              <a:ahLst/>
              <a:cxnLst/>
              <a:rect l="l" t="t" r="r" b="b"/>
              <a:pathLst>
                <a:path w="1798241" h="1536390" extrusionOk="0">
                  <a:moveTo>
                    <a:pt x="1608" y="1474223"/>
                  </a:moveTo>
                  <a:cubicBezTo>
                    <a:pt x="54416" y="1511072"/>
                    <a:pt x="116499" y="1532405"/>
                    <a:pt x="180822" y="1535805"/>
                  </a:cubicBezTo>
                  <a:cubicBezTo>
                    <a:pt x="229694" y="1538652"/>
                    <a:pt x="278627" y="1531364"/>
                    <a:pt x="324543" y="1514400"/>
                  </a:cubicBezTo>
                  <a:cubicBezTo>
                    <a:pt x="394477" y="1486854"/>
                    <a:pt x="438033" y="1427945"/>
                    <a:pt x="468525" y="1361746"/>
                  </a:cubicBezTo>
                  <a:cubicBezTo>
                    <a:pt x="499757" y="1293938"/>
                    <a:pt x="520588" y="1221496"/>
                    <a:pt x="558298" y="1156684"/>
                  </a:cubicBezTo>
                  <a:cubicBezTo>
                    <a:pt x="577205" y="1123341"/>
                    <a:pt x="601393" y="1093278"/>
                    <a:pt x="629922" y="1067663"/>
                  </a:cubicBezTo>
                  <a:cubicBezTo>
                    <a:pt x="675520" y="1028895"/>
                    <a:pt x="731454" y="1004269"/>
                    <a:pt x="790861" y="996806"/>
                  </a:cubicBezTo>
                  <a:cubicBezTo>
                    <a:pt x="853772" y="987956"/>
                    <a:pt x="917234" y="994498"/>
                    <a:pt x="980224" y="998780"/>
                  </a:cubicBezTo>
                  <a:cubicBezTo>
                    <a:pt x="1043608" y="1003088"/>
                    <a:pt x="1105471" y="1002525"/>
                    <a:pt x="1167474" y="987172"/>
                  </a:cubicBezTo>
                  <a:cubicBezTo>
                    <a:pt x="1284483" y="958197"/>
                    <a:pt x="1389169" y="891037"/>
                    <a:pt x="1474645" y="807336"/>
                  </a:cubicBezTo>
                  <a:cubicBezTo>
                    <a:pt x="1558829" y="725388"/>
                    <a:pt x="1625789" y="627472"/>
                    <a:pt x="1671598" y="519330"/>
                  </a:cubicBezTo>
                  <a:cubicBezTo>
                    <a:pt x="1711616" y="420433"/>
                    <a:pt x="1742463" y="318075"/>
                    <a:pt x="1763751" y="213544"/>
                  </a:cubicBezTo>
                  <a:cubicBezTo>
                    <a:pt x="1778949" y="143013"/>
                    <a:pt x="1790471" y="71741"/>
                    <a:pt x="1798269" y="16"/>
                  </a:cubicBezTo>
                  <a:lnTo>
                    <a:pt x="27" y="16"/>
                  </a:lnTo>
                  <a:lnTo>
                    <a:pt x="27" y="1473057"/>
                  </a:lnTo>
                  <a:cubicBezTo>
                    <a:pt x="565" y="1473431"/>
                    <a:pt x="1069" y="1473852"/>
                    <a:pt x="1608" y="147422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3" name="Google Shape;1353;p21"/>
          <p:cNvSpPr/>
          <p:nvPr/>
        </p:nvSpPr>
        <p:spPr>
          <a:xfrm flipH="1">
            <a:off x="125666" y="4410875"/>
            <a:ext cx="9137565" cy="733546"/>
          </a:xfrm>
          <a:custGeom>
            <a:avLst/>
            <a:gdLst/>
            <a:ahLst/>
            <a:cxnLst/>
            <a:rect l="l" t="t" r="r" b="b"/>
            <a:pathLst>
              <a:path w="6621424" h="943467" extrusionOk="0">
                <a:moveTo>
                  <a:pt x="0" y="0"/>
                </a:moveTo>
                <a:lnTo>
                  <a:pt x="6621425" y="0"/>
                </a:lnTo>
                <a:lnTo>
                  <a:pt x="6621425" y="943467"/>
                </a:lnTo>
                <a:lnTo>
                  <a:pt x="0" y="94346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4" name="Google Shape;1354;p21"/>
          <p:cNvGrpSpPr/>
          <p:nvPr/>
        </p:nvGrpSpPr>
        <p:grpSpPr>
          <a:xfrm>
            <a:off x="-347091" y="1643246"/>
            <a:ext cx="10154252" cy="1262100"/>
            <a:chOff x="-347091" y="1643246"/>
            <a:chExt cx="10154252" cy="1262100"/>
          </a:xfrm>
        </p:grpSpPr>
        <p:grpSp>
          <p:nvGrpSpPr>
            <p:cNvPr id="1355" name="Google Shape;1355;p21"/>
            <p:cNvGrpSpPr/>
            <p:nvPr/>
          </p:nvGrpSpPr>
          <p:grpSpPr>
            <a:xfrm flipH="1">
              <a:off x="8661478" y="1643246"/>
              <a:ext cx="1145683" cy="443578"/>
              <a:chOff x="-269530" y="2387071"/>
              <a:chExt cx="1145683" cy="443578"/>
            </a:xfrm>
          </p:grpSpPr>
          <p:sp>
            <p:nvSpPr>
              <p:cNvPr id="1356" name="Google Shape;1356;p21"/>
              <p:cNvSpPr/>
              <p:nvPr/>
            </p:nvSpPr>
            <p:spPr>
              <a:xfrm>
                <a:off x="-260954" y="2393198"/>
                <a:ext cx="1130586" cy="431009"/>
              </a:xfrm>
              <a:custGeom>
                <a:avLst/>
                <a:gdLst/>
                <a:ahLst/>
                <a:cxnLst/>
                <a:rect l="l" t="t" r="r" b="b"/>
                <a:pathLst>
                  <a:path w="1130586" h="431009" extrusionOk="0">
                    <a:moveTo>
                      <a:pt x="1130776" y="423438"/>
                    </a:moveTo>
                    <a:lnTo>
                      <a:pt x="1129363" y="430585"/>
                    </a:lnTo>
                    <a:cubicBezTo>
                      <a:pt x="753002" y="425820"/>
                      <a:pt x="376611" y="425967"/>
                      <a:pt x="190" y="431026"/>
                    </a:cubicBezTo>
                    <a:lnTo>
                      <a:pt x="190" y="427849"/>
                    </a:lnTo>
                    <a:cubicBezTo>
                      <a:pt x="49839" y="363156"/>
                      <a:pt x="135596" y="337882"/>
                      <a:pt x="212429" y="365298"/>
                    </a:cubicBezTo>
                    <a:cubicBezTo>
                      <a:pt x="204659" y="335919"/>
                      <a:pt x="187002" y="309893"/>
                      <a:pt x="179057" y="280514"/>
                    </a:cubicBezTo>
                    <a:cubicBezTo>
                      <a:pt x="171199" y="251135"/>
                      <a:pt x="177026" y="213728"/>
                      <a:pt x="204218" y="200141"/>
                    </a:cubicBezTo>
                    <a:cubicBezTo>
                      <a:pt x="233264" y="185584"/>
                      <a:pt x="268049" y="206317"/>
                      <a:pt x="288619" y="231373"/>
                    </a:cubicBezTo>
                    <a:cubicBezTo>
                      <a:pt x="309101" y="256517"/>
                      <a:pt x="324198" y="287572"/>
                      <a:pt x="351920" y="304423"/>
                    </a:cubicBezTo>
                    <a:cubicBezTo>
                      <a:pt x="331349" y="251312"/>
                      <a:pt x="312015" y="195818"/>
                      <a:pt x="315723" y="139001"/>
                    </a:cubicBezTo>
                    <a:cubicBezTo>
                      <a:pt x="319343" y="82273"/>
                      <a:pt x="351567" y="23603"/>
                      <a:pt x="405598" y="5605"/>
                    </a:cubicBezTo>
                    <a:cubicBezTo>
                      <a:pt x="451241" y="-9481"/>
                      <a:pt x="502977" y="7458"/>
                      <a:pt x="539615" y="38601"/>
                    </a:cubicBezTo>
                    <a:cubicBezTo>
                      <a:pt x="576254" y="69745"/>
                      <a:pt x="600179" y="113063"/>
                      <a:pt x="620043" y="156823"/>
                    </a:cubicBezTo>
                    <a:cubicBezTo>
                      <a:pt x="648153" y="218727"/>
                      <a:pt x="669723" y="283393"/>
                      <a:pt x="684404" y="349771"/>
                    </a:cubicBezTo>
                    <a:cubicBezTo>
                      <a:pt x="698529" y="299747"/>
                      <a:pt x="724839" y="239578"/>
                      <a:pt x="776751" y="237725"/>
                    </a:cubicBezTo>
                    <a:cubicBezTo>
                      <a:pt x="820099" y="236225"/>
                      <a:pt x="854000" y="290660"/>
                      <a:pt x="833518" y="328773"/>
                    </a:cubicBezTo>
                    <a:cubicBezTo>
                      <a:pt x="909090" y="262480"/>
                      <a:pt x="1024131" y="269960"/>
                      <a:pt x="1090469" y="345479"/>
                    </a:cubicBezTo>
                    <a:cubicBezTo>
                      <a:pt x="1110068" y="367790"/>
                      <a:pt x="1123906" y="394555"/>
                      <a:pt x="1130776" y="4234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21"/>
              <p:cNvSpPr/>
              <p:nvPr/>
            </p:nvSpPr>
            <p:spPr>
              <a:xfrm>
                <a:off x="-269530" y="2387071"/>
                <a:ext cx="1145683" cy="443578"/>
              </a:xfrm>
              <a:custGeom>
                <a:avLst/>
                <a:gdLst/>
                <a:ahLst/>
                <a:cxnLst/>
                <a:rect l="l" t="t" r="r" b="b"/>
                <a:pathLst>
                  <a:path w="1145683" h="443578" extrusionOk="0">
                    <a:moveTo>
                      <a:pt x="1145642" y="427875"/>
                    </a:moveTo>
                    <a:cubicBezTo>
                      <a:pt x="1121548" y="326817"/>
                      <a:pt x="1020036" y="264411"/>
                      <a:pt x="918908" y="288488"/>
                    </a:cubicBezTo>
                    <a:cubicBezTo>
                      <a:pt x="895467" y="294069"/>
                      <a:pt x="873317" y="304095"/>
                      <a:pt x="853659" y="318023"/>
                    </a:cubicBezTo>
                    <a:cubicBezTo>
                      <a:pt x="858804" y="276909"/>
                      <a:pt x="823891" y="232928"/>
                      <a:pt x="779796" y="237809"/>
                    </a:cubicBezTo>
                    <a:cubicBezTo>
                      <a:pt x="732932" y="242998"/>
                      <a:pt x="708345" y="289308"/>
                      <a:pt x="693859" y="331404"/>
                    </a:cubicBezTo>
                    <a:cubicBezTo>
                      <a:pt x="680270" y="276510"/>
                      <a:pt x="662023" y="222874"/>
                      <a:pt x="639316" y="171077"/>
                    </a:cubicBezTo>
                    <a:cubicBezTo>
                      <a:pt x="617256" y="120793"/>
                      <a:pt x="590392" y="69194"/>
                      <a:pt x="546013" y="34960"/>
                    </a:cubicBezTo>
                    <a:cubicBezTo>
                      <a:pt x="506006" y="4099"/>
                      <a:pt x="450409" y="-11342"/>
                      <a:pt x="402391" y="9697"/>
                    </a:cubicBezTo>
                    <a:cubicBezTo>
                      <a:pt x="359747" y="28381"/>
                      <a:pt x="332419" y="71499"/>
                      <a:pt x="322360" y="115673"/>
                    </a:cubicBezTo>
                    <a:cubicBezTo>
                      <a:pt x="308850" y="175002"/>
                      <a:pt x="325950" y="235316"/>
                      <a:pt x="346682" y="291306"/>
                    </a:cubicBezTo>
                    <a:cubicBezTo>
                      <a:pt x="327073" y="271739"/>
                      <a:pt x="314359" y="245857"/>
                      <a:pt x="294927" y="225836"/>
                    </a:cubicBezTo>
                    <a:cubicBezTo>
                      <a:pt x="274510" y="204801"/>
                      <a:pt x="242124" y="186802"/>
                      <a:pt x="212667" y="199635"/>
                    </a:cubicBezTo>
                    <a:cubicBezTo>
                      <a:pt x="185923" y="211286"/>
                      <a:pt x="176512" y="242359"/>
                      <a:pt x="178691" y="269441"/>
                    </a:cubicBezTo>
                    <a:cubicBezTo>
                      <a:pt x="181374" y="302813"/>
                      <a:pt x="200767" y="331465"/>
                      <a:pt x="211883" y="362481"/>
                    </a:cubicBezTo>
                    <a:cubicBezTo>
                      <a:pt x="135193" y="340385"/>
                      <a:pt x="52814" y="367899"/>
                      <a:pt x="4832" y="431636"/>
                    </a:cubicBezTo>
                    <a:cubicBezTo>
                      <a:pt x="4408" y="432203"/>
                      <a:pt x="4130" y="432866"/>
                      <a:pt x="4024" y="433567"/>
                    </a:cubicBezTo>
                    <a:lnTo>
                      <a:pt x="3687" y="433580"/>
                    </a:lnTo>
                    <a:cubicBezTo>
                      <a:pt x="1687" y="433649"/>
                      <a:pt x="122" y="435326"/>
                      <a:pt x="192" y="437325"/>
                    </a:cubicBezTo>
                    <a:cubicBezTo>
                      <a:pt x="259" y="439225"/>
                      <a:pt x="1785" y="440750"/>
                      <a:pt x="3687" y="440817"/>
                    </a:cubicBezTo>
                    <a:cubicBezTo>
                      <a:pt x="77642" y="442524"/>
                      <a:pt x="151732" y="440915"/>
                      <a:pt x="225701" y="440577"/>
                    </a:cubicBezTo>
                    <a:cubicBezTo>
                      <a:pt x="298975" y="440241"/>
                      <a:pt x="372250" y="439991"/>
                      <a:pt x="445526" y="439825"/>
                    </a:cubicBezTo>
                    <a:cubicBezTo>
                      <a:pt x="592812" y="439615"/>
                      <a:pt x="740096" y="439947"/>
                      <a:pt x="887379" y="440821"/>
                    </a:cubicBezTo>
                    <a:cubicBezTo>
                      <a:pt x="929146" y="441102"/>
                      <a:pt x="970912" y="441444"/>
                      <a:pt x="1012678" y="441845"/>
                    </a:cubicBezTo>
                    <a:cubicBezTo>
                      <a:pt x="1054167" y="442243"/>
                      <a:pt x="1096596" y="445312"/>
                      <a:pt x="1137972" y="442248"/>
                    </a:cubicBezTo>
                    <a:cubicBezTo>
                      <a:pt x="1140952" y="442207"/>
                      <a:pt x="1143334" y="439760"/>
                      <a:pt x="1143293" y="436783"/>
                    </a:cubicBezTo>
                    <a:cubicBezTo>
                      <a:pt x="1143284" y="436092"/>
                      <a:pt x="1143142" y="435409"/>
                      <a:pt x="1142874" y="434772"/>
                    </a:cubicBezTo>
                    <a:cubicBezTo>
                      <a:pt x="1145260" y="433370"/>
                      <a:pt x="1146398" y="430536"/>
                      <a:pt x="1145642" y="427875"/>
                    </a:cubicBezTo>
                    <a:close/>
                    <a:moveTo>
                      <a:pt x="1028065" y="428995"/>
                    </a:moveTo>
                    <a:cubicBezTo>
                      <a:pt x="990695" y="428612"/>
                      <a:pt x="953326" y="428278"/>
                      <a:pt x="915956" y="427993"/>
                    </a:cubicBezTo>
                    <a:cubicBezTo>
                      <a:pt x="842682" y="427432"/>
                      <a:pt x="769407" y="427066"/>
                      <a:pt x="696130" y="426893"/>
                    </a:cubicBezTo>
                    <a:cubicBezTo>
                      <a:pt x="548846" y="426631"/>
                      <a:pt x="401562" y="427219"/>
                      <a:pt x="254277" y="428658"/>
                    </a:cubicBezTo>
                    <a:cubicBezTo>
                      <a:pt x="174713" y="429565"/>
                      <a:pt x="94937" y="429547"/>
                      <a:pt x="15426" y="433132"/>
                    </a:cubicBezTo>
                    <a:cubicBezTo>
                      <a:pt x="64847" y="373412"/>
                      <a:pt x="146395" y="351002"/>
                      <a:pt x="219423" y="377074"/>
                    </a:cubicBezTo>
                    <a:cubicBezTo>
                      <a:pt x="223706" y="378687"/>
                      <a:pt x="227660" y="373891"/>
                      <a:pt x="226583" y="369919"/>
                    </a:cubicBezTo>
                    <a:cubicBezTo>
                      <a:pt x="217882" y="337845"/>
                      <a:pt x="197043" y="309513"/>
                      <a:pt x="191580" y="276559"/>
                    </a:cubicBezTo>
                    <a:cubicBezTo>
                      <a:pt x="187349" y="251037"/>
                      <a:pt x="194250" y="216070"/>
                      <a:pt x="223308" y="208794"/>
                    </a:cubicBezTo>
                    <a:cubicBezTo>
                      <a:pt x="254742" y="200921"/>
                      <a:pt x="283192" y="228412"/>
                      <a:pt x="300115" y="251294"/>
                    </a:cubicBezTo>
                    <a:cubicBezTo>
                      <a:pt x="317386" y="274649"/>
                      <a:pt x="332316" y="299906"/>
                      <a:pt x="357416" y="315839"/>
                    </a:cubicBezTo>
                    <a:cubicBezTo>
                      <a:pt x="361682" y="318547"/>
                      <a:pt x="368411" y="313970"/>
                      <a:pt x="366450" y="308898"/>
                    </a:cubicBezTo>
                    <a:cubicBezTo>
                      <a:pt x="345961" y="255891"/>
                      <a:pt x="325966" y="199809"/>
                      <a:pt x="330695" y="142060"/>
                    </a:cubicBezTo>
                    <a:cubicBezTo>
                      <a:pt x="334322" y="97772"/>
                      <a:pt x="356192" y="51095"/>
                      <a:pt x="395151" y="27438"/>
                    </a:cubicBezTo>
                    <a:cubicBezTo>
                      <a:pt x="439118" y="741"/>
                      <a:pt x="494411" y="12794"/>
                      <a:pt x="534146" y="41655"/>
                    </a:cubicBezTo>
                    <a:cubicBezTo>
                      <a:pt x="577371" y="73051"/>
                      <a:pt x="603349" y="122404"/>
                      <a:pt x="624730" y="170026"/>
                    </a:cubicBezTo>
                    <a:cubicBezTo>
                      <a:pt x="651666" y="230310"/>
                      <a:pt x="672432" y="293162"/>
                      <a:pt x="686710" y="357623"/>
                    </a:cubicBezTo>
                    <a:cubicBezTo>
                      <a:pt x="687765" y="361078"/>
                      <a:pt x="691423" y="363024"/>
                      <a:pt x="694880" y="361970"/>
                    </a:cubicBezTo>
                    <a:cubicBezTo>
                      <a:pt x="696964" y="361335"/>
                      <a:pt x="698595" y="359705"/>
                      <a:pt x="699230" y="357623"/>
                    </a:cubicBezTo>
                    <a:cubicBezTo>
                      <a:pt x="710125" y="319503"/>
                      <a:pt x="728231" y="265346"/>
                      <a:pt x="770980" y="252720"/>
                    </a:cubicBezTo>
                    <a:cubicBezTo>
                      <a:pt x="814686" y="239811"/>
                      <a:pt x="857019" y="290851"/>
                      <a:pt x="836461" y="331670"/>
                    </a:cubicBezTo>
                    <a:cubicBezTo>
                      <a:pt x="834742" y="334833"/>
                      <a:pt x="835915" y="338790"/>
                      <a:pt x="839081" y="340508"/>
                    </a:cubicBezTo>
                    <a:cubicBezTo>
                      <a:pt x="841553" y="341850"/>
                      <a:pt x="844607" y="341456"/>
                      <a:pt x="846658" y="339532"/>
                    </a:cubicBezTo>
                    <a:cubicBezTo>
                      <a:pt x="919722" y="275772"/>
                      <a:pt x="1030676" y="283273"/>
                      <a:pt x="1094480" y="356288"/>
                    </a:cubicBezTo>
                    <a:cubicBezTo>
                      <a:pt x="1113174" y="377680"/>
                      <a:pt x="1126394" y="403287"/>
                      <a:pt x="1133005" y="430909"/>
                    </a:cubicBezTo>
                    <a:cubicBezTo>
                      <a:pt x="1098321" y="427924"/>
                      <a:pt x="1062827" y="429350"/>
                      <a:pt x="1028065" y="4289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8" name="Google Shape;1358;p21"/>
            <p:cNvGrpSpPr/>
            <p:nvPr/>
          </p:nvGrpSpPr>
          <p:grpSpPr>
            <a:xfrm>
              <a:off x="-347091" y="2487182"/>
              <a:ext cx="786187" cy="418163"/>
              <a:chOff x="8037685" y="2312945"/>
              <a:chExt cx="786187" cy="418163"/>
            </a:xfrm>
          </p:grpSpPr>
          <p:sp>
            <p:nvSpPr>
              <p:cNvPr id="1359" name="Google Shape;1359;p21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21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1" name="Google Shape;1361;p21"/>
          <p:cNvGrpSpPr/>
          <p:nvPr/>
        </p:nvGrpSpPr>
        <p:grpSpPr>
          <a:xfrm>
            <a:off x="5250751" y="60397"/>
            <a:ext cx="3719999" cy="3214682"/>
            <a:chOff x="5250751" y="60397"/>
            <a:chExt cx="3719999" cy="3214682"/>
          </a:xfrm>
        </p:grpSpPr>
        <p:grpSp>
          <p:nvGrpSpPr>
            <p:cNvPr id="1362" name="Google Shape;1362;p21"/>
            <p:cNvGrpSpPr/>
            <p:nvPr/>
          </p:nvGrpSpPr>
          <p:grpSpPr>
            <a:xfrm flipH="1">
              <a:off x="8352317" y="2826651"/>
              <a:ext cx="618432" cy="448429"/>
              <a:chOff x="749957" y="2916238"/>
              <a:chExt cx="618432" cy="448429"/>
            </a:xfrm>
          </p:grpSpPr>
          <p:sp>
            <p:nvSpPr>
              <p:cNvPr id="1363" name="Google Shape;1363;p21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21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5" name="Google Shape;1365;p21"/>
            <p:cNvGrpSpPr/>
            <p:nvPr/>
          </p:nvGrpSpPr>
          <p:grpSpPr>
            <a:xfrm flipH="1">
              <a:off x="5250751" y="60397"/>
              <a:ext cx="714324" cy="347759"/>
              <a:chOff x="482844" y="1192072"/>
              <a:chExt cx="714324" cy="347759"/>
            </a:xfrm>
          </p:grpSpPr>
          <p:sp>
            <p:nvSpPr>
              <p:cNvPr id="1366" name="Google Shape;1366;p21"/>
              <p:cNvSpPr/>
              <p:nvPr/>
            </p:nvSpPr>
            <p:spPr>
              <a:xfrm>
                <a:off x="9839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21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8" name="Google Shape;1368;p21"/>
          <p:cNvGrpSpPr/>
          <p:nvPr/>
        </p:nvGrpSpPr>
        <p:grpSpPr>
          <a:xfrm>
            <a:off x="-838468" y="3120832"/>
            <a:ext cx="10511048" cy="2746111"/>
            <a:chOff x="-838468" y="3120832"/>
            <a:chExt cx="10511048" cy="2746111"/>
          </a:xfrm>
        </p:grpSpPr>
        <p:grpSp>
          <p:nvGrpSpPr>
            <p:cNvPr id="1369" name="Google Shape;1369;p21"/>
            <p:cNvGrpSpPr/>
            <p:nvPr/>
          </p:nvGrpSpPr>
          <p:grpSpPr>
            <a:xfrm flipH="1">
              <a:off x="8728077" y="3725663"/>
              <a:ext cx="944503" cy="1068886"/>
              <a:chOff x="-294374" y="3862138"/>
              <a:chExt cx="944503" cy="1068886"/>
            </a:xfrm>
          </p:grpSpPr>
          <p:grpSp>
            <p:nvGrpSpPr>
              <p:cNvPr id="1370" name="Google Shape;1370;p21"/>
              <p:cNvGrpSpPr/>
              <p:nvPr/>
            </p:nvGrpSpPr>
            <p:grpSpPr>
              <a:xfrm>
                <a:off x="-286470" y="3869088"/>
                <a:ext cx="928273" cy="1055381"/>
                <a:chOff x="-286470" y="3869088"/>
                <a:chExt cx="928273" cy="1055381"/>
              </a:xfrm>
            </p:grpSpPr>
            <p:sp>
              <p:nvSpPr>
                <p:cNvPr id="1371" name="Google Shape;1371;p21"/>
                <p:cNvSpPr/>
                <p:nvPr/>
              </p:nvSpPr>
              <p:spPr>
                <a:xfrm>
                  <a:off x="-139129" y="4787956"/>
                  <a:ext cx="346519" cy="136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8" h="79484" extrusionOk="0">
                      <a:moveTo>
                        <a:pt x="1045" y="74404"/>
                      </a:moveTo>
                      <a:cubicBezTo>
                        <a:pt x="6595" y="53342"/>
                        <a:pt x="12871" y="32500"/>
                        <a:pt x="19875" y="11878"/>
                      </a:cubicBezTo>
                      <a:cubicBezTo>
                        <a:pt x="79078" y="-4635"/>
                        <a:pt x="141762" y="-3917"/>
                        <a:pt x="200571" y="13949"/>
                      </a:cubicBezTo>
                      <a:lnTo>
                        <a:pt x="201759" y="13983"/>
                      </a:lnTo>
                      <a:cubicBezTo>
                        <a:pt x="201679" y="16589"/>
                        <a:pt x="201217" y="19170"/>
                        <a:pt x="200386" y="21641"/>
                      </a:cubicBezTo>
                      <a:cubicBezTo>
                        <a:pt x="196092" y="34599"/>
                        <a:pt x="182452" y="41761"/>
                        <a:pt x="169783" y="46944"/>
                      </a:cubicBezTo>
                      <a:cubicBezTo>
                        <a:pt x="115927" y="69010"/>
                        <a:pt x="58198" y="80067"/>
                        <a:pt x="0" y="79461"/>
                      </a:cubicBezTo>
                      <a:lnTo>
                        <a:pt x="783" y="75335"/>
                      </a:lnTo>
                      <a:cubicBezTo>
                        <a:pt x="853" y="74997"/>
                        <a:pt x="975" y="74742"/>
                        <a:pt x="1045" y="744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2" name="Google Shape;1372;p21"/>
                <p:cNvSpPr/>
                <p:nvPr/>
              </p:nvSpPr>
              <p:spPr>
                <a:xfrm>
                  <a:off x="-286470" y="4456966"/>
                  <a:ext cx="181485" cy="458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68" h="267131" extrusionOk="0">
                      <a:moveTo>
                        <a:pt x="37011" y="1908"/>
                      </a:moveTo>
                      <a:cubicBezTo>
                        <a:pt x="69605" y="65793"/>
                        <a:pt x="92256" y="134279"/>
                        <a:pt x="104180" y="205001"/>
                      </a:cubicBezTo>
                      <a:cubicBezTo>
                        <a:pt x="104694" y="204896"/>
                        <a:pt x="105155" y="204710"/>
                        <a:pt x="105668" y="204605"/>
                      </a:cubicBezTo>
                      <a:cubicBezTo>
                        <a:pt x="98663" y="225226"/>
                        <a:pt x="92387" y="246068"/>
                        <a:pt x="86838" y="267131"/>
                      </a:cubicBezTo>
                      <a:cubicBezTo>
                        <a:pt x="75140" y="247564"/>
                        <a:pt x="63495" y="228077"/>
                        <a:pt x="51796" y="208509"/>
                      </a:cubicBezTo>
                      <a:cubicBezTo>
                        <a:pt x="26009" y="165295"/>
                        <a:pt x="-638" y="119092"/>
                        <a:pt x="12" y="68691"/>
                      </a:cubicBezTo>
                      <a:cubicBezTo>
                        <a:pt x="368" y="44868"/>
                        <a:pt x="8117" y="19621"/>
                        <a:pt x="27108" y="5273"/>
                      </a:cubicBezTo>
                      <a:cubicBezTo>
                        <a:pt x="29934" y="3140"/>
                        <a:pt x="33016" y="1369"/>
                        <a:pt x="362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3" name="Google Shape;1373;p21"/>
                <p:cNvSpPr/>
                <p:nvPr/>
              </p:nvSpPr>
              <p:spPr>
                <a:xfrm>
                  <a:off x="-224163" y="4118728"/>
                  <a:ext cx="230877" cy="69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26" h="401947" extrusionOk="0">
                      <a:moveTo>
                        <a:pt x="133048" y="251018"/>
                      </a:moveTo>
                      <a:cubicBezTo>
                        <a:pt x="133480" y="250967"/>
                        <a:pt x="133993" y="250862"/>
                        <a:pt x="134426" y="250811"/>
                      </a:cubicBezTo>
                      <a:cubicBezTo>
                        <a:pt x="108656" y="299193"/>
                        <a:pt x="86903" y="349609"/>
                        <a:pt x="69388" y="401552"/>
                      </a:cubicBezTo>
                      <a:cubicBezTo>
                        <a:pt x="68874" y="401657"/>
                        <a:pt x="68413" y="401843"/>
                        <a:pt x="67900" y="401948"/>
                      </a:cubicBezTo>
                      <a:cubicBezTo>
                        <a:pt x="55975" y="331227"/>
                        <a:pt x="33325" y="262740"/>
                        <a:pt x="731" y="198855"/>
                      </a:cubicBezTo>
                      <a:lnTo>
                        <a:pt x="0" y="196947"/>
                      </a:lnTo>
                      <a:cubicBezTo>
                        <a:pt x="18748" y="188874"/>
                        <a:pt x="43237" y="192812"/>
                        <a:pt x="53545" y="210265"/>
                      </a:cubicBezTo>
                      <a:cubicBezTo>
                        <a:pt x="44823" y="138905"/>
                        <a:pt x="54587" y="66501"/>
                        <a:pt x="81900" y="0"/>
                      </a:cubicBezTo>
                      <a:cubicBezTo>
                        <a:pt x="120498" y="76788"/>
                        <a:pt x="127163" y="165249"/>
                        <a:pt x="133048" y="2510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4" name="Google Shape;1374;p21"/>
                <p:cNvSpPr/>
                <p:nvPr/>
              </p:nvSpPr>
              <p:spPr>
                <a:xfrm>
                  <a:off x="-83506" y="3969226"/>
                  <a:ext cx="243710" cy="580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98" h="338069" extrusionOk="0">
                      <a:moveTo>
                        <a:pt x="137415" y="202611"/>
                      </a:moveTo>
                      <a:cubicBezTo>
                        <a:pt x="137780" y="202546"/>
                        <a:pt x="138227" y="202428"/>
                        <a:pt x="138591" y="202363"/>
                      </a:cubicBezTo>
                      <a:cubicBezTo>
                        <a:pt x="106381" y="245194"/>
                        <a:pt x="77603" y="290501"/>
                        <a:pt x="52526" y="337863"/>
                      </a:cubicBezTo>
                      <a:cubicBezTo>
                        <a:pt x="52093" y="337914"/>
                        <a:pt x="51579" y="338019"/>
                        <a:pt x="51147" y="338070"/>
                      </a:cubicBezTo>
                      <a:cubicBezTo>
                        <a:pt x="45262" y="252300"/>
                        <a:pt x="38597" y="163839"/>
                        <a:pt x="0" y="87052"/>
                      </a:cubicBezTo>
                      <a:cubicBezTo>
                        <a:pt x="1701" y="82905"/>
                        <a:pt x="3455" y="78840"/>
                        <a:pt x="5276" y="74788"/>
                      </a:cubicBezTo>
                      <a:cubicBezTo>
                        <a:pt x="12000" y="59942"/>
                        <a:pt x="23704" y="43104"/>
                        <a:pt x="39930" y="45193"/>
                      </a:cubicBezTo>
                      <a:cubicBezTo>
                        <a:pt x="46910" y="46633"/>
                        <a:pt x="53289" y="50157"/>
                        <a:pt x="58223" y="55300"/>
                      </a:cubicBezTo>
                      <a:cubicBezTo>
                        <a:pt x="72549" y="68235"/>
                        <a:pt x="84103" y="83942"/>
                        <a:pt x="92185" y="101470"/>
                      </a:cubicBezTo>
                      <a:cubicBezTo>
                        <a:pt x="94985" y="65396"/>
                        <a:pt x="106579" y="30558"/>
                        <a:pt x="125953" y="0"/>
                      </a:cubicBezTo>
                      <a:lnTo>
                        <a:pt x="127445" y="941"/>
                      </a:lnTo>
                      <a:cubicBezTo>
                        <a:pt x="142415" y="67081"/>
                        <a:pt x="145788" y="135317"/>
                        <a:pt x="137415" y="2026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5" name="Google Shape;1375;p21"/>
                <p:cNvSpPr/>
                <p:nvPr/>
              </p:nvSpPr>
              <p:spPr>
                <a:xfrm>
                  <a:off x="132806" y="3869088"/>
                  <a:ext cx="199453" cy="44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30" h="260918" extrusionOk="0">
                      <a:moveTo>
                        <a:pt x="103348" y="58165"/>
                      </a:moveTo>
                      <a:cubicBezTo>
                        <a:pt x="107092" y="55354"/>
                        <a:pt x="110957" y="52639"/>
                        <a:pt x="114914" y="50153"/>
                      </a:cubicBezTo>
                      <a:lnTo>
                        <a:pt x="116130" y="52092"/>
                      </a:lnTo>
                      <a:cubicBezTo>
                        <a:pt x="114036" y="90106"/>
                        <a:pt x="106217" y="127587"/>
                        <a:pt x="92937" y="163267"/>
                      </a:cubicBezTo>
                      <a:cubicBezTo>
                        <a:pt x="94114" y="163018"/>
                        <a:pt x="95222" y="162755"/>
                        <a:pt x="96412" y="162439"/>
                      </a:cubicBezTo>
                      <a:cubicBezTo>
                        <a:pt x="66452" y="193391"/>
                        <a:pt x="38472" y="226200"/>
                        <a:pt x="12638" y="260670"/>
                      </a:cubicBezTo>
                      <a:cubicBezTo>
                        <a:pt x="12274" y="260735"/>
                        <a:pt x="11828" y="260853"/>
                        <a:pt x="11462" y="260918"/>
                      </a:cubicBezTo>
                      <a:cubicBezTo>
                        <a:pt x="19835" y="193625"/>
                        <a:pt x="16462" y="125388"/>
                        <a:pt x="1492" y="59248"/>
                      </a:cubicBezTo>
                      <a:lnTo>
                        <a:pt x="0" y="58307"/>
                      </a:lnTo>
                      <a:cubicBezTo>
                        <a:pt x="9497" y="43189"/>
                        <a:pt x="20842" y="29314"/>
                        <a:pt x="33771" y="17003"/>
                      </a:cubicBezTo>
                      <a:cubicBezTo>
                        <a:pt x="43496" y="7697"/>
                        <a:pt x="55661" y="-1174"/>
                        <a:pt x="69098" y="128"/>
                      </a:cubicBezTo>
                      <a:cubicBezTo>
                        <a:pt x="81425" y="2256"/>
                        <a:pt x="91754" y="10649"/>
                        <a:pt x="96358" y="22280"/>
                      </a:cubicBezTo>
                      <a:cubicBezTo>
                        <a:pt x="100767" y="33741"/>
                        <a:pt x="103134" y="45886"/>
                        <a:pt x="103348" y="581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6" name="Google Shape;1376;p21"/>
                <p:cNvSpPr/>
                <p:nvPr/>
              </p:nvSpPr>
              <p:spPr>
                <a:xfrm>
                  <a:off x="292414" y="3893575"/>
                  <a:ext cx="188849" cy="25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56" h="149010" extrusionOk="0">
                      <a:moveTo>
                        <a:pt x="109520" y="14"/>
                      </a:moveTo>
                      <a:cubicBezTo>
                        <a:pt x="111717" y="23350"/>
                        <a:pt x="105569" y="46709"/>
                        <a:pt x="92167" y="65938"/>
                      </a:cubicBezTo>
                      <a:cubicBezTo>
                        <a:pt x="92680" y="65834"/>
                        <a:pt x="93261" y="65743"/>
                        <a:pt x="93775" y="65638"/>
                      </a:cubicBezTo>
                      <a:cubicBezTo>
                        <a:pt x="62022" y="91288"/>
                        <a:pt x="31866" y="118854"/>
                        <a:pt x="3475" y="148182"/>
                      </a:cubicBezTo>
                      <a:cubicBezTo>
                        <a:pt x="2285" y="148498"/>
                        <a:pt x="1176" y="148761"/>
                        <a:pt x="0" y="149010"/>
                      </a:cubicBezTo>
                      <a:cubicBezTo>
                        <a:pt x="13279" y="113329"/>
                        <a:pt x="21098" y="75849"/>
                        <a:pt x="23193" y="37835"/>
                      </a:cubicBezTo>
                      <a:lnTo>
                        <a:pt x="21978" y="35896"/>
                      </a:lnTo>
                      <a:cubicBezTo>
                        <a:pt x="45356" y="20407"/>
                        <a:pt x="71216" y="9041"/>
                        <a:pt x="98436" y="2291"/>
                      </a:cubicBezTo>
                      <a:cubicBezTo>
                        <a:pt x="101992" y="1410"/>
                        <a:pt x="105736" y="638"/>
                        <a:pt x="1094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7" name="Google Shape;1377;p21"/>
                <p:cNvSpPr/>
                <p:nvPr/>
              </p:nvSpPr>
              <p:spPr>
                <a:xfrm>
                  <a:off x="450701" y="3890690"/>
                  <a:ext cx="125742" cy="116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2" h="67617" extrusionOk="0">
                      <a:moveTo>
                        <a:pt x="73213" y="11976"/>
                      </a:moveTo>
                      <a:lnTo>
                        <a:pt x="71312" y="15730"/>
                      </a:lnTo>
                      <a:cubicBezTo>
                        <a:pt x="47315" y="31855"/>
                        <a:pt x="23999" y="49104"/>
                        <a:pt x="1608" y="67318"/>
                      </a:cubicBezTo>
                      <a:cubicBezTo>
                        <a:pt x="1095" y="67422"/>
                        <a:pt x="514" y="67513"/>
                        <a:pt x="0" y="67618"/>
                      </a:cubicBezTo>
                      <a:cubicBezTo>
                        <a:pt x="13402" y="48388"/>
                        <a:pt x="19551" y="25029"/>
                        <a:pt x="17353" y="1693"/>
                      </a:cubicBezTo>
                      <a:cubicBezTo>
                        <a:pt x="37178" y="-1728"/>
                        <a:pt x="58270" y="-742"/>
                        <a:pt x="73213" y="119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8" name="Google Shape;1378;p21"/>
                <p:cNvSpPr/>
                <p:nvPr/>
              </p:nvSpPr>
              <p:spPr>
                <a:xfrm>
                  <a:off x="453463" y="3911257"/>
                  <a:ext cx="151252" cy="101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65" h="59064" extrusionOk="0">
                      <a:moveTo>
                        <a:pt x="69704" y="3754"/>
                      </a:moveTo>
                      <a:lnTo>
                        <a:pt x="71605" y="0"/>
                      </a:lnTo>
                      <a:cubicBezTo>
                        <a:pt x="87902" y="13982"/>
                        <a:pt x="91270" y="38153"/>
                        <a:pt x="85330" y="59065"/>
                      </a:cubicBezTo>
                      <a:lnTo>
                        <a:pt x="78701" y="57132"/>
                      </a:lnTo>
                      <a:cubicBezTo>
                        <a:pt x="52916" y="50773"/>
                        <a:pt x="26048" y="50162"/>
                        <a:pt x="0" y="55342"/>
                      </a:cubicBezTo>
                      <a:cubicBezTo>
                        <a:pt x="22391" y="37128"/>
                        <a:pt x="45707" y="19879"/>
                        <a:pt x="69704" y="37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9" name="Google Shape;1379;p21"/>
                <p:cNvSpPr/>
                <p:nvPr/>
              </p:nvSpPr>
              <p:spPr>
                <a:xfrm>
                  <a:off x="154510" y="4122614"/>
                  <a:ext cx="487293" cy="246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22" h="143612" extrusionOk="0">
                      <a:moveTo>
                        <a:pt x="83774" y="14817"/>
                      </a:moveTo>
                      <a:cubicBezTo>
                        <a:pt x="123100" y="5798"/>
                        <a:pt x="163288" y="-2974"/>
                        <a:pt x="203450" y="971"/>
                      </a:cubicBezTo>
                      <a:lnTo>
                        <a:pt x="206685" y="1640"/>
                      </a:lnTo>
                      <a:cubicBezTo>
                        <a:pt x="206250" y="2041"/>
                        <a:pt x="205830" y="2377"/>
                        <a:pt x="205395" y="2778"/>
                      </a:cubicBezTo>
                      <a:cubicBezTo>
                        <a:pt x="207178" y="2655"/>
                        <a:pt x="208961" y="2532"/>
                        <a:pt x="210783" y="2556"/>
                      </a:cubicBezTo>
                      <a:cubicBezTo>
                        <a:pt x="233077" y="2515"/>
                        <a:pt x="254347" y="11917"/>
                        <a:pt x="269322" y="28434"/>
                      </a:cubicBezTo>
                      <a:cubicBezTo>
                        <a:pt x="279656" y="39110"/>
                        <a:pt x="284838" y="53750"/>
                        <a:pt x="283521" y="68550"/>
                      </a:cubicBezTo>
                      <a:cubicBezTo>
                        <a:pt x="281248" y="83964"/>
                        <a:pt x="269709" y="96268"/>
                        <a:pt x="257899" y="106478"/>
                      </a:cubicBezTo>
                      <a:cubicBezTo>
                        <a:pt x="241187" y="120928"/>
                        <a:pt x="222855" y="133389"/>
                        <a:pt x="203271" y="143612"/>
                      </a:cubicBezTo>
                      <a:lnTo>
                        <a:pt x="201818" y="140782"/>
                      </a:lnTo>
                      <a:cubicBezTo>
                        <a:pt x="140209" y="107142"/>
                        <a:pt x="68399" y="97274"/>
                        <a:pt x="0" y="113049"/>
                      </a:cubicBezTo>
                      <a:cubicBezTo>
                        <a:pt x="25834" y="78578"/>
                        <a:pt x="53814" y="45769"/>
                        <a:pt x="83774" y="1481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0" name="Google Shape;1380;p21"/>
                <p:cNvSpPr/>
                <p:nvPr/>
              </p:nvSpPr>
              <p:spPr>
                <a:xfrm>
                  <a:off x="298382" y="4000327"/>
                  <a:ext cx="301643" cy="147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29" h="86022" extrusionOk="0">
                      <a:moveTo>
                        <a:pt x="169001" y="5269"/>
                      </a:moveTo>
                      <a:lnTo>
                        <a:pt x="175630" y="7202"/>
                      </a:lnTo>
                      <a:cubicBezTo>
                        <a:pt x="174600" y="10873"/>
                        <a:pt x="173272" y="14454"/>
                        <a:pt x="171659" y="17908"/>
                      </a:cubicBezTo>
                      <a:cubicBezTo>
                        <a:pt x="161202" y="40276"/>
                        <a:pt x="141940" y="56958"/>
                        <a:pt x="122911" y="72845"/>
                      </a:cubicBezTo>
                      <a:lnTo>
                        <a:pt x="119676" y="72176"/>
                      </a:lnTo>
                      <a:cubicBezTo>
                        <a:pt x="79515" y="68231"/>
                        <a:pt x="39327" y="77003"/>
                        <a:pt x="0" y="86022"/>
                      </a:cubicBezTo>
                      <a:cubicBezTo>
                        <a:pt x="28391" y="56694"/>
                        <a:pt x="58547" y="29128"/>
                        <a:pt x="90300" y="3479"/>
                      </a:cubicBezTo>
                      <a:cubicBezTo>
                        <a:pt x="116348" y="-1701"/>
                        <a:pt x="143216" y="-1090"/>
                        <a:pt x="169001" y="5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1" name="Google Shape;1381;p21"/>
                <p:cNvSpPr/>
                <p:nvPr/>
              </p:nvSpPr>
              <p:spPr>
                <a:xfrm>
                  <a:off x="6700" y="4304169"/>
                  <a:ext cx="496935" cy="312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36" h="181996" extrusionOk="0">
                      <a:moveTo>
                        <a:pt x="86066" y="7333"/>
                      </a:moveTo>
                      <a:cubicBezTo>
                        <a:pt x="154465" y="-8441"/>
                        <a:pt x="226275" y="1427"/>
                        <a:pt x="287884" y="35066"/>
                      </a:cubicBezTo>
                      <a:lnTo>
                        <a:pt x="289337" y="37897"/>
                      </a:lnTo>
                      <a:cubicBezTo>
                        <a:pt x="256979" y="54910"/>
                        <a:pt x="221683" y="65621"/>
                        <a:pt x="185327" y="69461"/>
                      </a:cubicBezTo>
                      <a:cubicBezTo>
                        <a:pt x="208714" y="77760"/>
                        <a:pt x="231251" y="88280"/>
                        <a:pt x="252633" y="100875"/>
                      </a:cubicBezTo>
                      <a:cubicBezTo>
                        <a:pt x="265663" y="108559"/>
                        <a:pt x="279355" y="118488"/>
                        <a:pt x="282620" y="133291"/>
                      </a:cubicBezTo>
                      <a:cubicBezTo>
                        <a:pt x="286923" y="152595"/>
                        <a:pt x="272073" y="169696"/>
                        <a:pt x="255754" y="181997"/>
                      </a:cubicBezTo>
                      <a:lnTo>
                        <a:pt x="254536" y="180409"/>
                      </a:lnTo>
                      <a:cubicBezTo>
                        <a:pt x="175302" y="142893"/>
                        <a:pt x="86694" y="129812"/>
                        <a:pt x="0" y="142833"/>
                      </a:cubicBezTo>
                      <a:cubicBezTo>
                        <a:pt x="25077" y="95471"/>
                        <a:pt x="53855" y="50164"/>
                        <a:pt x="86066" y="73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2" name="Google Shape;1382;p21"/>
                <p:cNvSpPr/>
                <p:nvPr/>
              </p:nvSpPr>
              <p:spPr>
                <a:xfrm>
                  <a:off x="-104998" y="4541060"/>
                  <a:ext cx="550960" cy="27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792" h="157743" extrusionOk="0">
                      <a:moveTo>
                        <a:pt x="314446" y="48583"/>
                      </a:moveTo>
                      <a:cubicBezTo>
                        <a:pt x="263821" y="82376"/>
                        <a:pt x="206337" y="104530"/>
                        <a:pt x="146128" y="113453"/>
                      </a:cubicBezTo>
                      <a:cubicBezTo>
                        <a:pt x="162975" y="123753"/>
                        <a:pt x="182272" y="139549"/>
                        <a:pt x="181884" y="157743"/>
                      </a:cubicBezTo>
                      <a:lnTo>
                        <a:pt x="180696" y="157709"/>
                      </a:lnTo>
                      <a:cubicBezTo>
                        <a:pt x="121887" y="139844"/>
                        <a:pt x="59203" y="139125"/>
                        <a:pt x="0" y="155639"/>
                      </a:cubicBezTo>
                      <a:cubicBezTo>
                        <a:pt x="17515" y="103696"/>
                        <a:pt x="39268" y="53279"/>
                        <a:pt x="65039" y="4898"/>
                      </a:cubicBezTo>
                      <a:cubicBezTo>
                        <a:pt x="151733" y="-8123"/>
                        <a:pt x="240341" y="4958"/>
                        <a:pt x="319574" y="42474"/>
                      </a:cubicBezTo>
                      <a:lnTo>
                        <a:pt x="320793" y="44061"/>
                      </a:lnTo>
                      <a:cubicBezTo>
                        <a:pt x="318703" y="45668"/>
                        <a:pt x="316561" y="47193"/>
                        <a:pt x="314446" y="485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83" name="Google Shape;1383;p21"/>
              <p:cNvSpPr/>
              <p:nvPr/>
            </p:nvSpPr>
            <p:spPr>
              <a:xfrm>
                <a:off x="-294374" y="3862138"/>
                <a:ext cx="944503" cy="1068886"/>
              </a:xfrm>
              <a:custGeom>
                <a:avLst/>
                <a:gdLst/>
                <a:ahLst/>
                <a:cxnLst/>
                <a:rect l="l" t="t" r="r" b="b"/>
                <a:pathLst>
                  <a:path w="549929" h="622350" extrusionOk="0">
                    <a:moveTo>
                      <a:pt x="538841" y="182607"/>
                    </a:moveTo>
                    <a:cubicBezTo>
                      <a:pt x="524670" y="163792"/>
                      <a:pt x="503181" y="151875"/>
                      <a:pt x="479717" y="149819"/>
                    </a:cubicBezTo>
                    <a:cubicBezTo>
                      <a:pt x="498340" y="133741"/>
                      <a:pt x="516540" y="115771"/>
                      <a:pt x="524408" y="92080"/>
                    </a:cubicBezTo>
                    <a:cubicBezTo>
                      <a:pt x="531856" y="69654"/>
                      <a:pt x="529066" y="41554"/>
                      <a:pt x="510187" y="25476"/>
                    </a:cubicBezTo>
                    <a:cubicBezTo>
                      <a:pt x="489717" y="8045"/>
                      <a:pt x="459931" y="11029"/>
                      <a:pt x="435752" y="17375"/>
                    </a:cubicBezTo>
                    <a:cubicBezTo>
                      <a:pt x="407023" y="25034"/>
                      <a:pt x="379869" y="37699"/>
                      <a:pt x="355539" y="54790"/>
                    </a:cubicBezTo>
                    <a:cubicBezTo>
                      <a:pt x="353468" y="34386"/>
                      <a:pt x="348404" y="11853"/>
                      <a:pt x="327966" y="2766"/>
                    </a:cubicBezTo>
                    <a:cubicBezTo>
                      <a:pt x="305085" y="-7407"/>
                      <a:pt x="284122" y="12617"/>
                      <a:pt x="269835" y="28153"/>
                    </a:cubicBezTo>
                    <a:cubicBezTo>
                      <a:pt x="238775" y="62262"/>
                      <a:pt x="218800" y="104994"/>
                      <a:pt x="212549" y="150700"/>
                    </a:cubicBezTo>
                    <a:cubicBezTo>
                      <a:pt x="207031" y="141053"/>
                      <a:pt x="200454" y="132051"/>
                      <a:pt x="192941" y="123863"/>
                    </a:cubicBezTo>
                    <a:cubicBezTo>
                      <a:pt x="184502" y="114757"/>
                      <a:pt x="173603" y="103496"/>
                      <a:pt x="160192" y="103400"/>
                    </a:cubicBezTo>
                    <a:cubicBezTo>
                      <a:pt x="134256" y="103213"/>
                      <a:pt x="122917" y="137915"/>
                      <a:pt x="115512" y="157139"/>
                    </a:cubicBezTo>
                    <a:cubicBezTo>
                      <a:pt x="92297" y="218250"/>
                      <a:pt x="83468" y="283887"/>
                      <a:pt x="89709" y="348962"/>
                    </a:cubicBezTo>
                    <a:cubicBezTo>
                      <a:pt x="79176" y="339964"/>
                      <a:pt x="65072" y="336346"/>
                      <a:pt x="51508" y="339163"/>
                    </a:cubicBezTo>
                    <a:cubicBezTo>
                      <a:pt x="31431" y="343329"/>
                      <a:pt x="14949" y="357604"/>
                      <a:pt x="7958" y="376880"/>
                    </a:cubicBezTo>
                    <a:cubicBezTo>
                      <a:pt x="-12502" y="425840"/>
                      <a:pt x="10226" y="481530"/>
                      <a:pt x="34005" y="524792"/>
                    </a:cubicBezTo>
                    <a:cubicBezTo>
                      <a:pt x="50959" y="555636"/>
                      <a:pt x="69894" y="585456"/>
                      <a:pt x="88464" y="615343"/>
                    </a:cubicBezTo>
                    <a:lnTo>
                      <a:pt x="88553" y="615436"/>
                    </a:lnTo>
                    <a:cubicBezTo>
                      <a:pt x="87415" y="616117"/>
                      <a:pt x="86731" y="617358"/>
                      <a:pt x="86763" y="618684"/>
                    </a:cubicBezTo>
                    <a:cubicBezTo>
                      <a:pt x="86831" y="620644"/>
                      <a:pt x="88404" y="622217"/>
                      <a:pt x="90364" y="622285"/>
                    </a:cubicBezTo>
                    <a:cubicBezTo>
                      <a:pt x="147757" y="623288"/>
                      <a:pt x="204779" y="612893"/>
                      <a:pt x="258126" y="591701"/>
                    </a:cubicBezTo>
                    <a:cubicBezTo>
                      <a:pt x="275361" y="584789"/>
                      <a:pt x="296522" y="574437"/>
                      <a:pt x="296652" y="552854"/>
                    </a:cubicBezTo>
                    <a:cubicBezTo>
                      <a:pt x="296758" y="535010"/>
                      <a:pt x="282637" y="521266"/>
                      <a:pt x="268359" y="511190"/>
                    </a:cubicBezTo>
                    <a:cubicBezTo>
                      <a:pt x="299063" y="505810"/>
                      <a:pt x="329070" y="497021"/>
                      <a:pt x="357824" y="484986"/>
                    </a:cubicBezTo>
                    <a:cubicBezTo>
                      <a:pt x="386974" y="472690"/>
                      <a:pt x="418416" y="457480"/>
                      <a:pt x="442110" y="436093"/>
                    </a:cubicBezTo>
                    <a:cubicBezTo>
                      <a:pt x="462661" y="417544"/>
                      <a:pt x="471841" y="390170"/>
                      <a:pt x="449831" y="368583"/>
                    </a:cubicBezTo>
                    <a:cubicBezTo>
                      <a:pt x="438375" y="358561"/>
                      <a:pt x="425518" y="350263"/>
                      <a:pt x="411668" y="343950"/>
                    </a:cubicBezTo>
                    <a:cubicBezTo>
                      <a:pt x="401076" y="338457"/>
                      <a:pt x="390173" y="333624"/>
                      <a:pt x="379141" y="329095"/>
                    </a:cubicBezTo>
                    <a:cubicBezTo>
                      <a:pt x="435301" y="319841"/>
                      <a:pt x="487493" y="294258"/>
                      <a:pt x="529207" y="255535"/>
                    </a:cubicBezTo>
                    <a:cubicBezTo>
                      <a:pt x="539447" y="246652"/>
                      <a:pt x="546572" y="234722"/>
                      <a:pt x="549537" y="221494"/>
                    </a:cubicBezTo>
                    <a:cubicBezTo>
                      <a:pt x="551233" y="207628"/>
                      <a:pt x="547389" y="193654"/>
                      <a:pt x="538841" y="182607"/>
                    </a:cubicBezTo>
                    <a:close/>
                    <a:moveTo>
                      <a:pt x="465249" y="149385"/>
                    </a:moveTo>
                    <a:cubicBezTo>
                      <a:pt x="465117" y="149336"/>
                      <a:pt x="464983" y="149295"/>
                      <a:pt x="464846" y="149264"/>
                    </a:cubicBezTo>
                    <a:cubicBezTo>
                      <a:pt x="428856" y="145844"/>
                      <a:pt x="393064" y="152122"/>
                      <a:pt x="357942" y="159843"/>
                    </a:cubicBezTo>
                    <a:cubicBezTo>
                      <a:pt x="366010" y="151748"/>
                      <a:pt x="374165" y="143734"/>
                      <a:pt x="382510" y="135898"/>
                    </a:cubicBezTo>
                    <a:cubicBezTo>
                      <a:pt x="400915" y="118672"/>
                      <a:pt x="419959" y="102184"/>
                      <a:pt x="439641" y="86436"/>
                    </a:cubicBezTo>
                    <a:cubicBezTo>
                      <a:pt x="464106" y="82169"/>
                      <a:pt x="489185" y="82943"/>
                      <a:pt x="513340" y="88711"/>
                    </a:cubicBezTo>
                    <a:cubicBezTo>
                      <a:pt x="514053" y="88891"/>
                      <a:pt x="514808" y="88792"/>
                      <a:pt x="515450" y="88434"/>
                    </a:cubicBezTo>
                    <a:cubicBezTo>
                      <a:pt x="515060" y="89661"/>
                      <a:pt x="514758" y="90939"/>
                      <a:pt x="514304" y="92123"/>
                    </a:cubicBezTo>
                    <a:cubicBezTo>
                      <a:pt x="505145" y="115980"/>
                      <a:pt x="484380" y="133374"/>
                      <a:pt x="465249" y="149385"/>
                    </a:cubicBezTo>
                    <a:close/>
                    <a:moveTo>
                      <a:pt x="516785" y="84140"/>
                    </a:moveTo>
                    <a:cubicBezTo>
                      <a:pt x="516402" y="83452"/>
                      <a:pt x="515740" y="82964"/>
                      <a:pt x="514969" y="82800"/>
                    </a:cubicBezTo>
                    <a:cubicBezTo>
                      <a:pt x="493576" y="77564"/>
                      <a:pt x="471426" y="76159"/>
                      <a:pt x="449543" y="78648"/>
                    </a:cubicBezTo>
                    <a:cubicBezTo>
                      <a:pt x="468372" y="63904"/>
                      <a:pt x="487652" y="49729"/>
                      <a:pt x="507504" y="36360"/>
                    </a:cubicBezTo>
                    <a:cubicBezTo>
                      <a:pt x="507671" y="36248"/>
                      <a:pt x="507743" y="36094"/>
                      <a:pt x="507887" y="35972"/>
                    </a:cubicBezTo>
                    <a:cubicBezTo>
                      <a:pt x="518308" y="49716"/>
                      <a:pt x="521607" y="67581"/>
                      <a:pt x="516785" y="84141"/>
                    </a:cubicBezTo>
                    <a:close/>
                    <a:moveTo>
                      <a:pt x="500184" y="29001"/>
                    </a:moveTo>
                    <a:cubicBezTo>
                      <a:pt x="500465" y="29188"/>
                      <a:pt x="500659" y="29442"/>
                      <a:pt x="500933" y="29634"/>
                    </a:cubicBezTo>
                    <a:cubicBezTo>
                      <a:pt x="481916" y="42612"/>
                      <a:pt x="463385" y="56184"/>
                      <a:pt x="445341" y="70351"/>
                    </a:cubicBezTo>
                    <a:cubicBezTo>
                      <a:pt x="447935" y="64652"/>
                      <a:pt x="449981" y="58721"/>
                      <a:pt x="451451" y="52635"/>
                    </a:cubicBezTo>
                    <a:cubicBezTo>
                      <a:pt x="454219" y="42683"/>
                      <a:pt x="454843" y="32258"/>
                      <a:pt x="453284" y="22047"/>
                    </a:cubicBezTo>
                    <a:cubicBezTo>
                      <a:pt x="469233" y="18311"/>
                      <a:pt x="486006" y="20798"/>
                      <a:pt x="500184" y="29001"/>
                    </a:cubicBezTo>
                    <a:close/>
                    <a:moveTo>
                      <a:pt x="449376" y="22735"/>
                    </a:moveTo>
                    <a:cubicBezTo>
                      <a:pt x="449231" y="26665"/>
                      <a:pt x="449164" y="30599"/>
                      <a:pt x="448796" y="34527"/>
                    </a:cubicBezTo>
                    <a:cubicBezTo>
                      <a:pt x="448231" y="40340"/>
                      <a:pt x="447146" y="46090"/>
                      <a:pt x="445555" y="51710"/>
                    </a:cubicBezTo>
                    <a:cubicBezTo>
                      <a:pt x="442666" y="62188"/>
                      <a:pt x="438106" y="72133"/>
                      <a:pt x="432051" y="81160"/>
                    </a:cubicBezTo>
                    <a:cubicBezTo>
                      <a:pt x="403135" y="104680"/>
                      <a:pt x="375526" y="129764"/>
                      <a:pt x="349347" y="156298"/>
                    </a:cubicBezTo>
                    <a:cubicBezTo>
                      <a:pt x="354161" y="141508"/>
                      <a:pt x="358045" y="126431"/>
                      <a:pt x="360976" y="111155"/>
                    </a:cubicBezTo>
                    <a:cubicBezTo>
                      <a:pt x="362702" y="102133"/>
                      <a:pt x="364100" y="93057"/>
                      <a:pt x="365170" y="83926"/>
                    </a:cubicBezTo>
                    <a:cubicBezTo>
                      <a:pt x="366770" y="75170"/>
                      <a:pt x="367224" y="66244"/>
                      <a:pt x="366521" y="57371"/>
                    </a:cubicBezTo>
                    <a:cubicBezTo>
                      <a:pt x="385158" y="45139"/>
                      <a:pt x="405369" y="35495"/>
                      <a:pt x="426601" y="28702"/>
                    </a:cubicBezTo>
                    <a:cubicBezTo>
                      <a:pt x="434077" y="26294"/>
                      <a:pt x="441680" y="24301"/>
                      <a:pt x="449376" y="22735"/>
                    </a:cubicBezTo>
                    <a:close/>
                    <a:moveTo>
                      <a:pt x="312307" y="8421"/>
                    </a:moveTo>
                    <a:cubicBezTo>
                      <a:pt x="341079" y="5509"/>
                      <a:pt x="346397" y="41496"/>
                      <a:pt x="347987" y="62231"/>
                    </a:cubicBezTo>
                    <a:cubicBezTo>
                      <a:pt x="348199" y="65000"/>
                      <a:pt x="351438" y="67787"/>
                      <a:pt x="354167" y="65777"/>
                    </a:cubicBezTo>
                    <a:cubicBezTo>
                      <a:pt x="356900" y="63747"/>
                      <a:pt x="359787" y="61953"/>
                      <a:pt x="362598" y="60040"/>
                    </a:cubicBezTo>
                    <a:cubicBezTo>
                      <a:pt x="361134" y="67684"/>
                      <a:pt x="360125" y="75407"/>
                      <a:pt x="359576" y="83170"/>
                    </a:cubicBezTo>
                    <a:cubicBezTo>
                      <a:pt x="358217" y="92758"/>
                      <a:pt x="356496" y="102286"/>
                      <a:pt x="354415" y="111755"/>
                    </a:cubicBezTo>
                    <a:cubicBezTo>
                      <a:pt x="350275" y="130310"/>
                      <a:pt x="344813" y="148546"/>
                      <a:pt x="338072" y="166323"/>
                    </a:cubicBezTo>
                    <a:cubicBezTo>
                      <a:pt x="337927" y="166794"/>
                      <a:pt x="337906" y="167293"/>
                      <a:pt x="338009" y="167775"/>
                    </a:cubicBezTo>
                    <a:cubicBezTo>
                      <a:pt x="312166" y="194843"/>
                      <a:pt x="287828" y="223308"/>
                      <a:pt x="265104" y="253041"/>
                    </a:cubicBezTo>
                    <a:cubicBezTo>
                      <a:pt x="268212" y="222757"/>
                      <a:pt x="268955" y="192276"/>
                      <a:pt x="267325" y="161876"/>
                    </a:cubicBezTo>
                    <a:cubicBezTo>
                      <a:pt x="266421" y="145614"/>
                      <a:pt x="264823" y="129414"/>
                      <a:pt x="262532" y="113277"/>
                    </a:cubicBezTo>
                    <a:cubicBezTo>
                      <a:pt x="260938" y="96830"/>
                      <a:pt x="257391" y="80631"/>
                      <a:pt x="251965" y="65023"/>
                    </a:cubicBezTo>
                    <a:cubicBezTo>
                      <a:pt x="255408" y="59540"/>
                      <a:pt x="259012" y="54147"/>
                      <a:pt x="262948" y="48962"/>
                    </a:cubicBezTo>
                    <a:cubicBezTo>
                      <a:pt x="274410" y="33913"/>
                      <a:pt x="292068" y="10469"/>
                      <a:pt x="312307" y="8421"/>
                    </a:cubicBezTo>
                    <a:close/>
                    <a:moveTo>
                      <a:pt x="150716" y="113960"/>
                    </a:moveTo>
                    <a:cubicBezTo>
                      <a:pt x="165005" y="105738"/>
                      <a:pt x="178259" y="119659"/>
                      <a:pt x="187339" y="129466"/>
                    </a:cubicBezTo>
                    <a:cubicBezTo>
                      <a:pt x="197218" y="140274"/>
                      <a:pt x="205368" y="152545"/>
                      <a:pt x="211498" y="165843"/>
                    </a:cubicBezTo>
                    <a:cubicBezTo>
                      <a:pt x="213329" y="169739"/>
                      <a:pt x="218615" y="167371"/>
                      <a:pt x="218908" y="163836"/>
                    </a:cubicBezTo>
                    <a:cubicBezTo>
                      <a:pt x="221742" y="130269"/>
                      <a:pt x="232244" y="97801"/>
                      <a:pt x="249606" y="68933"/>
                    </a:cubicBezTo>
                    <a:cubicBezTo>
                      <a:pt x="250922" y="84068"/>
                      <a:pt x="254237" y="99093"/>
                      <a:pt x="256199" y="114134"/>
                    </a:cubicBezTo>
                    <a:cubicBezTo>
                      <a:pt x="258344" y="130588"/>
                      <a:pt x="259798" y="147116"/>
                      <a:pt x="260562" y="163719"/>
                    </a:cubicBezTo>
                    <a:cubicBezTo>
                      <a:pt x="262046" y="197375"/>
                      <a:pt x="260696" y="231096"/>
                      <a:pt x="256526" y="264526"/>
                    </a:cubicBezTo>
                    <a:cubicBezTo>
                      <a:pt x="226954" y="304296"/>
                      <a:pt x="200311" y="346162"/>
                      <a:pt x="176806" y="389794"/>
                    </a:cubicBezTo>
                    <a:cubicBezTo>
                      <a:pt x="174470" y="349754"/>
                      <a:pt x="170076" y="309861"/>
                      <a:pt x="163640" y="270272"/>
                    </a:cubicBezTo>
                    <a:cubicBezTo>
                      <a:pt x="156609" y="230323"/>
                      <a:pt x="146572" y="187947"/>
                      <a:pt x="125945" y="152472"/>
                    </a:cubicBezTo>
                    <a:cubicBezTo>
                      <a:pt x="127321" y="149100"/>
                      <a:pt x="128587" y="145685"/>
                      <a:pt x="130056" y="142352"/>
                    </a:cubicBezTo>
                    <a:cubicBezTo>
                      <a:pt x="133855" y="130986"/>
                      <a:pt x="141070" y="121071"/>
                      <a:pt x="150716" y="113961"/>
                    </a:cubicBezTo>
                    <a:close/>
                    <a:moveTo>
                      <a:pt x="91189" y="361591"/>
                    </a:moveTo>
                    <a:cubicBezTo>
                      <a:pt x="93026" y="364444"/>
                      <a:pt x="98745" y="363686"/>
                      <a:pt x="98251" y="359678"/>
                    </a:cubicBezTo>
                    <a:cubicBezTo>
                      <a:pt x="91146" y="301235"/>
                      <a:pt x="96478" y="241950"/>
                      <a:pt x="113899" y="185714"/>
                    </a:cubicBezTo>
                    <a:cubicBezTo>
                      <a:pt x="116904" y="175939"/>
                      <a:pt x="120425" y="166339"/>
                      <a:pt x="124175" y="156829"/>
                    </a:cubicBezTo>
                    <a:cubicBezTo>
                      <a:pt x="138878" y="193466"/>
                      <a:pt x="149936" y="231463"/>
                      <a:pt x="157188" y="270269"/>
                    </a:cubicBezTo>
                    <a:cubicBezTo>
                      <a:pt x="164455" y="313309"/>
                      <a:pt x="167107" y="356972"/>
                      <a:pt x="170397" y="400447"/>
                    </a:cubicBezTo>
                    <a:cubicBezTo>
                      <a:pt x="170426" y="400748"/>
                      <a:pt x="170493" y="401043"/>
                      <a:pt x="170598" y="401326"/>
                    </a:cubicBezTo>
                    <a:cubicBezTo>
                      <a:pt x="159940" y="421742"/>
                      <a:pt x="149946" y="442536"/>
                      <a:pt x="140617" y="463710"/>
                    </a:cubicBezTo>
                    <a:cubicBezTo>
                      <a:pt x="129618" y="488875"/>
                      <a:pt x="118973" y="514902"/>
                      <a:pt x="109903" y="541401"/>
                    </a:cubicBezTo>
                    <a:cubicBezTo>
                      <a:pt x="103908" y="508673"/>
                      <a:pt x="95632" y="476403"/>
                      <a:pt x="85137" y="444829"/>
                    </a:cubicBezTo>
                    <a:cubicBezTo>
                      <a:pt x="74934" y="411760"/>
                      <a:pt x="61171" y="379896"/>
                      <a:pt x="44089" y="349798"/>
                    </a:cubicBezTo>
                    <a:cubicBezTo>
                      <a:pt x="60637" y="343128"/>
                      <a:pt x="80670" y="345261"/>
                      <a:pt x="91189" y="361591"/>
                    </a:cubicBezTo>
                    <a:close/>
                    <a:moveTo>
                      <a:pt x="44791" y="526369"/>
                    </a:moveTo>
                    <a:cubicBezTo>
                      <a:pt x="29268" y="500779"/>
                      <a:pt x="18001" y="472840"/>
                      <a:pt x="11429" y="443640"/>
                    </a:cubicBezTo>
                    <a:cubicBezTo>
                      <a:pt x="6343" y="416689"/>
                      <a:pt x="7264" y="383892"/>
                      <a:pt x="26300" y="362148"/>
                    </a:cubicBezTo>
                    <a:cubicBezTo>
                      <a:pt x="30469" y="357466"/>
                      <a:pt x="35542" y="353678"/>
                      <a:pt x="41215" y="351010"/>
                    </a:cubicBezTo>
                    <a:cubicBezTo>
                      <a:pt x="54627" y="383274"/>
                      <a:pt x="69260" y="414732"/>
                      <a:pt x="80212" y="448010"/>
                    </a:cubicBezTo>
                    <a:cubicBezTo>
                      <a:pt x="91369" y="482035"/>
                      <a:pt x="99954" y="516851"/>
                      <a:pt x="105893" y="552163"/>
                    </a:cubicBezTo>
                    <a:cubicBezTo>
                      <a:pt x="105963" y="552342"/>
                      <a:pt x="106052" y="552514"/>
                      <a:pt x="106157" y="552676"/>
                    </a:cubicBezTo>
                    <a:cubicBezTo>
                      <a:pt x="100357" y="570513"/>
                      <a:pt x="95538" y="588654"/>
                      <a:pt x="91721" y="607017"/>
                    </a:cubicBezTo>
                    <a:cubicBezTo>
                      <a:pt x="76164" y="580088"/>
                      <a:pt x="60007" y="553487"/>
                      <a:pt x="44791" y="526369"/>
                    </a:cubicBezTo>
                    <a:close/>
                    <a:moveTo>
                      <a:pt x="285514" y="561441"/>
                    </a:moveTo>
                    <a:cubicBezTo>
                      <a:pt x="280436" y="570067"/>
                      <a:pt x="272460" y="576609"/>
                      <a:pt x="263007" y="579901"/>
                    </a:cubicBezTo>
                    <a:cubicBezTo>
                      <a:pt x="251925" y="584799"/>
                      <a:pt x="240576" y="589071"/>
                      <a:pt x="229014" y="592696"/>
                    </a:cubicBezTo>
                    <a:cubicBezTo>
                      <a:pt x="185612" y="606852"/>
                      <a:pt x="140300" y="614284"/>
                      <a:pt x="94650" y="614735"/>
                    </a:cubicBezTo>
                    <a:cubicBezTo>
                      <a:pt x="95047" y="613787"/>
                      <a:pt x="95000" y="612711"/>
                      <a:pt x="94523" y="611800"/>
                    </a:cubicBezTo>
                    <a:lnTo>
                      <a:pt x="94522" y="611802"/>
                    </a:lnTo>
                    <a:cubicBezTo>
                      <a:pt x="94247" y="611321"/>
                      <a:pt x="93958" y="610847"/>
                      <a:pt x="93682" y="610366"/>
                    </a:cubicBezTo>
                    <a:cubicBezTo>
                      <a:pt x="100229" y="591356"/>
                      <a:pt x="106526" y="572339"/>
                      <a:pt x="113030" y="553409"/>
                    </a:cubicBezTo>
                    <a:cubicBezTo>
                      <a:pt x="170208" y="538086"/>
                      <a:pt x="230467" y="538514"/>
                      <a:pt x="287422" y="554650"/>
                    </a:cubicBezTo>
                    <a:cubicBezTo>
                      <a:pt x="287150" y="557001"/>
                      <a:pt x="286506" y="559293"/>
                      <a:pt x="285514" y="561442"/>
                    </a:cubicBezTo>
                    <a:close/>
                    <a:moveTo>
                      <a:pt x="255172" y="504371"/>
                    </a:moveTo>
                    <a:cubicBezTo>
                      <a:pt x="251067" y="504990"/>
                      <a:pt x="251061" y="510823"/>
                      <a:pt x="254084" y="512696"/>
                    </a:cubicBezTo>
                    <a:cubicBezTo>
                      <a:pt x="266233" y="520222"/>
                      <a:pt x="285586" y="533651"/>
                      <a:pt x="287471" y="549616"/>
                    </a:cubicBezTo>
                    <a:cubicBezTo>
                      <a:pt x="231388" y="533230"/>
                      <a:pt x="171932" y="532226"/>
                      <a:pt x="115328" y="546709"/>
                    </a:cubicBezTo>
                    <a:cubicBezTo>
                      <a:pt x="123165" y="524147"/>
                      <a:pt x="131422" y="501735"/>
                      <a:pt x="140972" y="479649"/>
                    </a:cubicBezTo>
                    <a:cubicBezTo>
                      <a:pt x="152181" y="453725"/>
                      <a:pt x="164430" y="428343"/>
                      <a:pt x="177718" y="403503"/>
                    </a:cubicBezTo>
                    <a:cubicBezTo>
                      <a:pt x="241339" y="393931"/>
                      <a:pt x="306290" y="398569"/>
                      <a:pt x="367905" y="417084"/>
                    </a:cubicBezTo>
                    <a:cubicBezTo>
                      <a:pt x="387356" y="422955"/>
                      <a:pt x="405771" y="430874"/>
                      <a:pt x="424507" y="438510"/>
                    </a:cubicBezTo>
                    <a:cubicBezTo>
                      <a:pt x="422875" y="439696"/>
                      <a:pt x="421241" y="440839"/>
                      <a:pt x="419620" y="441904"/>
                    </a:cubicBezTo>
                    <a:cubicBezTo>
                      <a:pt x="369960" y="474360"/>
                      <a:pt x="313857" y="495671"/>
                      <a:pt x="255172" y="504371"/>
                    </a:cubicBezTo>
                    <a:close/>
                    <a:moveTo>
                      <a:pt x="441265" y="373101"/>
                    </a:moveTo>
                    <a:cubicBezTo>
                      <a:pt x="465657" y="394529"/>
                      <a:pt x="449391" y="418568"/>
                      <a:pt x="429485" y="434676"/>
                    </a:cubicBezTo>
                    <a:cubicBezTo>
                      <a:pt x="390069" y="414943"/>
                      <a:pt x="347566" y="402105"/>
                      <a:pt x="303817" y="396718"/>
                    </a:cubicBezTo>
                    <a:cubicBezTo>
                      <a:pt x="263384" y="390983"/>
                      <a:pt x="222364" y="390703"/>
                      <a:pt x="181857" y="395885"/>
                    </a:cubicBezTo>
                    <a:cubicBezTo>
                      <a:pt x="206110" y="351291"/>
                      <a:pt x="233611" y="308542"/>
                      <a:pt x="264138" y="267983"/>
                    </a:cubicBezTo>
                    <a:cubicBezTo>
                      <a:pt x="313638" y="256949"/>
                      <a:pt x="365187" y="259331"/>
                      <a:pt x="413458" y="274884"/>
                    </a:cubicBezTo>
                    <a:cubicBezTo>
                      <a:pt x="428639" y="280247"/>
                      <a:pt x="443538" y="286377"/>
                      <a:pt x="458098" y="293249"/>
                    </a:cubicBezTo>
                    <a:cubicBezTo>
                      <a:pt x="427584" y="308607"/>
                      <a:pt x="394564" y="318373"/>
                      <a:pt x="360605" y="322086"/>
                    </a:cubicBezTo>
                    <a:cubicBezTo>
                      <a:pt x="357965" y="322174"/>
                      <a:pt x="355896" y="324386"/>
                      <a:pt x="355984" y="327027"/>
                    </a:cubicBezTo>
                    <a:cubicBezTo>
                      <a:pt x="356052" y="329060"/>
                      <a:pt x="357398" y="330828"/>
                      <a:pt x="359340" y="331434"/>
                    </a:cubicBezTo>
                    <a:cubicBezTo>
                      <a:pt x="374534" y="336844"/>
                      <a:pt x="389386" y="343169"/>
                      <a:pt x="403816" y="350374"/>
                    </a:cubicBezTo>
                    <a:cubicBezTo>
                      <a:pt x="417200" y="356353"/>
                      <a:pt x="429781" y="363989"/>
                      <a:pt x="441264" y="373101"/>
                    </a:cubicBezTo>
                    <a:close/>
                    <a:moveTo>
                      <a:pt x="508414" y="260993"/>
                    </a:moveTo>
                    <a:cubicBezTo>
                      <a:pt x="494652" y="271943"/>
                      <a:pt x="479908" y="281599"/>
                      <a:pt x="464371" y="289839"/>
                    </a:cubicBezTo>
                    <a:cubicBezTo>
                      <a:pt x="435353" y="270494"/>
                      <a:pt x="397730" y="260749"/>
                      <a:pt x="363562" y="256192"/>
                    </a:cubicBezTo>
                    <a:cubicBezTo>
                      <a:pt x="332782" y="252136"/>
                      <a:pt x="301551" y="253048"/>
                      <a:pt x="271060" y="258893"/>
                    </a:cubicBezTo>
                    <a:cubicBezTo>
                      <a:pt x="295092" y="227683"/>
                      <a:pt x="320887" y="197871"/>
                      <a:pt x="348317" y="169602"/>
                    </a:cubicBezTo>
                    <a:cubicBezTo>
                      <a:pt x="385786" y="160920"/>
                      <a:pt x="423611" y="152904"/>
                      <a:pt x="462268" y="155864"/>
                    </a:cubicBezTo>
                    <a:cubicBezTo>
                      <a:pt x="462491" y="156651"/>
                      <a:pt x="462910" y="157368"/>
                      <a:pt x="463487" y="157947"/>
                    </a:cubicBezTo>
                    <a:cubicBezTo>
                      <a:pt x="464378" y="158801"/>
                      <a:pt x="465557" y="159289"/>
                      <a:pt x="466790" y="159315"/>
                    </a:cubicBezTo>
                    <a:cubicBezTo>
                      <a:pt x="493656" y="157158"/>
                      <a:pt x="519512" y="170036"/>
                      <a:pt x="533977" y="192777"/>
                    </a:cubicBezTo>
                    <a:cubicBezTo>
                      <a:pt x="550558" y="221233"/>
                      <a:pt x="529891" y="243638"/>
                      <a:pt x="508414" y="2609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4" name="Google Shape;1384;p21"/>
            <p:cNvGrpSpPr/>
            <p:nvPr/>
          </p:nvGrpSpPr>
          <p:grpSpPr>
            <a:xfrm rot="-1470108" flipH="1">
              <a:off x="-440803" y="3357516"/>
              <a:ext cx="1634908" cy="2272743"/>
              <a:chOff x="10848899" y="2916251"/>
              <a:chExt cx="1634995" cy="2272864"/>
            </a:xfrm>
          </p:grpSpPr>
          <p:sp>
            <p:nvSpPr>
              <p:cNvPr id="1385" name="Google Shape;1385;p21"/>
              <p:cNvSpPr/>
              <p:nvPr/>
            </p:nvSpPr>
            <p:spPr>
              <a:xfrm>
                <a:off x="11551987" y="3897671"/>
                <a:ext cx="141102" cy="64432"/>
              </a:xfrm>
              <a:custGeom>
                <a:avLst/>
                <a:gdLst/>
                <a:ahLst/>
                <a:cxnLst/>
                <a:rect l="l" t="t" r="r" b="b"/>
                <a:pathLst>
                  <a:path w="102620" h="46860" extrusionOk="0">
                    <a:moveTo>
                      <a:pt x="102811" y="46616"/>
                    </a:moveTo>
                    <a:cubicBezTo>
                      <a:pt x="101474" y="46644"/>
                      <a:pt x="100129" y="46761"/>
                      <a:pt x="98784" y="46877"/>
                    </a:cubicBezTo>
                    <a:cubicBezTo>
                      <a:pt x="66693" y="39122"/>
                      <a:pt x="34338" y="32671"/>
                      <a:pt x="1719" y="27522"/>
                    </a:cubicBezTo>
                    <a:lnTo>
                      <a:pt x="190" y="24510"/>
                    </a:lnTo>
                    <a:cubicBezTo>
                      <a:pt x="26611" y="11338"/>
                      <a:pt x="55195" y="3040"/>
                      <a:pt x="84566" y="16"/>
                    </a:cubicBezTo>
                    <a:lnTo>
                      <a:pt x="84692" y="1272"/>
                    </a:lnTo>
                    <a:cubicBezTo>
                      <a:pt x="84930" y="18102"/>
                      <a:pt x="91383" y="34251"/>
                      <a:pt x="102811" y="46616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1"/>
              <p:cNvSpPr/>
              <p:nvPr/>
            </p:nvSpPr>
            <p:spPr>
              <a:xfrm>
                <a:off x="11668049" y="3896077"/>
                <a:ext cx="148693" cy="100189"/>
              </a:xfrm>
              <a:custGeom>
                <a:avLst/>
                <a:gdLst/>
                <a:ahLst/>
                <a:cxnLst/>
                <a:rect l="l" t="t" r="r" b="b"/>
                <a:pathLst>
                  <a:path w="108140" h="72865" extrusionOk="0">
                    <a:moveTo>
                      <a:pt x="108331" y="71657"/>
                    </a:moveTo>
                    <a:cubicBezTo>
                      <a:pt x="106682" y="72095"/>
                      <a:pt x="105045" y="72444"/>
                      <a:pt x="103396" y="72882"/>
                    </a:cubicBezTo>
                    <a:cubicBezTo>
                      <a:pt x="74056" y="63570"/>
                      <a:pt x="44393" y="55288"/>
                      <a:pt x="14408" y="48036"/>
                    </a:cubicBezTo>
                    <a:cubicBezTo>
                      <a:pt x="15752" y="47920"/>
                      <a:pt x="17098" y="47804"/>
                      <a:pt x="18434" y="47775"/>
                    </a:cubicBezTo>
                    <a:cubicBezTo>
                      <a:pt x="7007" y="35410"/>
                      <a:pt x="555" y="19262"/>
                      <a:pt x="316" y="2432"/>
                    </a:cubicBezTo>
                    <a:lnTo>
                      <a:pt x="190" y="1175"/>
                    </a:lnTo>
                    <a:cubicBezTo>
                      <a:pt x="22345" y="-1151"/>
                      <a:pt x="44728" y="28"/>
                      <a:pt x="66515" y="4671"/>
                    </a:cubicBezTo>
                    <a:cubicBezTo>
                      <a:pt x="75633" y="29666"/>
                      <a:pt x="89876" y="52482"/>
                      <a:pt x="108331" y="71657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1"/>
              <p:cNvSpPr/>
              <p:nvPr/>
            </p:nvSpPr>
            <p:spPr>
              <a:xfrm>
                <a:off x="11759280" y="3902479"/>
                <a:ext cx="137727" cy="121539"/>
              </a:xfrm>
              <a:custGeom>
                <a:avLst/>
                <a:gdLst/>
                <a:ahLst/>
                <a:cxnLst/>
                <a:rect l="l" t="t" r="r" b="b"/>
                <a:pathLst>
                  <a:path w="100165" h="88392" extrusionOk="0">
                    <a:moveTo>
                      <a:pt x="100355" y="87807"/>
                    </a:moveTo>
                    <a:cubicBezTo>
                      <a:pt x="98649" y="87972"/>
                      <a:pt x="97030" y="88145"/>
                      <a:pt x="95402" y="88408"/>
                    </a:cubicBezTo>
                    <a:cubicBezTo>
                      <a:pt x="76131" y="81197"/>
                      <a:pt x="56688" y="74470"/>
                      <a:pt x="37072" y="68227"/>
                    </a:cubicBezTo>
                    <a:cubicBezTo>
                      <a:pt x="38720" y="67789"/>
                      <a:pt x="40358" y="67440"/>
                      <a:pt x="42006" y="67002"/>
                    </a:cubicBezTo>
                    <a:cubicBezTo>
                      <a:pt x="23551" y="47827"/>
                      <a:pt x="9308" y="25011"/>
                      <a:pt x="190" y="16"/>
                    </a:cubicBezTo>
                    <a:cubicBezTo>
                      <a:pt x="1408" y="241"/>
                      <a:pt x="2627" y="466"/>
                      <a:pt x="3835" y="778"/>
                    </a:cubicBezTo>
                    <a:cubicBezTo>
                      <a:pt x="31943" y="7421"/>
                      <a:pt x="58194" y="20303"/>
                      <a:pt x="80640" y="38468"/>
                    </a:cubicBezTo>
                    <a:cubicBezTo>
                      <a:pt x="78766" y="57143"/>
                      <a:pt x="86124" y="75557"/>
                      <a:pt x="100355" y="87807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1"/>
              <p:cNvSpPr/>
              <p:nvPr/>
            </p:nvSpPr>
            <p:spPr>
              <a:xfrm>
                <a:off x="11869547" y="3955370"/>
                <a:ext cx="66491" cy="86136"/>
              </a:xfrm>
              <a:custGeom>
                <a:avLst/>
                <a:gdLst/>
                <a:ahLst/>
                <a:cxnLst/>
                <a:rect l="l" t="t" r="r" b="b"/>
                <a:pathLst>
                  <a:path w="48357" h="62644" extrusionOk="0">
                    <a:moveTo>
                      <a:pt x="48547" y="61130"/>
                    </a:moveTo>
                    <a:lnTo>
                      <a:pt x="47932" y="62660"/>
                    </a:lnTo>
                    <a:cubicBezTo>
                      <a:pt x="37142" y="58259"/>
                      <a:pt x="26244" y="54025"/>
                      <a:pt x="15239" y="49956"/>
                    </a:cubicBezTo>
                    <a:cubicBezTo>
                      <a:pt x="16868" y="49693"/>
                      <a:pt x="18486" y="49520"/>
                      <a:pt x="20193" y="49355"/>
                    </a:cubicBezTo>
                    <a:cubicBezTo>
                      <a:pt x="5962" y="37106"/>
                      <a:pt x="-1396" y="18691"/>
                      <a:pt x="478" y="16"/>
                    </a:cubicBezTo>
                    <a:cubicBezTo>
                      <a:pt x="20977" y="16436"/>
                      <a:pt x="37423" y="37346"/>
                      <a:pt x="48548" y="61130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21"/>
              <p:cNvSpPr/>
              <p:nvPr/>
            </p:nvSpPr>
            <p:spPr>
              <a:xfrm>
                <a:off x="11942472" y="3230333"/>
                <a:ext cx="114243" cy="196263"/>
              </a:xfrm>
              <a:custGeom>
                <a:avLst/>
                <a:gdLst/>
                <a:ahLst/>
                <a:cxnLst/>
                <a:rect l="l" t="t" r="r" b="b"/>
                <a:pathLst>
                  <a:path w="83086" h="142737" extrusionOk="0">
                    <a:moveTo>
                      <a:pt x="83277" y="54286"/>
                    </a:moveTo>
                    <a:cubicBezTo>
                      <a:pt x="83237" y="67076"/>
                      <a:pt x="82137" y="79839"/>
                      <a:pt x="79989" y="92447"/>
                    </a:cubicBezTo>
                    <a:lnTo>
                      <a:pt x="79550" y="92398"/>
                    </a:lnTo>
                    <a:cubicBezTo>
                      <a:pt x="49368" y="102433"/>
                      <a:pt x="22116" y="119725"/>
                      <a:pt x="190" y="142753"/>
                    </a:cubicBezTo>
                    <a:cubicBezTo>
                      <a:pt x="5717" y="109992"/>
                      <a:pt x="12374" y="77444"/>
                      <a:pt x="20163" y="45112"/>
                    </a:cubicBezTo>
                    <a:cubicBezTo>
                      <a:pt x="33894" y="25690"/>
                      <a:pt x="52613" y="10330"/>
                      <a:pt x="74347" y="647"/>
                    </a:cubicBezTo>
                    <a:lnTo>
                      <a:pt x="77438" y="16"/>
                    </a:lnTo>
                    <a:cubicBezTo>
                      <a:pt x="81188" y="17866"/>
                      <a:pt x="83144" y="36047"/>
                      <a:pt x="83277" y="542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21"/>
              <p:cNvSpPr/>
              <p:nvPr/>
            </p:nvSpPr>
            <p:spPr>
              <a:xfrm>
                <a:off x="11969945" y="3123400"/>
                <a:ext cx="78752" cy="168899"/>
              </a:xfrm>
              <a:custGeom>
                <a:avLst/>
                <a:gdLst/>
                <a:ahLst/>
                <a:cxnLst/>
                <a:rect l="l" t="t" r="r" b="b"/>
                <a:pathLst>
                  <a:path w="57274" h="122836" extrusionOk="0">
                    <a:moveTo>
                      <a:pt x="35416" y="16"/>
                    </a:moveTo>
                    <a:cubicBezTo>
                      <a:pt x="44227" y="25493"/>
                      <a:pt x="51588" y="51448"/>
                      <a:pt x="57465" y="77756"/>
                    </a:cubicBezTo>
                    <a:lnTo>
                      <a:pt x="54374" y="78388"/>
                    </a:lnTo>
                    <a:cubicBezTo>
                      <a:pt x="32640" y="88070"/>
                      <a:pt x="13921" y="103431"/>
                      <a:pt x="190" y="122852"/>
                    </a:cubicBezTo>
                    <a:cubicBezTo>
                      <a:pt x="10061" y="81432"/>
                      <a:pt x="21741" y="40509"/>
                      <a:pt x="35231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21"/>
              <p:cNvSpPr/>
              <p:nvPr/>
            </p:nvSpPr>
            <p:spPr>
              <a:xfrm>
                <a:off x="11927648" y="3357408"/>
                <a:ext cx="124541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5" h="125319" extrusionOk="0">
                    <a:moveTo>
                      <a:pt x="90326" y="16"/>
                    </a:moveTo>
                    <a:lnTo>
                      <a:pt x="90765" y="64"/>
                    </a:lnTo>
                    <a:cubicBezTo>
                      <a:pt x="84449" y="34139"/>
                      <a:pt x="73043" y="67070"/>
                      <a:pt x="56928" y="97756"/>
                    </a:cubicBezTo>
                    <a:lnTo>
                      <a:pt x="56344" y="97425"/>
                    </a:lnTo>
                    <a:cubicBezTo>
                      <a:pt x="35410" y="101379"/>
                      <a:pt x="15976" y="111038"/>
                      <a:pt x="190" y="125335"/>
                    </a:cubicBezTo>
                    <a:cubicBezTo>
                      <a:pt x="3168" y="100278"/>
                      <a:pt x="6760" y="75290"/>
                      <a:pt x="10966" y="50370"/>
                    </a:cubicBezTo>
                    <a:cubicBezTo>
                      <a:pt x="32892" y="27342"/>
                      <a:pt x="60145" y="10051"/>
                      <a:pt x="90326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21"/>
              <p:cNvSpPr/>
              <p:nvPr/>
            </p:nvSpPr>
            <p:spPr>
              <a:xfrm>
                <a:off x="11605061" y="3484591"/>
                <a:ext cx="121648" cy="162162"/>
              </a:xfrm>
              <a:custGeom>
                <a:avLst/>
                <a:gdLst/>
                <a:ahLst/>
                <a:cxnLst/>
                <a:rect l="l" t="t" r="r" b="b"/>
                <a:pathLst>
                  <a:path w="88471" h="117936" extrusionOk="0">
                    <a:moveTo>
                      <a:pt x="76752" y="58388"/>
                    </a:moveTo>
                    <a:cubicBezTo>
                      <a:pt x="75509" y="78937"/>
                      <a:pt x="79611" y="99458"/>
                      <a:pt x="88661" y="117952"/>
                    </a:cubicBezTo>
                    <a:cubicBezTo>
                      <a:pt x="66392" y="103393"/>
                      <a:pt x="43615" y="89400"/>
                      <a:pt x="20487" y="76165"/>
                    </a:cubicBezTo>
                    <a:cubicBezTo>
                      <a:pt x="22096" y="76079"/>
                      <a:pt x="23617" y="75983"/>
                      <a:pt x="25215" y="75983"/>
                    </a:cubicBezTo>
                    <a:cubicBezTo>
                      <a:pt x="13002" y="53873"/>
                      <a:pt x="4545" y="29890"/>
                      <a:pt x="190" y="5012"/>
                    </a:cubicBezTo>
                    <a:lnTo>
                      <a:pt x="2347" y="16"/>
                    </a:lnTo>
                    <a:cubicBezTo>
                      <a:pt x="20625" y="7886"/>
                      <a:pt x="37565" y="18552"/>
                      <a:pt x="52559" y="31630"/>
                    </a:cubicBezTo>
                    <a:cubicBezTo>
                      <a:pt x="61653" y="39580"/>
                      <a:pt x="70071" y="48269"/>
                      <a:pt x="77728" y="576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21"/>
              <p:cNvSpPr/>
              <p:nvPr/>
            </p:nvSpPr>
            <p:spPr>
              <a:xfrm>
                <a:off x="11403252" y="3464953"/>
                <a:ext cx="236141" cy="124336"/>
              </a:xfrm>
              <a:custGeom>
                <a:avLst/>
                <a:gdLst/>
                <a:ahLst/>
                <a:cxnLst/>
                <a:rect l="l" t="t" r="r" b="b"/>
                <a:pathLst>
                  <a:path w="171739" h="90426" extrusionOk="0">
                    <a:moveTo>
                      <a:pt x="37650" y="3279"/>
                    </a:moveTo>
                    <a:cubicBezTo>
                      <a:pt x="54100" y="947"/>
                      <a:pt x="70702" y="-138"/>
                      <a:pt x="87315" y="33"/>
                    </a:cubicBezTo>
                    <a:cubicBezTo>
                      <a:pt x="108607" y="901"/>
                      <a:pt x="129548" y="5737"/>
                      <a:pt x="149061" y="14293"/>
                    </a:cubicBezTo>
                    <a:lnTo>
                      <a:pt x="146904" y="19289"/>
                    </a:lnTo>
                    <a:cubicBezTo>
                      <a:pt x="151259" y="44167"/>
                      <a:pt x="159716" y="68150"/>
                      <a:pt x="171929" y="90261"/>
                    </a:cubicBezTo>
                    <a:cubicBezTo>
                      <a:pt x="170331" y="90260"/>
                      <a:pt x="168810" y="90356"/>
                      <a:pt x="167201" y="90443"/>
                    </a:cubicBezTo>
                    <a:cubicBezTo>
                      <a:pt x="113427" y="59397"/>
                      <a:pt x="57642" y="31967"/>
                      <a:pt x="219" y="8333"/>
                    </a:cubicBezTo>
                    <a:lnTo>
                      <a:pt x="190" y="7798"/>
                    </a:lnTo>
                    <a:cubicBezTo>
                      <a:pt x="12709" y="6265"/>
                      <a:pt x="25131" y="4812"/>
                      <a:pt x="37650" y="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21"/>
              <p:cNvSpPr/>
              <p:nvPr/>
            </p:nvSpPr>
            <p:spPr>
              <a:xfrm>
                <a:off x="11691371" y="332599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21"/>
              <p:cNvSpPr/>
              <p:nvPr/>
            </p:nvSpPr>
            <p:spPr>
              <a:xfrm>
                <a:off x="11655168" y="3205433"/>
                <a:ext cx="87614" cy="197332"/>
              </a:xfrm>
              <a:custGeom>
                <a:avLst/>
                <a:gdLst/>
                <a:ahLst/>
                <a:cxnLst/>
                <a:rect l="l" t="t" r="r" b="b"/>
                <a:pathLst>
                  <a:path w="63719" h="143514" extrusionOk="0">
                    <a:moveTo>
                      <a:pt x="63909" y="87663"/>
                    </a:moveTo>
                    <a:lnTo>
                      <a:pt x="62301" y="87750"/>
                    </a:lnTo>
                    <a:cubicBezTo>
                      <a:pt x="48918" y="104189"/>
                      <a:pt x="39001" y="123162"/>
                      <a:pt x="33147" y="143530"/>
                    </a:cubicBezTo>
                    <a:cubicBezTo>
                      <a:pt x="30935" y="142662"/>
                      <a:pt x="28722" y="141794"/>
                      <a:pt x="26509" y="140925"/>
                    </a:cubicBezTo>
                    <a:cubicBezTo>
                      <a:pt x="17610" y="121201"/>
                      <a:pt x="8837" y="101402"/>
                      <a:pt x="190" y="81528"/>
                    </a:cubicBezTo>
                    <a:cubicBezTo>
                      <a:pt x="9791" y="51676"/>
                      <a:pt x="25137" y="23986"/>
                      <a:pt x="45367" y="16"/>
                    </a:cubicBezTo>
                    <a:cubicBezTo>
                      <a:pt x="55547" y="28242"/>
                      <a:pt x="61787" y="57735"/>
                      <a:pt x="63909" y="876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21"/>
              <p:cNvSpPr/>
              <p:nvPr/>
            </p:nvSpPr>
            <p:spPr>
              <a:xfrm>
                <a:off x="11498913" y="2928049"/>
                <a:ext cx="218314" cy="389359"/>
              </a:xfrm>
              <a:custGeom>
                <a:avLst/>
                <a:gdLst/>
                <a:ahLst/>
                <a:cxnLst/>
                <a:rect l="l" t="t" r="r" b="b"/>
                <a:pathLst>
                  <a:path w="158774" h="283170" extrusionOk="0">
                    <a:moveTo>
                      <a:pt x="144573" y="167489"/>
                    </a:moveTo>
                    <a:cubicBezTo>
                      <a:pt x="149987" y="178615"/>
                      <a:pt x="154791" y="190027"/>
                      <a:pt x="158964" y="201674"/>
                    </a:cubicBezTo>
                    <a:cubicBezTo>
                      <a:pt x="138735" y="225644"/>
                      <a:pt x="123388" y="253334"/>
                      <a:pt x="113787" y="283187"/>
                    </a:cubicBezTo>
                    <a:cubicBezTo>
                      <a:pt x="73038" y="189954"/>
                      <a:pt x="35172" y="95564"/>
                      <a:pt x="190" y="16"/>
                    </a:cubicBezTo>
                    <a:cubicBezTo>
                      <a:pt x="59597" y="44730"/>
                      <a:pt x="111989" y="100557"/>
                      <a:pt x="144573" y="167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21"/>
              <p:cNvSpPr/>
              <p:nvPr/>
            </p:nvSpPr>
            <p:spPr>
              <a:xfrm>
                <a:off x="12035877" y="3842558"/>
                <a:ext cx="85075" cy="171582"/>
              </a:xfrm>
              <a:custGeom>
                <a:avLst/>
                <a:gdLst/>
                <a:ahLst/>
                <a:cxnLst/>
                <a:rect l="l" t="t" r="r" b="b"/>
                <a:pathLst>
                  <a:path w="61873" h="124787" extrusionOk="0">
                    <a:moveTo>
                      <a:pt x="56726" y="113521"/>
                    </a:moveTo>
                    <a:cubicBezTo>
                      <a:pt x="56392" y="117302"/>
                      <a:pt x="56244" y="121013"/>
                      <a:pt x="55999" y="124804"/>
                    </a:cubicBezTo>
                    <a:cubicBezTo>
                      <a:pt x="28273" y="87531"/>
                      <a:pt x="-533" y="46411"/>
                      <a:pt x="204" y="64"/>
                    </a:cubicBezTo>
                    <a:lnTo>
                      <a:pt x="1364" y="16"/>
                    </a:lnTo>
                    <a:cubicBezTo>
                      <a:pt x="26149" y="13375"/>
                      <a:pt x="46635" y="33484"/>
                      <a:pt x="60443" y="58009"/>
                    </a:cubicBezTo>
                    <a:cubicBezTo>
                      <a:pt x="60989" y="57093"/>
                      <a:pt x="61526" y="56266"/>
                      <a:pt x="62063" y="55438"/>
                    </a:cubicBezTo>
                    <a:cubicBezTo>
                      <a:pt x="61358" y="61751"/>
                      <a:pt x="60662" y="67976"/>
                      <a:pt x="60044" y="74299"/>
                    </a:cubicBezTo>
                    <a:cubicBezTo>
                      <a:pt x="58769" y="87296"/>
                      <a:pt x="57572" y="100389"/>
                      <a:pt x="56726" y="113521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21"/>
              <p:cNvSpPr/>
              <p:nvPr/>
            </p:nvSpPr>
            <p:spPr>
              <a:xfrm>
                <a:off x="11849232" y="3353222"/>
                <a:ext cx="93203" cy="181625"/>
              </a:xfrm>
              <a:custGeom>
                <a:avLst/>
                <a:gdLst/>
                <a:ahLst/>
                <a:cxnLst/>
                <a:rect l="l" t="t" r="r" b="b"/>
                <a:pathLst>
                  <a:path w="67784" h="132091" extrusionOk="0">
                    <a:moveTo>
                      <a:pt x="66667" y="54776"/>
                    </a:moveTo>
                    <a:cubicBezTo>
                      <a:pt x="67077" y="54289"/>
                      <a:pt x="67575" y="53813"/>
                      <a:pt x="67975" y="53413"/>
                    </a:cubicBezTo>
                    <a:cubicBezTo>
                      <a:pt x="63768" y="78333"/>
                      <a:pt x="60175" y="103321"/>
                      <a:pt x="57198" y="128378"/>
                    </a:cubicBezTo>
                    <a:cubicBezTo>
                      <a:pt x="55822" y="129556"/>
                      <a:pt x="54525" y="130831"/>
                      <a:pt x="53227" y="132107"/>
                    </a:cubicBezTo>
                    <a:cubicBezTo>
                      <a:pt x="42595" y="111279"/>
                      <a:pt x="25441" y="94495"/>
                      <a:pt x="4381" y="84310"/>
                    </a:cubicBezTo>
                    <a:cubicBezTo>
                      <a:pt x="2133" y="72621"/>
                      <a:pt x="784" y="60778"/>
                      <a:pt x="344" y="48884"/>
                    </a:cubicBezTo>
                    <a:cubicBezTo>
                      <a:pt x="-267" y="32512"/>
                      <a:pt x="939" y="16122"/>
                      <a:pt x="3940" y="16"/>
                    </a:cubicBezTo>
                    <a:cubicBezTo>
                      <a:pt x="27559" y="14915"/>
                      <a:pt x="48720" y="33388"/>
                      <a:pt x="66667" y="54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21"/>
              <p:cNvSpPr/>
              <p:nvPr/>
            </p:nvSpPr>
            <p:spPr>
              <a:xfrm>
                <a:off x="11905606" y="3117180"/>
                <a:ext cx="112750" cy="183392"/>
              </a:xfrm>
              <a:custGeom>
                <a:avLst/>
                <a:gdLst/>
                <a:ahLst/>
                <a:cxnLst/>
                <a:rect l="l" t="t" r="r" b="b"/>
                <a:pathLst>
                  <a:path w="82000" h="133376" extrusionOk="0">
                    <a:moveTo>
                      <a:pt x="12043" y="72610"/>
                    </a:moveTo>
                    <a:cubicBezTo>
                      <a:pt x="35183" y="48382"/>
                      <a:pt x="65836" y="30054"/>
                      <a:pt x="80652" y="16"/>
                    </a:cubicBezTo>
                    <a:cubicBezTo>
                      <a:pt x="81197" y="1497"/>
                      <a:pt x="81645" y="3056"/>
                      <a:pt x="82190" y="4537"/>
                    </a:cubicBezTo>
                    <a:lnTo>
                      <a:pt x="82005" y="4605"/>
                    </a:lnTo>
                    <a:cubicBezTo>
                      <a:pt x="68517" y="45001"/>
                      <a:pt x="56837" y="85924"/>
                      <a:pt x="46964" y="127373"/>
                    </a:cubicBezTo>
                    <a:cubicBezTo>
                      <a:pt x="45501" y="129341"/>
                      <a:pt x="44125" y="131318"/>
                      <a:pt x="42827" y="133392"/>
                    </a:cubicBezTo>
                    <a:cubicBezTo>
                      <a:pt x="30009" y="116539"/>
                      <a:pt x="15743" y="100838"/>
                      <a:pt x="190" y="86466"/>
                    </a:cubicBezTo>
                    <a:cubicBezTo>
                      <a:pt x="3868" y="81621"/>
                      <a:pt x="7825" y="76994"/>
                      <a:pt x="12043" y="726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21"/>
              <p:cNvSpPr/>
              <p:nvPr/>
            </p:nvSpPr>
            <p:spPr>
              <a:xfrm>
                <a:off x="11854391" y="3236095"/>
                <a:ext cx="115510" cy="192378"/>
              </a:xfrm>
              <a:custGeom>
                <a:avLst/>
                <a:gdLst/>
                <a:ahLst/>
                <a:cxnLst/>
                <a:rect l="l" t="t" r="r" b="b"/>
                <a:pathLst>
                  <a:path w="84007" h="139911" extrusionOk="0">
                    <a:moveTo>
                      <a:pt x="80060" y="46942"/>
                    </a:moveTo>
                    <a:cubicBezTo>
                      <a:pt x="81358" y="44868"/>
                      <a:pt x="82734" y="42891"/>
                      <a:pt x="84197" y="40923"/>
                    </a:cubicBezTo>
                    <a:cubicBezTo>
                      <a:pt x="76408" y="73256"/>
                      <a:pt x="69751" y="105803"/>
                      <a:pt x="64224" y="138564"/>
                    </a:cubicBezTo>
                    <a:cubicBezTo>
                      <a:pt x="63824" y="138964"/>
                      <a:pt x="63326" y="139440"/>
                      <a:pt x="62917" y="139927"/>
                    </a:cubicBezTo>
                    <a:cubicBezTo>
                      <a:pt x="44970" y="118540"/>
                      <a:pt x="23809" y="100066"/>
                      <a:pt x="190" y="85167"/>
                    </a:cubicBezTo>
                    <a:cubicBezTo>
                      <a:pt x="5662" y="54232"/>
                      <a:pt x="18425" y="25044"/>
                      <a:pt x="37424" y="16"/>
                    </a:cubicBezTo>
                    <a:cubicBezTo>
                      <a:pt x="52976" y="14387"/>
                      <a:pt x="67243" y="30089"/>
                      <a:pt x="80060" y="469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21"/>
              <p:cNvSpPr/>
              <p:nvPr/>
            </p:nvSpPr>
            <p:spPr>
              <a:xfrm>
                <a:off x="11854996" y="3469170"/>
                <a:ext cx="72622" cy="152164"/>
              </a:xfrm>
              <a:custGeom>
                <a:avLst/>
                <a:gdLst/>
                <a:ahLst/>
                <a:cxnLst/>
                <a:rect l="l" t="t" r="r" b="b"/>
                <a:pathLst>
                  <a:path w="52816" h="110665" extrusionOk="0">
                    <a:moveTo>
                      <a:pt x="53007" y="44083"/>
                    </a:moveTo>
                    <a:cubicBezTo>
                      <a:pt x="50352" y="66247"/>
                      <a:pt x="48321" y="88392"/>
                      <a:pt x="46807" y="110682"/>
                    </a:cubicBezTo>
                    <a:cubicBezTo>
                      <a:pt x="23966" y="77308"/>
                      <a:pt x="8109" y="39666"/>
                      <a:pt x="190" y="16"/>
                    </a:cubicBezTo>
                    <a:cubicBezTo>
                      <a:pt x="21251" y="10201"/>
                      <a:pt x="38404" y="26985"/>
                      <a:pt x="49036" y="47812"/>
                    </a:cubicBezTo>
                    <a:cubicBezTo>
                      <a:pt x="50334" y="46537"/>
                      <a:pt x="51631" y="45262"/>
                      <a:pt x="53007" y="44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21"/>
              <p:cNvSpPr/>
              <p:nvPr/>
            </p:nvSpPr>
            <p:spPr>
              <a:xfrm>
                <a:off x="11927648" y="3464418"/>
                <a:ext cx="81213" cy="143773"/>
              </a:xfrm>
              <a:custGeom>
                <a:avLst/>
                <a:gdLst/>
                <a:ahLst/>
                <a:cxnLst/>
                <a:rect l="l" t="t" r="r" b="b"/>
                <a:pathLst>
                  <a:path w="59064" h="104562" extrusionOk="0">
                    <a:moveTo>
                      <a:pt x="1709" y="37709"/>
                    </a:moveTo>
                    <a:cubicBezTo>
                      <a:pt x="1791" y="60031"/>
                      <a:pt x="1256" y="82262"/>
                      <a:pt x="190" y="104578"/>
                    </a:cubicBezTo>
                    <a:cubicBezTo>
                      <a:pt x="26726" y="74056"/>
                      <a:pt x="46817" y="38490"/>
                      <a:pt x="59255" y="16"/>
                    </a:cubicBezTo>
                    <a:cubicBezTo>
                      <a:pt x="37159" y="7708"/>
                      <a:pt x="18186" y="22406"/>
                      <a:pt x="5223" y="41871"/>
                    </a:cubicBezTo>
                    <a:cubicBezTo>
                      <a:pt x="4081" y="40454"/>
                      <a:pt x="2940" y="39038"/>
                      <a:pt x="1709" y="37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21"/>
              <p:cNvSpPr/>
              <p:nvPr/>
            </p:nvSpPr>
            <p:spPr>
              <a:xfrm>
                <a:off x="11676307" y="3532323"/>
                <a:ext cx="90227" cy="139466"/>
              </a:xfrm>
              <a:custGeom>
                <a:avLst/>
                <a:gdLst/>
                <a:ahLst/>
                <a:cxnLst/>
                <a:rect l="l" t="t" r="r" b="b"/>
                <a:pathLst>
                  <a:path w="65620" h="101430" extrusionOk="0">
                    <a:moveTo>
                      <a:pt x="7557" y="68508"/>
                    </a:moveTo>
                    <a:cubicBezTo>
                      <a:pt x="27282" y="78985"/>
                      <a:pt x="46633" y="89962"/>
                      <a:pt x="65810" y="101447"/>
                    </a:cubicBezTo>
                    <a:cubicBezTo>
                      <a:pt x="51434" y="63652"/>
                      <a:pt x="29563" y="29152"/>
                      <a:pt x="1509" y="16"/>
                    </a:cubicBezTo>
                    <a:cubicBezTo>
                      <a:pt x="-2148" y="23110"/>
                      <a:pt x="1847" y="46765"/>
                      <a:pt x="12887" y="67380"/>
                    </a:cubicBezTo>
                    <a:cubicBezTo>
                      <a:pt x="11099" y="67716"/>
                      <a:pt x="9311" y="68052"/>
                      <a:pt x="7557" y="685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21"/>
              <p:cNvSpPr/>
              <p:nvPr/>
            </p:nvSpPr>
            <p:spPr>
              <a:xfrm>
                <a:off x="11776744" y="4024065"/>
                <a:ext cx="179426" cy="90287"/>
              </a:xfrm>
              <a:custGeom>
                <a:avLst/>
                <a:gdLst/>
                <a:ahLst/>
                <a:cxnLst/>
                <a:rect l="l" t="t" r="r" b="b"/>
                <a:pathLst>
                  <a:path w="130492" h="65663" extrusionOk="0">
                    <a:moveTo>
                      <a:pt x="57091" y="58322"/>
                    </a:moveTo>
                    <a:cubicBezTo>
                      <a:pt x="39104" y="65836"/>
                      <a:pt x="19241" y="67647"/>
                      <a:pt x="190" y="63511"/>
                    </a:cubicBezTo>
                    <a:lnTo>
                      <a:pt x="385" y="62556"/>
                    </a:lnTo>
                    <a:cubicBezTo>
                      <a:pt x="22395" y="34919"/>
                      <a:pt x="48288" y="5140"/>
                      <a:pt x="82707" y="16"/>
                    </a:cubicBezTo>
                    <a:cubicBezTo>
                      <a:pt x="93712" y="4085"/>
                      <a:pt x="104609" y="8319"/>
                      <a:pt x="115399" y="12719"/>
                    </a:cubicBezTo>
                    <a:cubicBezTo>
                      <a:pt x="120497" y="14797"/>
                      <a:pt x="125595" y="16875"/>
                      <a:pt x="130683" y="19041"/>
                    </a:cubicBezTo>
                    <a:cubicBezTo>
                      <a:pt x="103869" y="22085"/>
                      <a:pt x="82611" y="46966"/>
                      <a:pt x="57091" y="58322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21"/>
              <p:cNvSpPr/>
              <p:nvPr/>
            </p:nvSpPr>
            <p:spPr>
              <a:xfrm>
                <a:off x="11691902" y="3996306"/>
                <a:ext cx="198268" cy="115054"/>
              </a:xfrm>
              <a:custGeom>
                <a:avLst/>
                <a:gdLst/>
                <a:ahLst/>
                <a:cxnLst/>
                <a:rect l="l" t="t" r="r" b="b"/>
                <a:pathLst>
                  <a:path w="144195" h="83676" extrusionOk="0">
                    <a:moveTo>
                      <a:pt x="144386" y="20197"/>
                    </a:moveTo>
                    <a:cubicBezTo>
                      <a:pt x="109967" y="25321"/>
                      <a:pt x="84075" y="55101"/>
                      <a:pt x="62064" y="82738"/>
                    </a:cubicBezTo>
                    <a:lnTo>
                      <a:pt x="61869" y="83693"/>
                    </a:lnTo>
                    <a:cubicBezTo>
                      <a:pt x="49293" y="81320"/>
                      <a:pt x="37133" y="77122"/>
                      <a:pt x="25774" y="71231"/>
                    </a:cubicBezTo>
                    <a:cubicBezTo>
                      <a:pt x="16861" y="66573"/>
                      <a:pt x="8310" y="61256"/>
                      <a:pt x="190" y="55326"/>
                    </a:cubicBezTo>
                    <a:cubicBezTo>
                      <a:pt x="7624" y="38509"/>
                      <a:pt x="20759" y="24854"/>
                      <a:pt x="37280" y="16765"/>
                    </a:cubicBezTo>
                    <a:cubicBezTo>
                      <a:pt x="52792" y="9209"/>
                      <a:pt x="69173" y="3584"/>
                      <a:pt x="86056" y="16"/>
                    </a:cubicBezTo>
                    <a:cubicBezTo>
                      <a:pt x="105697" y="6291"/>
                      <a:pt x="125141" y="13018"/>
                      <a:pt x="144386" y="20197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21"/>
              <p:cNvSpPr/>
              <p:nvPr/>
            </p:nvSpPr>
            <p:spPr>
              <a:xfrm>
                <a:off x="11618556" y="3962130"/>
                <a:ext cx="191384" cy="110213"/>
              </a:xfrm>
              <a:custGeom>
                <a:avLst/>
                <a:gdLst/>
                <a:ahLst/>
                <a:cxnLst/>
                <a:rect l="l" t="t" r="r" b="b"/>
                <a:pathLst>
                  <a:path w="139188" h="80155" extrusionOk="0">
                    <a:moveTo>
                      <a:pt x="893" y="31954"/>
                    </a:moveTo>
                    <a:cubicBezTo>
                      <a:pt x="11314" y="13994"/>
                      <a:pt x="29721" y="2117"/>
                      <a:pt x="50389" y="16"/>
                    </a:cubicBezTo>
                    <a:cubicBezTo>
                      <a:pt x="80316" y="7262"/>
                      <a:pt x="109980" y="15544"/>
                      <a:pt x="139378" y="24862"/>
                    </a:cubicBezTo>
                    <a:cubicBezTo>
                      <a:pt x="122495" y="28430"/>
                      <a:pt x="106114" y="34055"/>
                      <a:pt x="90602" y="41611"/>
                    </a:cubicBezTo>
                    <a:cubicBezTo>
                      <a:pt x="74082" y="49700"/>
                      <a:pt x="60947" y="63355"/>
                      <a:pt x="53513" y="80171"/>
                    </a:cubicBezTo>
                    <a:cubicBezTo>
                      <a:pt x="35989" y="66684"/>
                      <a:pt x="19404" y="52020"/>
                      <a:pt x="3873" y="36281"/>
                    </a:cubicBezTo>
                    <a:cubicBezTo>
                      <a:pt x="2675" y="35082"/>
                      <a:pt x="1389" y="33874"/>
                      <a:pt x="190" y="32675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21"/>
              <p:cNvSpPr/>
              <p:nvPr/>
            </p:nvSpPr>
            <p:spPr>
              <a:xfrm>
                <a:off x="11544488" y="3931363"/>
                <a:ext cx="143063" cy="75659"/>
              </a:xfrm>
              <a:custGeom>
                <a:avLst/>
                <a:gdLst/>
                <a:ahLst/>
                <a:cxnLst/>
                <a:rect l="l" t="t" r="r" b="b"/>
                <a:pathLst>
                  <a:path w="104046" h="55025" extrusionOk="0">
                    <a:moveTo>
                      <a:pt x="7171" y="3028"/>
                    </a:moveTo>
                    <a:cubicBezTo>
                      <a:pt x="39819" y="8180"/>
                      <a:pt x="72174" y="14632"/>
                      <a:pt x="104236" y="22383"/>
                    </a:cubicBezTo>
                    <a:cubicBezTo>
                      <a:pt x="83568" y="24484"/>
                      <a:pt x="65161" y="36361"/>
                      <a:pt x="54740" y="54321"/>
                    </a:cubicBezTo>
                    <a:lnTo>
                      <a:pt x="54036" y="55042"/>
                    </a:lnTo>
                    <a:cubicBezTo>
                      <a:pt x="36088" y="37592"/>
                      <a:pt x="18139" y="20142"/>
                      <a:pt x="190" y="2693"/>
                    </a:cubicBezTo>
                    <a:cubicBezTo>
                      <a:pt x="1985" y="1739"/>
                      <a:pt x="3867" y="795"/>
                      <a:pt x="5642" y="16"/>
                    </a:cubicBezTo>
                    <a:close/>
                  </a:path>
                </a:pathLst>
              </a:custGeom>
              <a:solidFill>
                <a:srgbClr val="71A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21"/>
              <p:cNvSpPr/>
              <p:nvPr/>
            </p:nvSpPr>
            <p:spPr>
              <a:xfrm>
                <a:off x="11614687" y="3646815"/>
                <a:ext cx="159611" cy="48720"/>
              </a:xfrm>
              <a:custGeom>
                <a:avLst/>
                <a:gdLst/>
                <a:ahLst/>
                <a:cxnLst/>
                <a:rect l="l" t="t" r="r" b="b"/>
                <a:pathLst>
                  <a:path w="116081" h="35433" extrusionOk="0">
                    <a:moveTo>
                      <a:pt x="81663" y="16"/>
                    </a:moveTo>
                    <a:cubicBezTo>
                      <a:pt x="93339" y="7622"/>
                      <a:pt x="104820" y="15384"/>
                      <a:pt x="116272" y="23409"/>
                    </a:cubicBezTo>
                    <a:lnTo>
                      <a:pt x="116066" y="23652"/>
                    </a:lnTo>
                    <a:cubicBezTo>
                      <a:pt x="102759" y="21900"/>
                      <a:pt x="89809" y="27291"/>
                      <a:pt x="76889" y="30820"/>
                    </a:cubicBezTo>
                    <a:cubicBezTo>
                      <a:pt x="51685" y="37401"/>
                      <a:pt x="25160" y="36958"/>
                      <a:pt x="190" y="29539"/>
                    </a:cubicBezTo>
                    <a:lnTo>
                      <a:pt x="717" y="28000"/>
                    </a:lnTo>
                    <a:cubicBezTo>
                      <a:pt x="26376" y="15090"/>
                      <a:pt x="53789" y="6007"/>
                      <a:pt x="82083" y="1039"/>
                    </a:cubicBezTo>
                    <a:cubicBezTo>
                      <a:pt x="81907" y="714"/>
                      <a:pt x="81767" y="371"/>
                      <a:pt x="81664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1"/>
              <p:cNvSpPr/>
              <p:nvPr/>
            </p:nvSpPr>
            <p:spPr>
              <a:xfrm>
                <a:off x="11531165" y="3589336"/>
                <a:ext cx="196091" cy="98051"/>
              </a:xfrm>
              <a:custGeom>
                <a:avLst/>
                <a:gdLst/>
                <a:ahLst/>
                <a:cxnLst/>
                <a:rect l="l" t="t" r="r" b="b"/>
                <a:pathLst>
                  <a:path w="142612" h="71310" extrusionOk="0">
                    <a:moveTo>
                      <a:pt x="142383" y="41803"/>
                    </a:moveTo>
                    <a:cubicBezTo>
                      <a:pt x="142486" y="42158"/>
                      <a:pt x="142627" y="42501"/>
                      <a:pt x="142802" y="42826"/>
                    </a:cubicBezTo>
                    <a:cubicBezTo>
                      <a:pt x="114508" y="47794"/>
                      <a:pt x="87095" y="56877"/>
                      <a:pt x="61436" y="69787"/>
                    </a:cubicBezTo>
                    <a:lnTo>
                      <a:pt x="60909" y="71326"/>
                    </a:lnTo>
                    <a:cubicBezTo>
                      <a:pt x="47621" y="67432"/>
                      <a:pt x="34982" y="61594"/>
                      <a:pt x="23403" y="54002"/>
                    </a:cubicBezTo>
                    <a:cubicBezTo>
                      <a:pt x="15089" y="48467"/>
                      <a:pt x="7317" y="42161"/>
                      <a:pt x="190" y="35165"/>
                    </a:cubicBezTo>
                    <a:cubicBezTo>
                      <a:pt x="19357" y="14286"/>
                      <a:pt x="45903" y="1680"/>
                      <a:pt x="74208" y="16"/>
                    </a:cubicBezTo>
                    <a:cubicBezTo>
                      <a:pt x="97337" y="13251"/>
                      <a:pt x="120114" y="27244"/>
                      <a:pt x="142383" y="418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1"/>
              <p:cNvSpPr/>
              <p:nvPr/>
            </p:nvSpPr>
            <p:spPr>
              <a:xfrm>
                <a:off x="11396814" y="3475657"/>
                <a:ext cx="236074" cy="161967"/>
              </a:xfrm>
              <a:custGeom>
                <a:avLst/>
                <a:gdLst/>
                <a:ahLst/>
                <a:cxnLst/>
                <a:rect l="l" t="t" r="r" b="b"/>
                <a:pathLst>
                  <a:path w="171690" h="117794" extrusionOk="0">
                    <a:moveTo>
                      <a:pt x="4899" y="551"/>
                    </a:moveTo>
                    <a:cubicBezTo>
                      <a:pt x="62322" y="24185"/>
                      <a:pt x="118107" y="51615"/>
                      <a:pt x="171881" y="82660"/>
                    </a:cubicBezTo>
                    <a:cubicBezTo>
                      <a:pt x="143576" y="84324"/>
                      <a:pt x="117029" y="96930"/>
                      <a:pt x="97862" y="117810"/>
                    </a:cubicBezTo>
                    <a:cubicBezTo>
                      <a:pt x="61691" y="82969"/>
                      <a:pt x="38574" y="33871"/>
                      <a:pt x="190" y="558"/>
                    </a:cubicBezTo>
                    <a:cubicBezTo>
                      <a:pt x="1721" y="374"/>
                      <a:pt x="3339" y="200"/>
                      <a:pt x="487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21"/>
              <p:cNvSpPr/>
              <p:nvPr/>
            </p:nvSpPr>
            <p:spPr>
              <a:xfrm>
                <a:off x="11599612" y="3379492"/>
                <a:ext cx="127471" cy="97717"/>
              </a:xfrm>
              <a:custGeom>
                <a:avLst/>
                <a:gdLst/>
                <a:ahLst/>
                <a:cxnLst/>
                <a:rect l="l" t="t" r="r" b="b"/>
                <a:pathLst>
                  <a:path w="92706" h="71067" extrusionOk="0">
                    <a:moveTo>
                      <a:pt x="92897" y="71083"/>
                    </a:moveTo>
                    <a:cubicBezTo>
                      <a:pt x="58694" y="52035"/>
                      <a:pt x="27462" y="28093"/>
                      <a:pt x="190" y="16"/>
                    </a:cubicBezTo>
                    <a:cubicBezTo>
                      <a:pt x="23007" y="1536"/>
                      <a:pt x="45480" y="6377"/>
                      <a:pt x="66898" y="14385"/>
                    </a:cubicBezTo>
                    <a:cubicBezTo>
                      <a:pt x="74376" y="30933"/>
                      <a:pt x="81874" y="47305"/>
                      <a:pt x="89459" y="63687"/>
                    </a:cubicBezTo>
                    <a:cubicBezTo>
                      <a:pt x="90599" y="66211"/>
                      <a:pt x="91748" y="68647"/>
                      <a:pt x="92897" y="71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21"/>
              <p:cNvSpPr/>
              <p:nvPr/>
            </p:nvSpPr>
            <p:spPr>
              <a:xfrm>
                <a:off x="11541364" y="3293866"/>
                <a:ext cx="149948" cy="105351"/>
              </a:xfrm>
              <a:custGeom>
                <a:avLst/>
                <a:gdLst/>
                <a:ahLst/>
                <a:cxnLst/>
                <a:rect l="l" t="t" r="r" b="b"/>
                <a:pathLst>
                  <a:path w="109053" h="76619" extrusionOk="0">
                    <a:moveTo>
                      <a:pt x="82924" y="17239"/>
                    </a:moveTo>
                    <a:cubicBezTo>
                      <a:pt x="91541" y="37109"/>
                      <a:pt x="100314" y="56908"/>
                      <a:pt x="109243" y="76636"/>
                    </a:cubicBezTo>
                    <a:cubicBezTo>
                      <a:pt x="87826" y="68627"/>
                      <a:pt x="65353" y="63787"/>
                      <a:pt x="42536" y="62266"/>
                    </a:cubicBezTo>
                    <a:cubicBezTo>
                      <a:pt x="25065" y="44005"/>
                      <a:pt x="10755" y="22968"/>
                      <a:pt x="190" y="16"/>
                    </a:cubicBezTo>
                    <a:cubicBezTo>
                      <a:pt x="28514" y="1112"/>
                      <a:pt x="56410" y="7292"/>
                      <a:pt x="82544" y="182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1"/>
              <p:cNvSpPr/>
              <p:nvPr/>
            </p:nvSpPr>
            <p:spPr>
              <a:xfrm>
                <a:off x="11491821" y="2922617"/>
                <a:ext cx="163284" cy="396195"/>
              </a:xfrm>
              <a:custGeom>
                <a:avLst/>
                <a:gdLst/>
                <a:ahLst/>
                <a:cxnLst/>
                <a:rect l="l" t="t" r="r" b="b"/>
                <a:pathLst>
                  <a:path w="118752" h="288142" extrusionOk="0">
                    <a:moveTo>
                      <a:pt x="118943" y="287136"/>
                    </a:moveTo>
                    <a:lnTo>
                      <a:pt x="118562" y="288158"/>
                    </a:lnTo>
                    <a:cubicBezTo>
                      <a:pt x="92429" y="277189"/>
                      <a:pt x="64533" y="271008"/>
                      <a:pt x="36208" y="269912"/>
                    </a:cubicBezTo>
                    <a:cubicBezTo>
                      <a:pt x="33110" y="263134"/>
                      <a:pt x="30447" y="256165"/>
                      <a:pt x="28236" y="249048"/>
                    </a:cubicBezTo>
                    <a:cubicBezTo>
                      <a:pt x="21258" y="223625"/>
                      <a:pt x="17026" y="197529"/>
                      <a:pt x="15614" y="171205"/>
                    </a:cubicBezTo>
                    <a:cubicBezTo>
                      <a:pt x="10451" y="114081"/>
                      <a:pt x="5309" y="57018"/>
                      <a:pt x="190" y="16"/>
                    </a:cubicBezTo>
                    <a:cubicBezTo>
                      <a:pt x="1915" y="1274"/>
                      <a:pt x="3630" y="2619"/>
                      <a:pt x="5346" y="3965"/>
                    </a:cubicBezTo>
                    <a:cubicBezTo>
                      <a:pt x="40332" y="99483"/>
                      <a:pt x="78197" y="193873"/>
                      <a:pt x="118943" y="2871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21"/>
              <p:cNvSpPr/>
              <p:nvPr/>
            </p:nvSpPr>
            <p:spPr>
              <a:xfrm>
                <a:off x="11551987" y="3897671"/>
                <a:ext cx="135820" cy="57827"/>
              </a:xfrm>
              <a:custGeom>
                <a:avLst/>
                <a:gdLst/>
                <a:ahLst/>
                <a:cxnLst/>
                <a:rect l="l" t="t" r="r" b="b"/>
                <a:pathLst>
                  <a:path w="98778" h="42056" extrusionOk="0">
                    <a:moveTo>
                      <a:pt x="48094" y="35801"/>
                    </a:moveTo>
                    <a:cubicBezTo>
                      <a:pt x="64074" y="37537"/>
                      <a:pt x="81337" y="39446"/>
                      <a:pt x="98968" y="42073"/>
                    </a:cubicBezTo>
                    <a:cubicBezTo>
                      <a:pt x="89917" y="30374"/>
                      <a:pt x="84907" y="16058"/>
                      <a:pt x="84691" y="1272"/>
                    </a:cubicBezTo>
                    <a:lnTo>
                      <a:pt x="84566" y="16"/>
                    </a:lnTo>
                    <a:cubicBezTo>
                      <a:pt x="55195" y="3041"/>
                      <a:pt x="26611" y="11338"/>
                      <a:pt x="190" y="24510"/>
                    </a:cubicBezTo>
                    <a:lnTo>
                      <a:pt x="1719" y="27522"/>
                    </a:lnTo>
                    <a:cubicBezTo>
                      <a:pt x="17250" y="29973"/>
                      <a:pt x="32699" y="32763"/>
                      <a:pt x="48094" y="3580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21"/>
              <p:cNvSpPr/>
              <p:nvPr/>
            </p:nvSpPr>
            <p:spPr>
              <a:xfrm>
                <a:off x="11668049" y="3896076"/>
                <a:ext cx="141984" cy="90778"/>
              </a:xfrm>
              <a:custGeom>
                <a:avLst/>
                <a:gdLst/>
                <a:ahLst/>
                <a:cxnLst/>
                <a:rect l="l" t="t" r="r" b="b"/>
                <a:pathLst>
                  <a:path w="103261" h="66020" extrusionOk="0">
                    <a:moveTo>
                      <a:pt x="14592" y="43232"/>
                    </a:moveTo>
                    <a:cubicBezTo>
                      <a:pt x="45043" y="47121"/>
                      <a:pt x="74893" y="54782"/>
                      <a:pt x="103451" y="66036"/>
                    </a:cubicBezTo>
                    <a:cubicBezTo>
                      <a:pt x="87384" y="48086"/>
                      <a:pt x="74853" y="27266"/>
                      <a:pt x="66515" y="4671"/>
                    </a:cubicBezTo>
                    <a:cubicBezTo>
                      <a:pt x="44728" y="28"/>
                      <a:pt x="22344" y="-1151"/>
                      <a:pt x="190" y="1175"/>
                    </a:cubicBezTo>
                    <a:lnTo>
                      <a:pt x="315" y="2432"/>
                    </a:lnTo>
                    <a:cubicBezTo>
                      <a:pt x="531" y="17217"/>
                      <a:pt x="5541" y="31534"/>
                      <a:pt x="14592" y="43232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1"/>
              <p:cNvSpPr/>
              <p:nvPr/>
            </p:nvSpPr>
            <p:spPr>
              <a:xfrm>
                <a:off x="11759280" y="3902479"/>
                <a:ext cx="137727" cy="121538"/>
              </a:xfrm>
              <a:custGeom>
                <a:avLst/>
                <a:gdLst/>
                <a:ahLst/>
                <a:cxnLst/>
                <a:rect l="l" t="t" r="r" b="b"/>
                <a:pathLst>
                  <a:path w="100165" h="88391" extrusionOk="0">
                    <a:moveTo>
                      <a:pt x="37127" y="61381"/>
                    </a:moveTo>
                    <a:cubicBezTo>
                      <a:pt x="48543" y="66134"/>
                      <a:pt x="59424" y="72081"/>
                      <a:pt x="69588" y="79122"/>
                    </a:cubicBezTo>
                    <a:cubicBezTo>
                      <a:pt x="78221" y="82133"/>
                      <a:pt x="86832" y="85201"/>
                      <a:pt x="95402" y="88407"/>
                    </a:cubicBezTo>
                    <a:cubicBezTo>
                      <a:pt x="97030" y="88146"/>
                      <a:pt x="98649" y="87972"/>
                      <a:pt x="100355" y="87807"/>
                    </a:cubicBezTo>
                    <a:cubicBezTo>
                      <a:pt x="86125" y="75558"/>
                      <a:pt x="78766" y="57143"/>
                      <a:pt x="80640" y="38468"/>
                    </a:cubicBezTo>
                    <a:cubicBezTo>
                      <a:pt x="58194" y="20303"/>
                      <a:pt x="31944" y="7421"/>
                      <a:pt x="3836" y="778"/>
                    </a:cubicBezTo>
                    <a:cubicBezTo>
                      <a:pt x="2625" y="465"/>
                      <a:pt x="1408" y="241"/>
                      <a:pt x="190" y="16"/>
                    </a:cubicBezTo>
                    <a:cubicBezTo>
                      <a:pt x="8528" y="22612"/>
                      <a:pt x="21060" y="43431"/>
                      <a:pt x="37127" y="6138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1"/>
              <p:cNvSpPr/>
              <p:nvPr/>
            </p:nvSpPr>
            <p:spPr>
              <a:xfrm>
                <a:off x="11869547" y="3955370"/>
                <a:ext cx="66491" cy="86136"/>
              </a:xfrm>
              <a:custGeom>
                <a:avLst/>
                <a:gdLst/>
                <a:ahLst/>
                <a:cxnLst/>
                <a:rect l="l" t="t" r="r" b="b"/>
                <a:pathLst>
                  <a:path w="48357" h="62644" extrusionOk="0">
                    <a:moveTo>
                      <a:pt x="48547" y="61130"/>
                    </a:moveTo>
                    <a:lnTo>
                      <a:pt x="47932" y="62660"/>
                    </a:lnTo>
                    <a:cubicBezTo>
                      <a:pt x="37142" y="58259"/>
                      <a:pt x="26244" y="54025"/>
                      <a:pt x="15239" y="49956"/>
                    </a:cubicBezTo>
                    <a:cubicBezTo>
                      <a:pt x="16868" y="49693"/>
                      <a:pt x="18486" y="49520"/>
                      <a:pt x="20193" y="49355"/>
                    </a:cubicBezTo>
                    <a:cubicBezTo>
                      <a:pt x="5962" y="37106"/>
                      <a:pt x="-1396" y="18691"/>
                      <a:pt x="478" y="16"/>
                    </a:cubicBezTo>
                    <a:cubicBezTo>
                      <a:pt x="20977" y="16436"/>
                      <a:pt x="37423" y="37346"/>
                      <a:pt x="48548" y="61130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1"/>
              <p:cNvSpPr/>
              <p:nvPr/>
            </p:nvSpPr>
            <p:spPr>
              <a:xfrm>
                <a:off x="12028927" y="3194623"/>
                <a:ext cx="19790" cy="44505"/>
              </a:xfrm>
              <a:custGeom>
                <a:avLst/>
                <a:gdLst/>
                <a:ahLst/>
                <a:cxnLst/>
                <a:rect l="l" t="t" r="r" b="b"/>
                <a:pathLst>
                  <a:path w="14393" h="32367" extrusionOk="0">
                    <a:moveTo>
                      <a:pt x="8301" y="16"/>
                    </a:moveTo>
                    <a:cubicBezTo>
                      <a:pt x="6138" y="10945"/>
                      <a:pt x="3296" y="21831"/>
                      <a:pt x="190" y="32383"/>
                    </a:cubicBezTo>
                    <a:cubicBezTo>
                      <a:pt x="3876" y="30296"/>
                      <a:pt x="7624" y="28324"/>
                      <a:pt x="11494" y="26608"/>
                    </a:cubicBezTo>
                    <a:lnTo>
                      <a:pt x="14584" y="25977"/>
                    </a:lnTo>
                    <a:cubicBezTo>
                      <a:pt x="12798" y="17267"/>
                      <a:pt x="10617" y="8626"/>
                      <a:pt x="8301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1"/>
              <p:cNvSpPr/>
              <p:nvPr/>
            </p:nvSpPr>
            <p:spPr>
              <a:xfrm>
                <a:off x="11927649" y="3357408"/>
                <a:ext cx="124539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4" h="125319" extrusionOk="0">
                    <a:moveTo>
                      <a:pt x="90327" y="16"/>
                    </a:moveTo>
                    <a:cubicBezTo>
                      <a:pt x="69817" y="6849"/>
                      <a:pt x="50600" y="17075"/>
                      <a:pt x="33478" y="30267"/>
                    </a:cubicBezTo>
                    <a:cubicBezTo>
                      <a:pt x="24683" y="52065"/>
                      <a:pt x="15033" y="73546"/>
                      <a:pt x="4257" y="94353"/>
                    </a:cubicBezTo>
                    <a:cubicBezTo>
                      <a:pt x="2817" y="104671"/>
                      <a:pt x="1418" y="114994"/>
                      <a:pt x="190" y="125335"/>
                    </a:cubicBezTo>
                    <a:cubicBezTo>
                      <a:pt x="15976" y="111038"/>
                      <a:pt x="35409" y="101378"/>
                      <a:pt x="56343" y="97424"/>
                    </a:cubicBezTo>
                    <a:lnTo>
                      <a:pt x="56928" y="97756"/>
                    </a:lnTo>
                    <a:cubicBezTo>
                      <a:pt x="73042" y="67070"/>
                      <a:pt x="84448" y="34139"/>
                      <a:pt x="90765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21"/>
              <p:cNvSpPr/>
              <p:nvPr/>
            </p:nvSpPr>
            <p:spPr>
              <a:xfrm>
                <a:off x="11605061" y="3484590"/>
                <a:ext cx="116330" cy="149296"/>
              </a:xfrm>
              <a:custGeom>
                <a:avLst/>
                <a:gdLst/>
                <a:ahLst/>
                <a:cxnLst/>
                <a:rect l="l" t="t" r="r" b="b"/>
                <a:pathLst>
                  <a:path w="84604" h="108579" extrusionOk="0">
                    <a:moveTo>
                      <a:pt x="84794" y="108595"/>
                    </a:moveTo>
                    <a:cubicBezTo>
                      <a:pt x="78544" y="92629"/>
                      <a:pt x="75801" y="75506"/>
                      <a:pt x="76752" y="58388"/>
                    </a:cubicBezTo>
                    <a:lnTo>
                      <a:pt x="77728" y="57610"/>
                    </a:lnTo>
                    <a:cubicBezTo>
                      <a:pt x="70070" y="48270"/>
                      <a:pt x="61653" y="39580"/>
                      <a:pt x="52559" y="31630"/>
                    </a:cubicBezTo>
                    <a:cubicBezTo>
                      <a:pt x="37565" y="18552"/>
                      <a:pt x="20624" y="7886"/>
                      <a:pt x="2346" y="16"/>
                    </a:cubicBezTo>
                    <a:lnTo>
                      <a:pt x="190" y="5013"/>
                    </a:lnTo>
                    <a:cubicBezTo>
                      <a:pt x="2949" y="20401"/>
                      <a:pt x="7284" y="35466"/>
                      <a:pt x="13127" y="49968"/>
                    </a:cubicBezTo>
                    <a:cubicBezTo>
                      <a:pt x="41056" y="63980"/>
                      <a:pt x="65532" y="84002"/>
                      <a:pt x="84794" y="1085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21"/>
              <p:cNvSpPr/>
              <p:nvPr/>
            </p:nvSpPr>
            <p:spPr>
              <a:xfrm>
                <a:off x="11403252" y="3464953"/>
                <a:ext cx="219520" cy="88314"/>
              </a:xfrm>
              <a:custGeom>
                <a:avLst/>
                <a:gdLst/>
                <a:ahLst/>
                <a:cxnLst/>
                <a:rect l="l" t="t" r="r" b="b"/>
                <a:pathLst>
                  <a:path w="159651" h="64228" extrusionOk="0">
                    <a:moveTo>
                      <a:pt x="59149" y="24209"/>
                    </a:moveTo>
                    <a:cubicBezTo>
                      <a:pt x="93851" y="34498"/>
                      <a:pt x="127552" y="47898"/>
                      <a:pt x="159841" y="64245"/>
                    </a:cubicBezTo>
                    <a:cubicBezTo>
                      <a:pt x="153998" y="49742"/>
                      <a:pt x="149663" y="34678"/>
                      <a:pt x="146904" y="19290"/>
                    </a:cubicBezTo>
                    <a:lnTo>
                      <a:pt x="149061" y="14292"/>
                    </a:lnTo>
                    <a:cubicBezTo>
                      <a:pt x="129548" y="5737"/>
                      <a:pt x="108607" y="901"/>
                      <a:pt x="87316" y="33"/>
                    </a:cubicBezTo>
                    <a:cubicBezTo>
                      <a:pt x="70703" y="-139"/>
                      <a:pt x="54100" y="946"/>
                      <a:pt x="37650" y="3279"/>
                    </a:cubicBezTo>
                    <a:cubicBezTo>
                      <a:pt x="25131" y="4811"/>
                      <a:pt x="12709" y="6266"/>
                      <a:pt x="190" y="7798"/>
                    </a:cubicBezTo>
                    <a:lnTo>
                      <a:pt x="219" y="8334"/>
                    </a:lnTo>
                    <a:cubicBezTo>
                      <a:pt x="11438" y="12952"/>
                      <a:pt x="22544" y="17836"/>
                      <a:pt x="33638" y="22744"/>
                    </a:cubicBezTo>
                    <a:cubicBezTo>
                      <a:pt x="42120" y="20944"/>
                      <a:pt x="50929" y="21450"/>
                      <a:pt x="59149" y="242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21"/>
              <p:cNvSpPr/>
              <p:nvPr/>
            </p:nvSpPr>
            <p:spPr>
              <a:xfrm>
                <a:off x="11691371" y="332599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21"/>
              <p:cNvSpPr/>
              <p:nvPr/>
            </p:nvSpPr>
            <p:spPr>
              <a:xfrm>
                <a:off x="12056790" y="3918524"/>
                <a:ext cx="64168" cy="95645"/>
              </a:xfrm>
              <a:custGeom>
                <a:avLst/>
                <a:gdLst/>
                <a:ahLst/>
                <a:cxnLst/>
                <a:rect l="l" t="t" r="r" b="b"/>
                <a:pathLst>
                  <a:path w="46668" h="69560" extrusionOk="0">
                    <a:moveTo>
                      <a:pt x="44840" y="19072"/>
                    </a:moveTo>
                    <a:cubicBezTo>
                      <a:pt x="45458" y="12749"/>
                      <a:pt x="46153" y="6523"/>
                      <a:pt x="46859" y="211"/>
                    </a:cubicBezTo>
                    <a:cubicBezTo>
                      <a:pt x="46322" y="1039"/>
                      <a:pt x="45786" y="1866"/>
                      <a:pt x="45239" y="2782"/>
                    </a:cubicBezTo>
                    <a:cubicBezTo>
                      <a:pt x="44710" y="1839"/>
                      <a:pt x="44102" y="945"/>
                      <a:pt x="43552" y="16"/>
                    </a:cubicBezTo>
                    <a:cubicBezTo>
                      <a:pt x="31122" y="9366"/>
                      <a:pt x="14794" y="11775"/>
                      <a:pt x="190" y="6413"/>
                    </a:cubicBezTo>
                    <a:cubicBezTo>
                      <a:pt x="11721" y="28689"/>
                      <a:pt x="25316" y="49836"/>
                      <a:pt x="40795" y="69577"/>
                    </a:cubicBezTo>
                    <a:cubicBezTo>
                      <a:pt x="41041" y="65786"/>
                      <a:pt x="41189" y="62075"/>
                      <a:pt x="41523" y="58295"/>
                    </a:cubicBezTo>
                    <a:cubicBezTo>
                      <a:pt x="42368" y="45161"/>
                      <a:pt x="43564" y="32068"/>
                      <a:pt x="44840" y="19072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21"/>
              <p:cNvSpPr/>
              <p:nvPr/>
            </p:nvSpPr>
            <p:spPr>
              <a:xfrm>
                <a:off x="11914317" y="3487171"/>
                <a:ext cx="18917" cy="47728"/>
              </a:xfrm>
              <a:custGeom>
                <a:avLst/>
                <a:gdLst/>
                <a:ahLst/>
                <a:cxnLst/>
                <a:rect l="l" t="t" r="r" b="b"/>
                <a:pathLst>
                  <a:path w="13758" h="34711" extrusionOk="0">
                    <a:moveTo>
                      <a:pt x="190" y="24966"/>
                    </a:moveTo>
                    <a:cubicBezTo>
                      <a:pt x="2273" y="28113"/>
                      <a:pt x="4183" y="31372"/>
                      <a:pt x="5910" y="34727"/>
                    </a:cubicBezTo>
                    <a:cubicBezTo>
                      <a:pt x="7208" y="33451"/>
                      <a:pt x="8505" y="32175"/>
                      <a:pt x="9881" y="30998"/>
                    </a:cubicBezTo>
                    <a:cubicBezTo>
                      <a:pt x="11110" y="20657"/>
                      <a:pt x="12509" y="10334"/>
                      <a:pt x="13948" y="16"/>
                    </a:cubicBezTo>
                    <a:cubicBezTo>
                      <a:pt x="9572" y="8466"/>
                      <a:pt x="4950" y="16762"/>
                      <a:pt x="190" y="249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21"/>
              <p:cNvSpPr/>
              <p:nvPr/>
            </p:nvSpPr>
            <p:spPr>
              <a:xfrm>
                <a:off x="11885083" y="3521490"/>
                <a:ext cx="42549" cy="99866"/>
              </a:xfrm>
              <a:custGeom>
                <a:avLst/>
                <a:gdLst/>
                <a:ahLst/>
                <a:cxnLst/>
                <a:rect l="l" t="t" r="r" b="b"/>
                <a:pathLst>
                  <a:path w="30945" h="72630" extrusionOk="0">
                    <a:moveTo>
                      <a:pt x="27164" y="9777"/>
                    </a:moveTo>
                    <a:cubicBezTo>
                      <a:pt x="25436" y="6422"/>
                      <a:pt x="23527" y="3163"/>
                      <a:pt x="21444" y="16"/>
                    </a:cubicBezTo>
                    <a:cubicBezTo>
                      <a:pt x="18389" y="5282"/>
                      <a:pt x="15329" y="10544"/>
                      <a:pt x="12104" y="15693"/>
                    </a:cubicBezTo>
                    <a:cubicBezTo>
                      <a:pt x="9000" y="20768"/>
                      <a:pt x="4957" y="25206"/>
                      <a:pt x="190" y="28768"/>
                    </a:cubicBezTo>
                    <a:cubicBezTo>
                      <a:pt x="7299" y="44007"/>
                      <a:pt x="15573" y="58676"/>
                      <a:pt x="24936" y="72646"/>
                    </a:cubicBezTo>
                    <a:cubicBezTo>
                      <a:pt x="26450" y="50355"/>
                      <a:pt x="28480" y="28211"/>
                      <a:pt x="31135" y="6048"/>
                    </a:cubicBezTo>
                    <a:cubicBezTo>
                      <a:pt x="29759" y="7226"/>
                      <a:pt x="28462" y="8501"/>
                      <a:pt x="27164" y="97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21"/>
              <p:cNvSpPr/>
              <p:nvPr/>
            </p:nvSpPr>
            <p:spPr>
              <a:xfrm>
                <a:off x="11874935" y="4024064"/>
                <a:ext cx="81275" cy="47362"/>
              </a:xfrm>
              <a:custGeom>
                <a:avLst/>
                <a:gdLst/>
                <a:ahLst/>
                <a:cxnLst/>
                <a:rect l="l" t="t" r="r" b="b"/>
                <a:pathLst>
                  <a:path w="59109" h="34445" extrusionOk="0">
                    <a:moveTo>
                      <a:pt x="23735" y="34462"/>
                    </a:moveTo>
                    <a:cubicBezTo>
                      <a:pt x="34194" y="26569"/>
                      <a:pt x="46386" y="21282"/>
                      <a:pt x="59299" y="19042"/>
                    </a:cubicBezTo>
                    <a:cubicBezTo>
                      <a:pt x="54211" y="16876"/>
                      <a:pt x="49113" y="14798"/>
                      <a:pt x="44016" y="12719"/>
                    </a:cubicBezTo>
                    <a:cubicBezTo>
                      <a:pt x="33225" y="8320"/>
                      <a:pt x="22328" y="4085"/>
                      <a:pt x="11323" y="16"/>
                    </a:cubicBezTo>
                    <a:cubicBezTo>
                      <a:pt x="7548" y="597"/>
                      <a:pt x="3826" y="1475"/>
                      <a:pt x="190" y="2641"/>
                    </a:cubicBezTo>
                    <a:cubicBezTo>
                      <a:pt x="9897" y="11740"/>
                      <a:pt x="17874" y="22521"/>
                      <a:pt x="23735" y="344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21"/>
              <p:cNvSpPr/>
              <p:nvPr/>
            </p:nvSpPr>
            <p:spPr>
              <a:xfrm>
                <a:off x="11854739" y="4011291"/>
                <a:ext cx="35494" cy="16378"/>
              </a:xfrm>
              <a:custGeom>
                <a:avLst/>
                <a:gdLst/>
                <a:ahLst/>
                <a:cxnLst/>
                <a:rect l="l" t="t" r="r" b="b"/>
                <a:pathLst>
                  <a:path w="25814" h="11911" extrusionOk="0">
                    <a:moveTo>
                      <a:pt x="14871" y="11927"/>
                    </a:moveTo>
                    <a:cubicBezTo>
                      <a:pt x="18508" y="10761"/>
                      <a:pt x="22230" y="9883"/>
                      <a:pt x="26004" y="9301"/>
                    </a:cubicBezTo>
                    <a:cubicBezTo>
                      <a:pt x="17434" y="6095"/>
                      <a:pt x="8823" y="3027"/>
                      <a:pt x="190" y="16"/>
                    </a:cubicBezTo>
                    <a:cubicBezTo>
                      <a:pt x="5364" y="3629"/>
                      <a:pt x="10270" y="7609"/>
                      <a:pt x="14872" y="11927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21"/>
              <p:cNvSpPr/>
              <p:nvPr/>
            </p:nvSpPr>
            <p:spPr>
              <a:xfrm>
                <a:off x="11544488" y="3931363"/>
                <a:ext cx="73365" cy="26511"/>
              </a:xfrm>
              <a:custGeom>
                <a:avLst/>
                <a:gdLst/>
                <a:ahLst/>
                <a:cxnLst/>
                <a:rect l="l" t="t" r="r" b="b"/>
                <a:pathLst>
                  <a:path w="53356" h="19281" extrusionOk="0">
                    <a:moveTo>
                      <a:pt x="49848" y="10905"/>
                    </a:moveTo>
                    <a:cubicBezTo>
                      <a:pt x="51063" y="11036"/>
                      <a:pt x="52314" y="11174"/>
                      <a:pt x="53547" y="11307"/>
                    </a:cubicBezTo>
                    <a:cubicBezTo>
                      <a:pt x="38151" y="8269"/>
                      <a:pt x="22702" y="5479"/>
                      <a:pt x="7171" y="3028"/>
                    </a:cubicBezTo>
                    <a:lnTo>
                      <a:pt x="5642" y="16"/>
                    </a:lnTo>
                    <a:cubicBezTo>
                      <a:pt x="3867" y="795"/>
                      <a:pt x="1986" y="1738"/>
                      <a:pt x="190" y="2693"/>
                    </a:cubicBezTo>
                    <a:cubicBezTo>
                      <a:pt x="5883" y="8228"/>
                      <a:pt x="11577" y="13763"/>
                      <a:pt x="17271" y="19297"/>
                    </a:cubicBezTo>
                    <a:cubicBezTo>
                      <a:pt x="26597" y="12314"/>
                      <a:pt x="38307" y="9298"/>
                      <a:pt x="49848" y="10905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21"/>
              <p:cNvSpPr/>
              <p:nvPr/>
            </p:nvSpPr>
            <p:spPr>
              <a:xfrm>
                <a:off x="11732608" y="3650771"/>
                <a:ext cx="41737" cy="30667"/>
              </a:xfrm>
              <a:custGeom>
                <a:avLst/>
                <a:gdLst/>
                <a:ahLst/>
                <a:cxnLst/>
                <a:rect l="l" t="t" r="r" b="b"/>
                <a:pathLst>
                  <a:path w="30354" h="22303" extrusionOk="0">
                    <a:moveTo>
                      <a:pt x="190" y="16"/>
                    </a:moveTo>
                    <a:cubicBezTo>
                      <a:pt x="4383" y="7134"/>
                      <a:pt x="7964" y="14595"/>
                      <a:pt x="10895" y="22319"/>
                    </a:cubicBezTo>
                    <a:cubicBezTo>
                      <a:pt x="17226" y="20616"/>
                      <a:pt x="23817" y="20093"/>
                      <a:pt x="30339" y="20777"/>
                    </a:cubicBezTo>
                    <a:lnTo>
                      <a:pt x="30544" y="20533"/>
                    </a:lnTo>
                    <a:cubicBezTo>
                      <a:pt x="20499" y="13496"/>
                      <a:pt x="10390" y="6723"/>
                      <a:pt x="190" y="16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21"/>
              <p:cNvSpPr/>
              <p:nvPr/>
            </p:nvSpPr>
            <p:spPr>
              <a:xfrm>
                <a:off x="11396816" y="3475657"/>
                <a:ext cx="524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38127" h="22400" extrusionOk="0">
                    <a:moveTo>
                      <a:pt x="38317" y="14961"/>
                    </a:moveTo>
                    <a:cubicBezTo>
                      <a:pt x="27223" y="10054"/>
                      <a:pt x="16117" y="5169"/>
                      <a:pt x="4898" y="551"/>
                    </a:cubicBezTo>
                    <a:lnTo>
                      <a:pt x="4869" y="16"/>
                    </a:lnTo>
                    <a:cubicBezTo>
                      <a:pt x="3338" y="199"/>
                      <a:pt x="1720" y="374"/>
                      <a:pt x="190" y="558"/>
                    </a:cubicBezTo>
                    <a:cubicBezTo>
                      <a:pt x="7829" y="7333"/>
                      <a:pt x="14982" y="14637"/>
                      <a:pt x="21595" y="22416"/>
                    </a:cubicBezTo>
                    <a:cubicBezTo>
                      <a:pt x="26615" y="18841"/>
                      <a:pt x="32301" y="16306"/>
                      <a:pt x="38317" y="149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1"/>
              <p:cNvSpPr/>
              <p:nvPr/>
            </p:nvSpPr>
            <p:spPr>
              <a:xfrm>
                <a:off x="11623274" y="3386960"/>
                <a:ext cx="103819" cy="90254"/>
              </a:xfrm>
              <a:custGeom>
                <a:avLst/>
                <a:gdLst/>
                <a:ahLst/>
                <a:cxnLst/>
                <a:rect l="l" t="t" r="r" b="b"/>
                <a:pathLst>
                  <a:path w="75505" h="65639" extrusionOk="0">
                    <a:moveTo>
                      <a:pt x="190" y="11446"/>
                    </a:moveTo>
                    <a:cubicBezTo>
                      <a:pt x="23341" y="32168"/>
                      <a:pt x="48655" y="50342"/>
                      <a:pt x="75696" y="65655"/>
                    </a:cubicBezTo>
                    <a:cubicBezTo>
                      <a:pt x="74546" y="63219"/>
                      <a:pt x="73397" y="60782"/>
                      <a:pt x="72257" y="58258"/>
                    </a:cubicBezTo>
                    <a:cubicBezTo>
                      <a:pt x="64673" y="41877"/>
                      <a:pt x="57174" y="25504"/>
                      <a:pt x="49695" y="8956"/>
                    </a:cubicBezTo>
                    <a:cubicBezTo>
                      <a:pt x="39846" y="5314"/>
                      <a:pt x="29767" y="2327"/>
                      <a:pt x="19523" y="16"/>
                    </a:cubicBezTo>
                    <a:cubicBezTo>
                      <a:pt x="14102" y="5337"/>
                      <a:pt x="7467" y="9260"/>
                      <a:pt x="190" y="11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1"/>
              <p:cNvSpPr/>
              <p:nvPr/>
            </p:nvSpPr>
            <p:spPr>
              <a:xfrm>
                <a:off x="11649867" y="3338862"/>
                <a:ext cx="41487" cy="60372"/>
              </a:xfrm>
              <a:custGeom>
                <a:avLst/>
                <a:gdLst/>
                <a:ahLst/>
                <a:cxnLst/>
                <a:rect l="l" t="t" r="r" b="b"/>
                <a:pathLst>
                  <a:path w="30172" h="43907" extrusionOk="0">
                    <a:moveTo>
                      <a:pt x="30362" y="43923"/>
                    </a:moveTo>
                    <a:cubicBezTo>
                      <a:pt x="23783" y="29342"/>
                      <a:pt x="17344" y="14677"/>
                      <a:pt x="10908" y="16"/>
                    </a:cubicBezTo>
                    <a:cubicBezTo>
                      <a:pt x="10973" y="2817"/>
                      <a:pt x="11017" y="5552"/>
                      <a:pt x="11036" y="8178"/>
                    </a:cubicBezTo>
                    <a:cubicBezTo>
                      <a:pt x="11234" y="18218"/>
                      <a:pt x="7315" y="27902"/>
                      <a:pt x="190" y="34982"/>
                    </a:cubicBezTo>
                    <a:cubicBezTo>
                      <a:pt x="10434" y="37293"/>
                      <a:pt x="20513" y="40280"/>
                      <a:pt x="30362" y="439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1"/>
              <p:cNvSpPr/>
              <p:nvPr/>
            </p:nvSpPr>
            <p:spPr>
              <a:xfrm>
                <a:off x="11485453" y="2916251"/>
                <a:ext cx="709871" cy="1401818"/>
              </a:xfrm>
              <a:custGeom>
                <a:avLst/>
                <a:gdLst/>
                <a:ahLst/>
                <a:cxnLst/>
                <a:rect l="l" t="t" r="r" b="b"/>
                <a:pathLst>
                  <a:path w="516270" h="1019504" extrusionOk="0">
                    <a:moveTo>
                      <a:pt x="515434" y="1010234"/>
                    </a:moveTo>
                    <a:cubicBezTo>
                      <a:pt x="436259" y="886734"/>
                      <a:pt x="362295" y="760112"/>
                      <a:pt x="293542" y="630369"/>
                    </a:cubicBezTo>
                    <a:cubicBezTo>
                      <a:pt x="253650" y="554817"/>
                      <a:pt x="215638" y="478358"/>
                      <a:pt x="179507" y="400992"/>
                    </a:cubicBezTo>
                    <a:cubicBezTo>
                      <a:pt x="179659" y="400770"/>
                      <a:pt x="179790" y="400535"/>
                      <a:pt x="179899" y="400289"/>
                    </a:cubicBezTo>
                    <a:cubicBezTo>
                      <a:pt x="204206" y="324469"/>
                      <a:pt x="191904" y="240808"/>
                      <a:pt x="156769" y="170400"/>
                    </a:cubicBezTo>
                    <a:cubicBezTo>
                      <a:pt x="122601" y="101929"/>
                      <a:pt x="68135" y="45938"/>
                      <a:pt x="7178" y="635"/>
                    </a:cubicBezTo>
                    <a:cubicBezTo>
                      <a:pt x="4943" y="-647"/>
                      <a:pt x="2091" y="125"/>
                      <a:pt x="808" y="2359"/>
                    </a:cubicBezTo>
                    <a:cubicBezTo>
                      <a:pt x="409" y="3054"/>
                      <a:pt x="196" y="3841"/>
                      <a:pt x="190" y="4642"/>
                    </a:cubicBezTo>
                    <a:cubicBezTo>
                      <a:pt x="4416" y="51452"/>
                      <a:pt x="8642" y="98261"/>
                      <a:pt x="12870" y="145071"/>
                    </a:cubicBezTo>
                    <a:cubicBezTo>
                      <a:pt x="16562" y="185962"/>
                      <a:pt x="17699" y="228871"/>
                      <a:pt x="32972" y="267507"/>
                    </a:cubicBezTo>
                    <a:cubicBezTo>
                      <a:pt x="57324" y="329113"/>
                      <a:pt x="111450" y="376997"/>
                      <a:pt x="169247" y="407470"/>
                    </a:cubicBezTo>
                    <a:cubicBezTo>
                      <a:pt x="170138" y="409393"/>
                      <a:pt x="171002" y="411328"/>
                      <a:pt x="171895" y="413250"/>
                    </a:cubicBezTo>
                    <a:cubicBezTo>
                      <a:pt x="233703" y="546308"/>
                      <a:pt x="301270" y="676460"/>
                      <a:pt x="374595" y="803707"/>
                    </a:cubicBezTo>
                    <a:cubicBezTo>
                      <a:pt x="416122" y="875747"/>
                      <a:pt x="459436" y="946712"/>
                      <a:pt x="504535" y="1016600"/>
                    </a:cubicBezTo>
                    <a:cubicBezTo>
                      <a:pt x="508923" y="1023396"/>
                      <a:pt x="519835" y="1017100"/>
                      <a:pt x="515434" y="1010234"/>
                    </a:cubicBezTo>
                    <a:close/>
                    <a:moveTo>
                      <a:pt x="173558" y="388334"/>
                    </a:moveTo>
                    <a:cubicBezTo>
                      <a:pt x="168526" y="377510"/>
                      <a:pt x="163571" y="366649"/>
                      <a:pt x="158610" y="355792"/>
                    </a:cubicBezTo>
                    <a:cubicBezTo>
                      <a:pt x="158949" y="355456"/>
                      <a:pt x="159207" y="355047"/>
                      <a:pt x="159364" y="354597"/>
                    </a:cubicBezTo>
                    <a:cubicBezTo>
                      <a:pt x="164652" y="337779"/>
                      <a:pt x="172538" y="321891"/>
                      <a:pt x="182735" y="307507"/>
                    </a:cubicBezTo>
                    <a:cubicBezTo>
                      <a:pt x="183660" y="334753"/>
                      <a:pt x="180567" y="361987"/>
                      <a:pt x="173558" y="388334"/>
                    </a:cubicBezTo>
                    <a:close/>
                    <a:moveTo>
                      <a:pt x="88118" y="335217"/>
                    </a:moveTo>
                    <a:cubicBezTo>
                      <a:pt x="71544" y="318280"/>
                      <a:pt x="57771" y="298815"/>
                      <a:pt x="47318" y="277553"/>
                    </a:cubicBezTo>
                    <a:cubicBezTo>
                      <a:pt x="71688" y="280141"/>
                      <a:pt x="95635" y="285774"/>
                      <a:pt x="118600" y="294320"/>
                    </a:cubicBezTo>
                    <a:cubicBezTo>
                      <a:pt x="125927" y="311250"/>
                      <a:pt x="133352" y="328139"/>
                      <a:pt x="140873" y="344984"/>
                    </a:cubicBezTo>
                    <a:cubicBezTo>
                      <a:pt x="123864" y="339154"/>
                      <a:pt x="106088" y="335863"/>
                      <a:pt x="88118" y="335217"/>
                    </a:cubicBezTo>
                    <a:close/>
                    <a:moveTo>
                      <a:pt x="182314" y="297509"/>
                    </a:moveTo>
                    <a:cubicBezTo>
                      <a:pt x="170059" y="312534"/>
                      <a:pt x="160850" y="329801"/>
                      <a:pt x="155202" y="348345"/>
                    </a:cubicBezTo>
                    <a:cubicBezTo>
                      <a:pt x="146063" y="328267"/>
                      <a:pt x="137034" y="308136"/>
                      <a:pt x="128115" y="287955"/>
                    </a:cubicBezTo>
                    <a:cubicBezTo>
                      <a:pt x="136894" y="262676"/>
                      <a:pt x="149829" y="239036"/>
                      <a:pt x="166389" y="218009"/>
                    </a:cubicBezTo>
                    <a:cubicBezTo>
                      <a:pt x="175100" y="243713"/>
                      <a:pt x="180452" y="270434"/>
                      <a:pt x="182314" y="297509"/>
                    </a:cubicBezTo>
                    <a:close/>
                    <a:moveTo>
                      <a:pt x="147046" y="171870"/>
                    </a:moveTo>
                    <a:cubicBezTo>
                      <a:pt x="153560" y="184618"/>
                      <a:pt x="159255" y="197768"/>
                      <a:pt x="164100" y="211238"/>
                    </a:cubicBezTo>
                    <a:cubicBezTo>
                      <a:pt x="147323" y="231806"/>
                      <a:pt x="133951" y="254926"/>
                      <a:pt x="124492" y="279721"/>
                    </a:cubicBezTo>
                    <a:cubicBezTo>
                      <a:pt x="117717" y="264280"/>
                      <a:pt x="111006" y="248810"/>
                      <a:pt x="104356" y="233311"/>
                    </a:cubicBezTo>
                    <a:cubicBezTo>
                      <a:pt x="74163" y="162772"/>
                      <a:pt x="46962" y="91016"/>
                      <a:pt x="17393" y="20238"/>
                    </a:cubicBezTo>
                    <a:cubicBezTo>
                      <a:pt x="70992" y="60905"/>
                      <a:pt x="115210" y="112619"/>
                      <a:pt x="147046" y="171870"/>
                    </a:cubicBezTo>
                    <a:close/>
                    <a:moveTo>
                      <a:pt x="21272" y="136294"/>
                    </a:moveTo>
                    <a:cubicBezTo>
                      <a:pt x="17760" y="97085"/>
                      <a:pt x="14247" y="57875"/>
                      <a:pt x="10735" y="18665"/>
                    </a:cubicBezTo>
                    <a:cubicBezTo>
                      <a:pt x="31878" y="84598"/>
                      <a:pt x="58072" y="149173"/>
                      <a:pt x="84313" y="213169"/>
                    </a:cubicBezTo>
                    <a:cubicBezTo>
                      <a:pt x="94354" y="237653"/>
                      <a:pt x="104633" y="262037"/>
                      <a:pt x="115150" y="286320"/>
                    </a:cubicBezTo>
                    <a:cubicBezTo>
                      <a:pt x="92717" y="277523"/>
                      <a:pt x="68902" y="272769"/>
                      <a:pt x="44808" y="272278"/>
                    </a:cubicBezTo>
                    <a:cubicBezTo>
                      <a:pt x="42863" y="267894"/>
                      <a:pt x="41037" y="263427"/>
                      <a:pt x="39409" y="258823"/>
                    </a:cubicBezTo>
                    <a:cubicBezTo>
                      <a:pt x="25645" y="219896"/>
                      <a:pt x="24923" y="177041"/>
                      <a:pt x="21272" y="136294"/>
                    </a:cubicBezTo>
                    <a:close/>
                    <a:moveTo>
                      <a:pt x="92864" y="340006"/>
                    </a:moveTo>
                    <a:cubicBezTo>
                      <a:pt x="110269" y="342729"/>
                      <a:pt x="127424" y="346864"/>
                      <a:pt x="144157" y="352369"/>
                    </a:cubicBezTo>
                    <a:cubicBezTo>
                      <a:pt x="150807" y="367196"/>
                      <a:pt x="157533" y="381989"/>
                      <a:pt x="164336" y="396748"/>
                    </a:cubicBezTo>
                    <a:cubicBezTo>
                      <a:pt x="138769" y="380136"/>
                      <a:pt x="114838" y="361137"/>
                      <a:pt x="92864" y="3400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1"/>
              <p:cNvSpPr/>
              <p:nvPr/>
            </p:nvSpPr>
            <p:spPr>
              <a:xfrm>
                <a:off x="11389209" y="3457324"/>
                <a:ext cx="474511" cy="289409"/>
              </a:xfrm>
              <a:custGeom>
                <a:avLst/>
                <a:gdLst/>
                <a:ahLst/>
                <a:cxnLst/>
                <a:rect l="l" t="t" r="r" b="b"/>
                <a:pathLst>
                  <a:path w="345099" h="210479" extrusionOk="0">
                    <a:moveTo>
                      <a:pt x="343637" y="201281"/>
                    </a:moveTo>
                    <a:cubicBezTo>
                      <a:pt x="323447" y="185211"/>
                      <a:pt x="302472" y="170070"/>
                      <a:pt x="281143" y="155430"/>
                    </a:cubicBezTo>
                    <a:cubicBezTo>
                      <a:pt x="281699" y="154357"/>
                      <a:pt x="281768" y="153097"/>
                      <a:pt x="281331" y="151970"/>
                    </a:cubicBezTo>
                    <a:cubicBezTo>
                      <a:pt x="264322" y="98905"/>
                      <a:pt x="228737" y="53749"/>
                      <a:pt x="181105" y="24783"/>
                    </a:cubicBezTo>
                    <a:cubicBezTo>
                      <a:pt x="157724" y="11236"/>
                      <a:pt x="131648" y="2991"/>
                      <a:pt x="104724" y="633"/>
                    </a:cubicBezTo>
                    <a:cubicBezTo>
                      <a:pt x="71906" y="-2043"/>
                      <a:pt x="38199" y="4622"/>
                      <a:pt x="5681" y="8446"/>
                    </a:cubicBezTo>
                    <a:cubicBezTo>
                      <a:pt x="1489" y="8939"/>
                      <a:pt x="-2005" y="14229"/>
                      <a:pt x="1865" y="17652"/>
                    </a:cubicBezTo>
                    <a:cubicBezTo>
                      <a:pt x="44048" y="54954"/>
                      <a:pt x="66920" y="109357"/>
                      <a:pt x="110742" y="144996"/>
                    </a:cubicBezTo>
                    <a:cubicBezTo>
                      <a:pt x="132373" y="162721"/>
                      <a:pt x="158591" y="173953"/>
                      <a:pt x="186353" y="177388"/>
                    </a:cubicBezTo>
                    <a:cubicBezTo>
                      <a:pt x="200217" y="179137"/>
                      <a:pt x="214261" y="178855"/>
                      <a:pt x="228043" y="176550"/>
                    </a:cubicBezTo>
                    <a:cubicBezTo>
                      <a:pt x="244376" y="173770"/>
                      <a:pt x="259443" y="166720"/>
                      <a:pt x="275920" y="165066"/>
                    </a:cubicBezTo>
                    <a:cubicBezTo>
                      <a:pt x="296570" y="179568"/>
                      <a:pt x="317001" y="194414"/>
                      <a:pt x="337212" y="209604"/>
                    </a:cubicBezTo>
                    <a:cubicBezTo>
                      <a:pt x="341973" y="213194"/>
                      <a:pt x="348347" y="205030"/>
                      <a:pt x="343637" y="201281"/>
                    </a:cubicBezTo>
                    <a:close/>
                    <a:moveTo>
                      <a:pt x="246804" y="132689"/>
                    </a:moveTo>
                    <a:cubicBezTo>
                      <a:pt x="243152" y="124432"/>
                      <a:pt x="240441" y="115792"/>
                      <a:pt x="238722" y="106930"/>
                    </a:cubicBezTo>
                    <a:cubicBezTo>
                      <a:pt x="237751" y="101839"/>
                      <a:pt x="237125" y="96689"/>
                      <a:pt x="236848" y="91514"/>
                    </a:cubicBezTo>
                    <a:cubicBezTo>
                      <a:pt x="236811" y="90832"/>
                      <a:pt x="236845" y="90085"/>
                      <a:pt x="236858" y="89357"/>
                    </a:cubicBezTo>
                    <a:cubicBezTo>
                      <a:pt x="249897" y="107051"/>
                      <a:pt x="260593" y="126354"/>
                      <a:pt x="268680" y="146788"/>
                    </a:cubicBezTo>
                    <a:cubicBezTo>
                      <a:pt x="261464" y="141967"/>
                      <a:pt x="254117" y="137359"/>
                      <a:pt x="246804" y="132689"/>
                    </a:cubicBezTo>
                    <a:close/>
                    <a:moveTo>
                      <a:pt x="230182" y="80773"/>
                    </a:moveTo>
                    <a:cubicBezTo>
                      <a:pt x="229833" y="84610"/>
                      <a:pt x="229905" y="88473"/>
                      <a:pt x="230398" y="92294"/>
                    </a:cubicBezTo>
                    <a:cubicBezTo>
                      <a:pt x="230726" y="97788"/>
                      <a:pt x="231405" y="103256"/>
                      <a:pt x="232430" y="108664"/>
                    </a:cubicBezTo>
                    <a:cubicBezTo>
                      <a:pt x="233609" y="114787"/>
                      <a:pt x="235261" y="120810"/>
                      <a:pt x="237369" y="126678"/>
                    </a:cubicBezTo>
                    <a:cubicBezTo>
                      <a:pt x="220132" y="115879"/>
                      <a:pt x="202743" y="105346"/>
                      <a:pt x="185106" y="95330"/>
                    </a:cubicBezTo>
                    <a:cubicBezTo>
                      <a:pt x="185083" y="94955"/>
                      <a:pt x="184992" y="94587"/>
                      <a:pt x="184837" y="94245"/>
                    </a:cubicBezTo>
                    <a:cubicBezTo>
                      <a:pt x="173461" y="72462"/>
                      <a:pt x="164750" y="49390"/>
                      <a:pt x="158890" y="25527"/>
                    </a:cubicBezTo>
                    <a:cubicBezTo>
                      <a:pt x="163526" y="27579"/>
                      <a:pt x="168106" y="29760"/>
                      <a:pt x="172559" y="32195"/>
                    </a:cubicBezTo>
                    <a:cubicBezTo>
                      <a:pt x="194710" y="44539"/>
                      <a:pt x="214274" y="61032"/>
                      <a:pt x="230182" y="80773"/>
                    </a:cubicBezTo>
                    <a:close/>
                    <a:moveTo>
                      <a:pt x="93338" y="10820"/>
                    </a:moveTo>
                    <a:cubicBezTo>
                      <a:pt x="114821" y="11207"/>
                      <a:pt x="136026" y="15737"/>
                      <a:pt x="155789" y="24162"/>
                    </a:cubicBezTo>
                    <a:cubicBezTo>
                      <a:pt x="155651" y="24353"/>
                      <a:pt x="155576" y="24583"/>
                      <a:pt x="155576" y="24819"/>
                    </a:cubicBezTo>
                    <a:cubicBezTo>
                      <a:pt x="158200" y="47573"/>
                      <a:pt x="164971" y="69655"/>
                      <a:pt x="175553" y="89971"/>
                    </a:cubicBezTo>
                    <a:cubicBezTo>
                      <a:pt x="126326" y="62085"/>
                      <a:pt x="75181" y="37727"/>
                      <a:pt x="22501" y="17080"/>
                    </a:cubicBezTo>
                    <a:cubicBezTo>
                      <a:pt x="45932" y="13291"/>
                      <a:pt x="69606" y="11199"/>
                      <a:pt x="93338" y="10820"/>
                    </a:cubicBezTo>
                    <a:close/>
                    <a:moveTo>
                      <a:pt x="19267" y="19556"/>
                    </a:moveTo>
                    <a:cubicBezTo>
                      <a:pt x="69161" y="42662"/>
                      <a:pt x="118043" y="66876"/>
                      <a:pt x="165661" y="94330"/>
                    </a:cubicBezTo>
                    <a:cubicBezTo>
                      <a:pt x="142719" y="97819"/>
                      <a:pt x="121479" y="108500"/>
                      <a:pt x="105004" y="124832"/>
                    </a:cubicBezTo>
                    <a:cubicBezTo>
                      <a:pt x="72766" y="92931"/>
                      <a:pt x="51167" y="51811"/>
                      <a:pt x="19268" y="19556"/>
                    </a:cubicBezTo>
                    <a:close/>
                    <a:moveTo>
                      <a:pt x="109759" y="129520"/>
                    </a:moveTo>
                    <a:cubicBezTo>
                      <a:pt x="118443" y="121031"/>
                      <a:pt x="128453" y="114013"/>
                      <a:pt x="139396" y="108742"/>
                    </a:cubicBezTo>
                    <a:cubicBezTo>
                      <a:pt x="150547" y="103635"/>
                      <a:pt x="162502" y="100502"/>
                      <a:pt x="174727" y="99484"/>
                    </a:cubicBezTo>
                    <a:cubicBezTo>
                      <a:pt x="176275" y="100395"/>
                      <a:pt x="177855" y="101224"/>
                      <a:pt x="179401" y="102143"/>
                    </a:cubicBezTo>
                    <a:cubicBezTo>
                      <a:pt x="198516" y="113492"/>
                      <a:pt x="217184" y="125456"/>
                      <a:pt x="235678" y="137666"/>
                    </a:cubicBezTo>
                    <a:cubicBezTo>
                      <a:pt x="211485" y="142546"/>
                      <a:pt x="188089" y="150770"/>
                      <a:pt x="166166" y="162100"/>
                    </a:cubicBezTo>
                    <a:cubicBezTo>
                      <a:pt x="146181" y="156143"/>
                      <a:pt x="127761" y="145847"/>
                      <a:pt x="112222" y="131947"/>
                    </a:cubicBezTo>
                    <a:cubicBezTo>
                      <a:pt x="111358" y="131175"/>
                      <a:pt x="110607" y="130305"/>
                      <a:pt x="109759" y="129520"/>
                    </a:cubicBezTo>
                    <a:close/>
                    <a:moveTo>
                      <a:pt x="239446" y="163691"/>
                    </a:moveTo>
                    <a:cubicBezTo>
                      <a:pt x="224676" y="167320"/>
                      <a:pt x="209424" y="168587"/>
                      <a:pt x="194258" y="167445"/>
                    </a:cubicBezTo>
                    <a:cubicBezTo>
                      <a:pt x="187671" y="166899"/>
                      <a:pt x="181133" y="165870"/>
                      <a:pt x="174696" y="164367"/>
                    </a:cubicBezTo>
                    <a:cubicBezTo>
                      <a:pt x="196720" y="154671"/>
                      <a:pt x="219745" y="147428"/>
                      <a:pt x="243354" y="142767"/>
                    </a:cubicBezTo>
                    <a:cubicBezTo>
                      <a:pt x="250784" y="147735"/>
                      <a:pt x="258228" y="152687"/>
                      <a:pt x="265578" y="157772"/>
                    </a:cubicBezTo>
                    <a:cubicBezTo>
                      <a:pt x="256755" y="159215"/>
                      <a:pt x="248028" y="161192"/>
                      <a:pt x="239446" y="163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1"/>
              <p:cNvSpPr/>
              <p:nvPr/>
            </p:nvSpPr>
            <p:spPr>
              <a:xfrm>
                <a:off x="11843050" y="3110397"/>
                <a:ext cx="219424" cy="729613"/>
              </a:xfrm>
              <a:custGeom>
                <a:avLst/>
                <a:gdLst/>
                <a:ahLst/>
                <a:cxnLst/>
                <a:rect l="l" t="t" r="r" b="b"/>
                <a:pathLst>
                  <a:path w="159581" h="530628" extrusionOk="0">
                    <a:moveTo>
                      <a:pt x="131016" y="3617"/>
                    </a:moveTo>
                    <a:cubicBezTo>
                      <a:pt x="130192" y="929"/>
                      <a:pt x="127344" y="-583"/>
                      <a:pt x="124654" y="240"/>
                    </a:cubicBezTo>
                    <a:cubicBezTo>
                      <a:pt x="123478" y="600"/>
                      <a:pt x="122472" y="1373"/>
                      <a:pt x="121822" y="2416"/>
                    </a:cubicBezTo>
                    <a:cubicBezTo>
                      <a:pt x="105209" y="34539"/>
                      <a:pt x="72610" y="52666"/>
                      <a:pt x="49282" y="79168"/>
                    </a:cubicBezTo>
                    <a:cubicBezTo>
                      <a:pt x="26884" y="105106"/>
                      <a:pt x="11539" y="136364"/>
                      <a:pt x="4719" y="169939"/>
                    </a:cubicBezTo>
                    <a:cubicBezTo>
                      <a:pt x="-8563" y="239188"/>
                      <a:pt x="7664" y="310835"/>
                      <a:pt x="49491" y="367620"/>
                    </a:cubicBezTo>
                    <a:cubicBezTo>
                      <a:pt x="44874" y="420087"/>
                      <a:pt x="44029" y="472817"/>
                      <a:pt x="46962" y="525404"/>
                    </a:cubicBezTo>
                    <a:cubicBezTo>
                      <a:pt x="47068" y="528402"/>
                      <a:pt x="49586" y="530746"/>
                      <a:pt x="52586" y="530640"/>
                    </a:cubicBezTo>
                    <a:cubicBezTo>
                      <a:pt x="55437" y="530540"/>
                      <a:pt x="57725" y="528253"/>
                      <a:pt x="57825" y="525404"/>
                    </a:cubicBezTo>
                    <a:cubicBezTo>
                      <a:pt x="57717" y="473844"/>
                      <a:pt x="58588" y="422646"/>
                      <a:pt x="61776" y="371528"/>
                    </a:cubicBezTo>
                    <a:cubicBezTo>
                      <a:pt x="63906" y="373317"/>
                      <a:pt x="67085" y="373041"/>
                      <a:pt x="68875" y="370911"/>
                    </a:cubicBezTo>
                    <a:cubicBezTo>
                      <a:pt x="69015" y="370745"/>
                      <a:pt x="69143" y="370570"/>
                      <a:pt x="69260" y="370387"/>
                    </a:cubicBezTo>
                    <a:cubicBezTo>
                      <a:pt x="103752" y="316973"/>
                      <a:pt x="138833" y="261283"/>
                      <a:pt x="153595" y="198670"/>
                    </a:cubicBezTo>
                    <a:cubicBezTo>
                      <a:pt x="169473" y="131318"/>
                      <a:pt x="152133" y="67658"/>
                      <a:pt x="131016" y="3617"/>
                    </a:cubicBezTo>
                    <a:close/>
                    <a:moveTo>
                      <a:pt x="147242" y="178471"/>
                    </a:moveTo>
                    <a:cubicBezTo>
                      <a:pt x="121972" y="186727"/>
                      <a:pt x="98873" y="200534"/>
                      <a:pt x="79642" y="218879"/>
                    </a:cubicBezTo>
                    <a:cubicBezTo>
                      <a:pt x="84409" y="191359"/>
                      <a:pt x="89865" y="163971"/>
                      <a:pt x="96008" y="136716"/>
                    </a:cubicBezTo>
                    <a:cubicBezTo>
                      <a:pt x="96553" y="134310"/>
                      <a:pt x="97192" y="131929"/>
                      <a:pt x="97756" y="129528"/>
                    </a:cubicBezTo>
                    <a:cubicBezTo>
                      <a:pt x="110434" y="113365"/>
                      <a:pt x="126662" y="100333"/>
                      <a:pt x="145186" y="91440"/>
                    </a:cubicBezTo>
                    <a:cubicBezTo>
                      <a:pt x="145859" y="94930"/>
                      <a:pt x="146690" y="98385"/>
                      <a:pt x="147249" y="101899"/>
                    </a:cubicBezTo>
                    <a:cubicBezTo>
                      <a:pt x="151293" y="127263"/>
                      <a:pt x="151291" y="153108"/>
                      <a:pt x="147242" y="178471"/>
                    </a:cubicBezTo>
                    <a:close/>
                    <a:moveTo>
                      <a:pt x="56595" y="300475"/>
                    </a:moveTo>
                    <a:cubicBezTo>
                      <a:pt x="46629" y="283302"/>
                      <a:pt x="31749" y="269503"/>
                      <a:pt x="13868" y="260853"/>
                    </a:cubicBezTo>
                    <a:cubicBezTo>
                      <a:pt x="8906" y="234891"/>
                      <a:pt x="8465" y="208268"/>
                      <a:pt x="12566" y="182156"/>
                    </a:cubicBezTo>
                    <a:cubicBezTo>
                      <a:pt x="21773" y="189108"/>
                      <a:pt x="31154" y="195786"/>
                      <a:pt x="39863" y="203416"/>
                    </a:cubicBezTo>
                    <a:cubicBezTo>
                      <a:pt x="49510" y="211950"/>
                      <a:pt x="58560" y="221134"/>
                      <a:pt x="66952" y="230904"/>
                    </a:cubicBezTo>
                    <a:cubicBezTo>
                      <a:pt x="65126" y="241485"/>
                      <a:pt x="63413" y="252086"/>
                      <a:pt x="61812" y="262707"/>
                    </a:cubicBezTo>
                    <a:cubicBezTo>
                      <a:pt x="59931" y="275235"/>
                      <a:pt x="58192" y="287824"/>
                      <a:pt x="56595" y="300475"/>
                    </a:cubicBezTo>
                    <a:close/>
                    <a:moveTo>
                      <a:pt x="144139" y="86133"/>
                    </a:moveTo>
                    <a:cubicBezTo>
                      <a:pt x="127555" y="93824"/>
                      <a:pt x="112700" y="104790"/>
                      <a:pt x="100469" y="118370"/>
                    </a:cubicBezTo>
                    <a:cubicBezTo>
                      <a:pt x="108542" y="85591"/>
                      <a:pt x="117812" y="53132"/>
                      <a:pt x="125897" y="20364"/>
                    </a:cubicBezTo>
                    <a:cubicBezTo>
                      <a:pt x="133165" y="41941"/>
                      <a:pt x="139255" y="63896"/>
                      <a:pt x="144139" y="86133"/>
                    </a:cubicBezTo>
                    <a:close/>
                    <a:moveTo>
                      <a:pt x="65804" y="76300"/>
                    </a:moveTo>
                    <a:cubicBezTo>
                      <a:pt x="84241" y="58221"/>
                      <a:pt x="105613" y="42927"/>
                      <a:pt x="121003" y="22307"/>
                    </a:cubicBezTo>
                    <a:cubicBezTo>
                      <a:pt x="107473" y="58183"/>
                      <a:pt x="96336" y="94915"/>
                      <a:pt x="87666" y="132263"/>
                    </a:cubicBezTo>
                    <a:cubicBezTo>
                      <a:pt x="87584" y="132591"/>
                      <a:pt x="87514" y="132923"/>
                      <a:pt x="87432" y="133251"/>
                    </a:cubicBezTo>
                    <a:cubicBezTo>
                      <a:pt x="76294" y="118978"/>
                      <a:pt x="63915" y="105717"/>
                      <a:pt x="50439" y="93622"/>
                    </a:cubicBezTo>
                    <a:cubicBezTo>
                      <a:pt x="55172" y="87515"/>
                      <a:pt x="60305" y="81728"/>
                      <a:pt x="65804" y="76300"/>
                    </a:cubicBezTo>
                    <a:close/>
                    <a:moveTo>
                      <a:pt x="48307" y="96352"/>
                    </a:moveTo>
                    <a:cubicBezTo>
                      <a:pt x="61689" y="109972"/>
                      <a:pt x="74264" y="124362"/>
                      <a:pt x="85969" y="139446"/>
                    </a:cubicBezTo>
                    <a:cubicBezTo>
                      <a:pt x="79182" y="167289"/>
                      <a:pt x="73289" y="195323"/>
                      <a:pt x="68290" y="223548"/>
                    </a:cubicBezTo>
                    <a:cubicBezTo>
                      <a:pt x="52706" y="205079"/>
                      <a:pt x="34146" y="189340"/>
                      <a:pt x="13374" y="176979"/>
                    </a:cubicBezTo>
                    <a:cubicBezTo>
                      <a:pt x="14192" y="172636"/>
                      <a:pt x="15150" y="168314"/>
                      <a:pt x="16249" y="164012"/>
                    </a:cubicBezTo>
                    <a:cubicBezTo>
                      <a:pt x="22394" y="139577"/>
                      <a:pt x="33286" y="116587"/>
                      <a:pt x="48307" y="96352"/>
                    </a:cubicBezTo>
                    <a:close/>
                    <a:moveTo>
                      <a:pt x="15571" y="269594"/>
                    </a:moveTo>
                    <a:cubicBezTo>
                      <a:pt x="15406" y="268851"/>
                      <a:pt x="15293" y="268099"/>
                      <a:pt x="15135" y="267355"/>
                    </a:cubicBezTo>
                    <a:cubicBezTo>
                      <a:pt x="31902" y="277968"/>
                      <a:pt x="45655" y="292712"/>
                      <a:pt x="55074" y="310169"/>
                    </a:cubicBezTo>
                    <a:cubicBezTo>
                      <a:pt x="55148" y="310313"/>
                      <a:pt x="55287" y="310381"/>
                      <a:pt x="55381" y="310503"/>
                    </a:cubicBezTo>
                    <a:cubicBezTo>
                      <a:pt x="53499" y="325938"/>
                      <a:pt x="51792" y="341420"/>
                      <a:pt x="50387" y="356956"/>
                    </a:cubicBezTo>
                    <a:cubicBezTo>
                      <a:pt x="34895" y="329536"/>
                      <a:pt x="23184" y="300150"/>
                      <a:pt x="15571" y="269594"/>
                    </a:cubicBezTo>
                    <a:close/>
                    <a:moveTo>
                      <a:pt x="62302" y="362571"/>
                    </a:moveTo>
                    <a:cubicBezTo>
                      <a:pt x="63627" y="343058"/>
                      <a:pt x="65361" y="323549"/>
                      <a:pt x="67504" y="304044"/>
                    </a:cubicBezTo>
                    <a:cubicBezTo>
                      <a:pt x="80158" y="293686"/>
                      <a:pt x="94844" y="286093"/>
                      <a:pt x="110614" y="281754"/>
                    </a:cubicBezTo>
                    <a:cubicBezTo>
                      <a:pt x="96108" y="309616"/>
                      <a:pt x="79210" y="336362"/>
                      <a:pt x="62302" y="362571"/>
                    </a:cubicBezTo>
                    <a:close/>
                    <a:moveTo>
                      <a:pt x="114124" y="274772"/>
                    </a:moveTo>
                    <a:cubicBezTo>
                      <a:pt x="97579" y="278329"/>
                      <a:pt x="81988" y="285388"/>
                      <a:pt x="68403" y="295473"/>
                    </a:cubicBezTo>
                    <a:cubicBezTo>
                      <a:pt x="69636" y="284824"/>
                      <a:pt x="71005" y="274171"/>
                      <a:pt x="72512" y="263515"/>
                    </a:cubicBezTo>
                    <a:cubicBezTo>
                      <a:pt x="74168" y="251879"/>
                      <a:pt x="75972" y="240265"/>
                      <a:pt x="77925" y="228673"/>
                    </a:cubicBezTo>
                    <a:cubicBezTo>
                      <a:pt x="97627" y="209762"/>
                      <a:pt x="120801" y="194834"/>
                      <a:pt x="146171" y="184710"/>
                    </a:cubicBezTo>
                    <a:cubicBezTo>
                      <a:pt x="145246" y="189697"/>
                      <a:pt x="144219" y="194675"/>
                      <a:pt x="142980" y="199630"/>
                    </a:cubicBezTo>
                    <a:cubicBezTo>
                      <a:pt x="136156" y="225662"/>
                      <a:pt x="126479" y="250862"/>
                      <a:pt x="114124" y="274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1"/>
              <p:cNvSpPr/>
              <p:nvPr/>
            </p:nvSpPr>
            <p:spPr>
              <a:xfrm>
                <a:off x="12156085" y="3929119"/>
                <a:ext cx="316190" cy="282656"/>
              </a:xfrm>
              <a:custGeom>
                <a:avLst/>
                <a:gdLst/>
                <a:ahLst/>
                <a:cxnLst/>
                <a:rect l="l" t="t" r="r" b="b"/>
                <a:pathLst>
                  <a:path w="229956" h="205568" extrusionOk="0">
                    <a:moveTo>
                      <a:pt x="107877" y="191474"/>
                    </a:moveTo>
                    <a:cubicBezTo>
                      <a:pt x="78964" y="187120"/>
                      <a:pt x="50065" y="182142"/>
                      <a:pt x="21428" y="176421"/>
                    </a:cubicBezTo>
                    <a:cubicBezTo>
                      <a:pt x="-394" y="120269"/>
                      <a:pt x="-5533" y="59015"/>
                      <a:pt x="6629" y="16"/>
                    </a:cubicBezTo>
                    <a:cubicBezTo>
                      <a:pt x="23364" y="14952"/>
                      <a:pt x="39121" y="30946"/>
                      <a:pt x="53804" y="47901"/>
                    </a:cubicBezTo>
                    <a:cubicBezTo>
                      <a:pt x="73735" y="71049"/>
                      <a:pt x="91571" y="95966"/>
                      <a:pt x="112863" y="117880"/>
                    </a:cubicBezTo>
                    <a:cubicBezTo>
                      <a:pt x="146909" y="153069"/>
                      <a:pt x="188681" y="179486"/>
                      <a:pt x="230146" y="205584"/>
                    </a:cubicBezTo>
                    <a:cubicBezTo>
                      <a:pt x="189263" y="202259"/>
                      <a:pt x="148507" y="197555"/>
                      <a:pt x="107877" y="19147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21"/>
              <p:cNvSpPr/>
              <p:nvPr/>
            </p:nvSpPr>
            <p:spPr>
              <a:xfrm>
                <a:off x="11963231" y="3799396"/>
                <a:ext cx="221983" cy="372230"/>
              </a:xfrm>
              <a:custGeom>
                <a:avLst/>
                <a:gdLst/>
                <a:ahLst/>
                <a:cxnLst/>
                <a:rect l="l" t="t" r="r" b="b"/>
                <a:pathLst>
                  <a:path w="161442" h="270713" extrusionOk="0">
                    <a:moveTo>
                      <a:pt x="8811" y="16"/>
                    </a:moveTo>
                    <a:cubicBezTo>
                      <a:pt x="58532" y="25647"/>
                      <a:pt x="104891" y="57323"/>
                      <a:pt x="146833" y="94324"/>
                    </a:cubicBezTo>
                    <a:cubicBezTo>
                      <a:pt x="134671" y="153323"/>
                      <a:pt x="139810" y="214577"/>
                      <a:pt x="161632" y="270729"/>
                    </a:cubicBezTo>
                    <a:cubicBezTo>
                      <a:pt x="120058" y="262511"/>
                      <a:pt x="78843" y="252886"/>
                      <a:pt x="37988" y="241854"/>
                    </a:cubicBezTo>
                    <a:cubicBezTo>
                      <a:pt x="39050" y="241812"/>
                      <a:pt x="40201" y="241760"/>
                      <a:pt x="41263" y="241717"/>
                    </a:cubicBezTo>
                    <a:cubicBezTo>
                      <a:pt x="23311" y="225971"/>
                      <a:pt x="17630" y="200802"/>
                      <a:pt x="13227" y="177343"/>
                    </a:cubicBezTo>
                    <a:cubicBezTo>
                      <a:pt x="2176" y="118702"/>
                      <a:pt x="-7347" y="57295"/>
                      <a:pt x="8811" y="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21"/>
              <p:cNvSpPr/>
              <p:nvPr/>
            </p:nvSpPr>
            <p:spPr>
              <a:xfrm>
                <a:off x="11741718" y="3706865"/>
                <a:ext cx="277904" cy="425024"/>
              </a:xfrm>
              <a:custGeom>
                <a:avLst/>
                <a:gdLst/>
                <a:ahLst/>
                <a:cxnLst/>
                <a:rect l="l" t="t" r="r" b="b"/>
                <a:pathLst>
                  <a:path w="202112" h="309108" extrusionOk="0">
                    <a:moveTo>
                      <a:pt x="174266" y="244613"/>
                    </a:moveTo>
                    <a:cubicBezTo>
                      <a:pt x="178669" y="268072"/>
                      <a:pt x="184350" y="293241"/>
                      <a:pt x="202302" y="308987"/>
                    </a:cubicBezTo>
                    <a:cubicBezTo>
                      <a:pt x="201240" y="309029"/>
                      <a:pt x="200090" y="309082"/>
                      <a:pt x="199028" y="309124"/>
                    </a:cubicBezTo>
                    <a:cubicBezTo>
                      <a:pt x="139869" y="293203"/>
                      <a:pt x="81541" y="274395"/>
                      <a:pt x="24044" y="252699"/>
                    </a:cubicBezTo>
                    <a:cubicBezTo>
                      <a:pt x="-3391" y="171197"/>
                      <a:pt x="-7246" y="83610"/>
                      <a:pt x="12921" y="16"/>
                    </a:cubicBezTo>
                    <a:cubicBezTo>
                      <a:pt x="66838" y="18492"/>
                      <a:pt x="119295" y="40978"/>
                      <a:pt x="169850" y="67285"/>
                    </a:cubicBezTo>
                    <a:cubicBezTo>
                      <a:pt x="153692" y="124565"/>
                      <a:pt x="163215" y="185972"/>
                      <a:pt x="174266" y="2446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1"/>
              <p:cNvSpPr/>
              <p:nvPr/>
            </p:nvSpPr>
            <p:spPr>
              <a:xfrm>
                <a:off x="11532063" y="3639383"/>
                <a:ext cx="242374" cy="414895"/>
              </a:xfrm>
              <a:custGeom>
                <a:avLst/>
                <a:gdLst/>
                <a:ahLst/>
                <a:cxnLst/>
                <a:rect l="l" t="t" r="r" b="b"/>
                <a:pathLst>
                  <a:path w="176272" h="301742" extrusionOk="0">
                    <a:moveTo>
                      <a:pt x="190" y="10374"/>
                    </a:moveTo>
                    <a:lnTo>
                      <a:pt x="2738" y="16"/>
                    </a:lnTo>
                    <a:cubicBezTo>
                      <a:pt x="56809" y="13629"/>
                      <a:pt x="110382" y="29704"/>
                      <a:pt x="163009" y="48207"/>
                    </a:cubicBezTo>
                    <a:cubicBezTo>
                      <a:pt x="163753" y="48471"/>
                      <a:pt x="164585" y="48724"/>
                      <a:pt x="165340" y="49075"/>
                    </a:cubicBezTo>
                    <a:cubicBezTo>
                      <a:pt x="145171" y="132670"/>
                      <a:pt x="149027" y="220256"/>
                      <a:pt x="176462" y="301758"/>
                    </a:cubicBezTo>
                    <a:cubicBezTo>
                      <a:pt x="124242" y="282228"/>
                      <a:pt x="73012" y="260383"/>
                      <a:pt x="22772" y="236224"/>
                    </a:cubicBezTo>
                    <a:cubicBezTo>
                      <a:pt x="23199" y="236082"/>
                      <a:pt x="23724" y="236017"/>
                      <a:pt x="24152" y="235876"/>
                    </a:cubicBezTo>
                    <a:cubicBezTo>
                      <a:pt x="9025" y="161638"/>
                      <a:pt x="1002" y="86131"/>
                      <a:pt x="190" y="1037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21"/>
              <p:cNvSpPr/>
              <p:nvPr/>
            </p:nvSpPr>
            <p:spPr>
              <a:xfrm>
                <a:off x="11308222" y="3593480"/>
                <a:ext cx="256701" cy="370671"/>
              </a:xfrm>
              <a:custGeom>
                <a:avLst/>
                <a:gdLst/>
                <a:ahLst/>
                <a:cxnLst/>
                <a:rect l="l" t="t" r="r" b="b"/>
                <a:pathLst>
                  <a:path w="186692" h="269579" extrusionOk="0">
                    <a:moveTo>
                      <a:pt x="190" y="5190"/>
                    </a:moveTo>
                    <a:lnTo>
                      <a:pt x="1064" y="16"/>
                    </a:lnTo>
                    <a:cubicBezTo>
                      <a:pt x="13686" y="2107"/>
                      <a:pt x="26221" y="4209"/>
                      <a:pt x="38679" y="6409"/>
                    </a:cubicBezTo>
                    <a:cubicBezTo>
                      <a:pt x="81230" y="13885"/>
                      <a:pt x="123493" y="22878"/>
                      <a:pt x="165468" y="33387"/>
                    </a:cubicBezTo>
                    <a:lnTo>
                      <a:pt x="162920" y="43745"/>
                    </a:lnTo>
                    <a:cubicBezTo>
                      <a:pt x="163732" y="119502"/>
                      <a:pt x="171756" y="195009"/>
                      <a:pt x="186882" y="269247"/>
                    </a:cubicBezTo>
                    <a:cubicBezTo>
                      <a:pt x="186455" y="269388"/>
                      <a:pt x="185929" y="269453"/>
                      <a:pt x="185502" y="269595"/>
                    </a:cubicBezTo>
                    <a:cubicBezTo>
                      <a:pt x="132088" y="243988"/>
                      <a:pt x="79797" y="215934"/>
                      <a:pt x="29075" y="185463"/>
                    </a:cubicBezTo>
                    <a:cubicBezTo>
                      <a:pt x="11593" y="126894"/>
                      <a:pt x="1881" y="66285"/>
                      <a:pt x="190" y="51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21"/>
              <p:cNvSpPr/>
              <p:nvPr/>
            </p:nvSpPr>
            <p:spPr>
              <a:xfrm>
                <a:off x="11174656" y="3572011"/>
                <a:ext cx="173234" cy="276449"/>
              </a:xfrm>
              <a:custGeom>
                <a:avLst/>
                <a:gdLst/>
                <a:ahLst/>
                <a:cxnLst/>
                <a:rect l="l" t="t" r="r" b="b"/>
                <a:pathLst>
                  <a:path w="125988" h="201054" extrusionOk="0">
                    <a:moveTo>
                      <a:pt x="190" y="5190"/>
                    </a:moveTo>
                    <a:lnTo>
                      <a:pt x="1064" y="16"/>
                    </a:lnTo>
                    <a:cubicBezTo>
                      <a:pt x="33326" y="5558"/>
                      <a:pt x="65862" y="10443"/>
                      <a:pt x="98167" y="15624"/>
                    </a:cubicBezTo>
                    <a:lnTo>
                      <a:pt x="97293" y="20798"/>
                    </a:lnTo>
                    <a:cubicBezTo>
                      <a:pt x="98984" y="81893"/>
                      <a:pt x="108696" y="142502"/>
                      <a:pt x="126178" y="201071"/>
                    </a:cubicBezTo>
                    <a:cubicBezTo>
                      <a:pt x="86602" y="177318"/>
                      <a:pt x="47953" y="152177"/>
                      <a:pt x="10230" y="125647"/>
                    </a:cubicBezTo>
                    <a:lnTo>
                      <a:pt x="15257" y="125295"/>
                    </a:lnTo>
                    <a:cubicBezTo>
                      <a:pt x="7351" y="85674"/>
                      <a:pt x="2315" y="45535"/>
                      <a:pt x="190" y="51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21"/>
              <p:cNvSpPr/>
              <p:nvPr/>
            </p:nvSpPr>
            <p:spPr>
              <a:xfrm>
                <a:off x="10875141" y="3483091"/>
                <a:ext cx="320115" cy="261629"/>
              </a:xfrm>
              <a:custGeom>
                <a:avLst/>
                <a:gdLst/>
                <a:ahLst/>
                <a:cxnLst/>
                <a:rect l="l" t="t" r="r" b="b"/>
                <a:pathLst>
                  <a:path w="232811" h="190276" extrusionOk="0">
                    <a:moveTo>
                      <a:pt x="145499" y="128795"/>
                    </a:moveTo>
                    <a:cubicBezTo>
                      <a:pt x="94847" y="88900"/>
                      <a:pt x="46343" y="46355"/>
                      <a:pt x="190" y="1338"/>
                    </a:cubicBezTo>
                    <a:lnTo>
                      <a:pt x="827" y="16"/>
                    </a:lnTo>
                    <a:cubicBezTo>
                      <a:pt x="68526" y="34709"/>
                      <a:pt x="143024" y="51675"/>
                      <a:pt x="218809" y="64661"/>
                    </a:cubicBezTo>
                    <a:lnTo>
                      <a:pt x="217935" y="69835"/>
                    </a:lnTo>
                    <a:cubicBezTo>
                      <a:pt x="220060" y="110180"/>
                      <a:pt x="225096" y="150319"/>
                      <a:pt x="233002" y="189940"/>
                    </a:cubicBezTo>
                    <a:lnTo>
                      <a:pt x="227975" y="190292"/>
                    </a:lnTo>
                    <a:cubicBezTo>
                      <a:pt x="199933" y="170631"/>
                      <a:pt x="172442" y="150132"/>
                      <a:pt x="145499" y="1287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21"/>
              <p:cNvSpPr/>
              <p:nvPr/>
            </p:nvSpPr>
            <p:spPr>
              <a:xfrm>
                <a:off x="10857434" y="3473272"/>
                <a:ext cx="220846" cy="204772"/>
              </a:xfrm>
              <a:custGeom>
                <a:avLst/>
                <a:gdLst/>
                <a:ahLst/>
                <a:cxnLst/>
                <a:rect l="l" t="t" r="r" b="b"/>
                <a:pathLst>
                  <a:path w="160615" h="148925" extrusionOk="0">
                    <a:moveTo>
                      <a:pt x="13064" y="8476"/>
                    </a:moveTo>
                    <a:cubicBezTo>
                      <a:pt x="59217" y="53493"/>
                      <a:pt x="107721" y="96038"/>
                      <a:pt x="158373" y="135933"/>
                    </a:cubicBezTo>
                    <a:cubicBezTo>
                      <a:pt x="159097" y="137508"/>
                      <a:pt x="159909" y="139040"/>
                      <a:pt x="160806" y="140523"/>
                    </a:cubicBezTo>
                    <a:cubicBezTo>
                      <a:pt x="140607" y="135205"/>
                      <a:pt x="119178" y="137181"/>
                      <a:pt x="100294" y="146102"/>
                    </a:cubicBezTo>
                    <a:lnTo>
                      <a:pt x="96730" y="148941"/>
                    </a:lnTo>
                    <a:cubicBezTo>
                      <a:pt x="59693" y="102617"/>
                      <a:pt x="27354" y="52730"/>
                      <a:pt x="190" y="16"/>
                    </a:cubicBezTo>
                    <a:cubicBezTo>
                      <a:pt x="4675" y="2487"/>
                      <a:pt x="9150" y="4869"/>
                      <a:pt x="13701" y="715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21"/>
              <p:cNvSpPr/>
              <p:nvPr/>
            </p:nvSpPr>
            <p:spPr>
              <a:xfrm>
                <a:off x="10990227" y="3660229"/>
                <a:ext cx="198162" cy="114504"/>
              </a:xfrm>
              <a:custGeom>
                <a:avLst/>
                <a:gdLst/>
                <a:ahLst/>
                <a:cxnLst/>
                <a:rect l="l" t="t" r="r" b="b"/>
                <a:pathLst>
                  <a:path w="144118" h="83276" extrusionOk="0">
                    <a:moveTo>
                      <a:pt x="64265" y="4605"/>
                    </a:moveTo>
                    <a:cubicBezTo>
                      <a:pt x="63368" y="3123"/>
                      <a:pt x="62556" y="1590"/>
                      <a:pt x="61832" y="16"/>
                    </a:cubicBezTo>
                    <a:cubicBezTo>
                      <a:pt x="88742" y="21327"/>
                      <a:pt x="116234" y="41826"/>
                      <a:pt x="144308" y="61513"/>
                    </a:cubicBezTo>
                    <a:cubicBezTo>
                      <a:pt x="117750" y="63879"/>
                      <a:pt x="91614" y="69695"/>
                      <a:pt x="66561" y="78814"/>
                    </a:cubicBezTo>
                    <a:lnTo>
                      <a:pt x="61953" y="83292"/>
                    </a:lnTo>
                    <a:cubicBezTo>
                      <a:pt x="40247" y="60895"/>
                      <a:pt x="19571" y="37484"/>
                      <a:pt x="190" y="13024"/>
                    </a:cubicBezTo>
                    <a:lnTo>
                      <a:pt x="3754" y="10184"/>
                    </a:lnTo>
                    <a:cubicBezTo>
                      <a:pt x="22638" y="1263"/>
                      <a:pt x="44067" y="-713"/>
                      <a:pt x="64266" y="460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21"/>
              <p:cNvSpPr/>
              <p:nvPr/>
            </p:nvSpPr>
            <p:spPr>
              <a:xfrm>
                <a:off x="11075185" y="3744819"/>
                <a:ext cx="272845" cy="149853"/>
              </a:xfrm>
              <a:custGeom>
                <a:avLst/>
                <a:gdLst/>
                <a:ahLst/>
                <a:cxnLst/>
                <a:rect l="l" t="t" r="r" b="b"/>
                <a:pathLst>
                  <a:path w="198433" h="108984" extrusionOk="0">
                    <a:moveTo>
                      <a:pt x="4797" y="17317"/>
                    </a:moveTo>
                    <a:cubicBezTo>
                      <a:pt x="29850" y="8198"/>
                      <a:pt x="55986" y="2382"/>
                      <a:pt x="82544" y="16"/>
                    </a:cubicBezTo>
                    <a:cubicBezTo>
                      <a:pt x="120242" y="26577"/>
                      <a:pt x="158892" y="51719"/>
                      <a:pt x="198493" y="75439"/>
                    </a:cubicBezTo>
                    <a:cubicBezTo>
                      <a:pt x="198574" y="75534"/>
                      <a:pt x="198621" y="75654"/>
                      <a:pt x="198623" y="75779"/>
                    </a:cubicBezTo>
                    <a:cubicBezTo>
                      <a:pt x="164781" y="83672"/>
                      <a:pt x="131461" y="93651"/>
                      <a:pt x="98853" y="105656"/>
                    </a:cubicBezTo>
                    <a:lnTo>
                      <a:pt x="96241" y="109000"/>
                    </a:lnTo>
                    <a:cubicBezTo>
                      <a:pt x="62358" y="82052"/>
                      <a:pt x="30273" y="52922"/>
                      <a:pt x="190" y="217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21"/>
              <p:cNvSpPr/>
              <p:nvPr/>
            </p:nvSpPr>
            <p:spPr>
              <a:xfrm>
                <a:off x="11207305" y="3848567"/>
                <a:ext cx="355682" cy="172894"/>
              </a:xfrm>
              <a:custGeom>
                <a:avLst/>
                <a:gdLst/>
                <a:ahLst/>
                <a:cxnLst/>
                <a:rect l="l" t="t" r="r" b="b"/>
                <a:pathLst>
                  <a:path w="258678" h="125741" extrusionOk="0">
                    <a:moveTo>
                      <a:pt x="102572" y="356"/>
                    </a:moveTo>
                    <a:cubicBezTo>
                      <a:pt x="102570" y="231"/>
                      <a:pt x="102523" y="110"/>
                      <a:pt x="102442" y="16"/>
                    </a:cubicBezTo>
                    <a:cubicBezTo>
                      <a:pt x="153163" y="30487"/>
                      <a:pt x="205455" y="58541"/>
                      <a:pt x="258868" y="84148"/>
                    </a:cubicBezTo>
                    <a:cubicBezTo>
                      <a:pt x="216899" y="93431"/>
                      <a:pt x="175975" y="106925"/>
                      <a:pt x="136718" y="124423"/>
                    </a:cubicBezTo>
                    <a:lnTo>
                      <a:pt x="135993" y="125757"/>
                    </a:lnTo>
                    <a:cubicBezTo>
                      <a:pt x="88422" y="98564"/>
                      <a:pt x="43020" y="67746"/>
                      <a:pt x="190" y="33577"/>
                    </a:cubicBezTo>
                    <a:lnTo>
                      <a:pt x="2802" y="30233"/>
                    </a:lnTo>
                    <a:cubicBezTo>
                      <a:pt x="35410" y="18227"/>
                      <a:pt x="68731" y="8249"/>
                      <a:pt x="102572" y="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21"/>
              <p:cNvSpPr/>
              <p:nvPr/>
            </p:nvSpPr>
            <p:spPr>
              <a:xfrm>
                <a:off x="11394106" y="3964292"/>
                <a:ext cx="381474" cy="147639"/>
              </a:xfrm>
              <a:custGeom>
                <a:avLst/>
                <a:gdLst/>
                <a:ahLst/>
                <a:cxnLst/>
                <a:rect l="l" t="t" r="r" b="b"/>
                <a:pathLst>
                  <a:path w="277436" h="107374" extrusionOk="0">
                    <a:moveTo>
                      <a:pt x="277626" y="68287"/>
                    </a:moveTo>
                    <a:cubicBezTo>
                      <a:pt x="228857" y="71572"/>
                      <a:pt x="181206" y="84382"/>
                      <a:pt x="137369" y="105992"/>
                    </a:cubicBezTo>
                    <a:lnTo>
                      <a:pt x="136831" y="107391"/>
                    </a:lnTo>
                    <a:cubicBezTo>
                      <a:pt x="128700" y="104214"/>
                      <a:pt x="120647" y="100938"/>
                      <a:pt x="112659" y="97476"/>
                    </a:cubicBezTo>
                    <a:cubicBezTo>
                      <a:pt x="74122" y="81044"/>
                      <a:pt x="36569" y="62396"/>
                      <a:pt x="190" y="41625"/>
                    </a:cubicBezTo>
                    <a:lnTo>
                      <a:pt x="916" y="40291"/>
                    </a:lnTo>
                    <a:cubicBezTo>
                      <a:pt x="40173" y="22793"/>
                      <a:pt x="81096" y="9299"/>
                      <a:pt x="123066" y="16"/>
                    </a:cubicBezTo>
                    <a:cubicBezTo>
                      <a:pt x="173262" y="24061"/>
                      <a:pt x="224492" y="45906"/>
                      <a:pt x="276756" y="65550"/>
                    </a:cubicBezTo>
                    <a:cubicBezTo>
                      <a:pt x="276963" y="66502"/>
                      <a:pt x="277333" y="67345"/>
                      <a:pt x="277626" y="68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1"/>
              <p:cNvSpPr/>
              <p:nvPr/>
            </p:nvSpPr>
            <p:spPr>
              <a:xfrm>
                <a:off x="11582058" y="4054436"/>
                <a:ext cx="433000" cy="127948"/>
              </a:xfrm>
              <a:custGeom>
                <a:avLst/>
                <a:gdLst/>
                <a:ahLst/>
                <a:cxnLst/>
                <a:rect l="l" t="t" r="r" b="b"/>
                <a:pathLst>
                  <a:path w="314909" h="93053" extrusionOk="0">
                    <a:moveTo>
                      <a:pt x="140986" y="2753"/>
                    </a:moveTo>
                    <a:cubicBezTo>
                      <a:pt x="140693" y="1811"/>
                      <a:pt x="140322" y="968"/>
                      <a:pt x="140115" y="16"/>
                    </a:cubicBezTo>
                    <a:cubicBezTo>
                      <a:pt x="197489" y="21667"/>
                      <a:pt x="255817" y="40475"/>
                      <a:pt x="315099" y="56441"/>
                    </a:cubicBezTo>
                    <a:cubicBezTo>
                      <a:pt x="262058" y="58383"/>
                      <a:pt x="209887" y="70507"/>
                      <a:pt x="161431" y="92151"/>
                    </a:cubicBezTo>
                    <a:lnTo>
                      <a:pt x="161188" y="93069"/>
                    </a:lnTo>
                    <a:cubicBezTo>
                      <a:pt x="106369" y="79858"/>
                      <a:pt x="52565" y="62743"/>
                      <a:pt x="190" y="41856"/>
                    </a:cubicBezTo>
                    <a:lnTo>
                      <a:pt x="729" y="40457"/>
                    </a:lnTo>
                    <a:cubicBezTo>
                      <a:pt x="44565" y="18847"/>
                      <a:pt x="92217" y="6037"/>
                      <a:pt x="140986" y="2752"/>
                    </a:cubicBezTo>
                    <a:close/>
                  </a:path>
                </a:pathLst>
              </a:custGeom>
              <a:solidFill>
                <a:srgbClr val="9DCCC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21"/>
              <p:cNvSpPr/>
              <p:nvPr/>
            </p:nvSpPr>
            <p:spPr>
              <a:xfrm>
                <a:off x="11803515" y="4132049"/>
                <a:ext cx="382537" cy="92129"/>
              </a:xfrm>
              <a:custGeom>
                <a:avLst/>
                <a:gdLst/>
                <a:ahLst/>
                <a:cxnLst/>
                <a:rect l="l" t="t" r="r" b="b"/>
                <a:pathLst>
                  <a:path w="278209" h="67003" extrusionOk="0">
                    <a:moveTo>
                      <a:pt x="433" y="35726"/>
                    </a:moveTo>
                    <a:cubicBezTo>
                      <a:pt x="48889" y="14082"/>
                      <a:pt x="101060" y="1959"/>
                      <a:pt x="154101" y="16"/>
                    </a:cubicBezTo>
                    <a:cubicBezTo>
                      <a:pt x="194959" y="11077"/>
                      <a:pt x="236174" y="20702"/>
                      <a:pt x="277745" y="28891"/>
                    </a:cubicBezTo>
                    <a:cubicBezTo>
                      <a:pt x="277996" y="29482"/>
                      <a:pt x="278149" y="29997"/>
                      <a:pt x="278400" y="30588"/>
                    </a:cubicBezTo>
                    <a:cubicBezTo>
                      <a:pt x="245018" y="37160"/>
                      <a:pt x="213036" y="49487"/>
                      <a:pt x="183884" y="67019"/>
                    </a:cubicBezTo>
                    <a:cubicBezTo>
                      <a:pt x="121995" y="61368"/>
                      <a:pt x="60602" y="51216"/>
                      <a:pt x="190" y="36644"/>
                    </a:cubicBezTo>
                    <a:close/>
                  </a:path>
                </a:pathLst>
              </a:custGeom>
              <a:solidFill>
                <a:srgbClr val="9DCCC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21"/>
              <p:cNvSpPr/>
              <p:nvPr/>
            </p:nvSpPr>
            <p:spPr>
              <a:xfrm>
                <a:off x="12056192" y="4171767"/>
                <a:ext cx="249546" cy="60939"/>
              </a:xfrm>
              <a:custGeom>
                <a:avLst/>
                <a:gdLst/>
                <a:ahLst/>
                <a:cxnLst/>
                <a:rect l="l" t="t" r="r" b="b"/>
                <a:pathLst>
                  <a:path w="181488" h="44319" extrusionOk="0">
                    <a:moveTo>
                      <a:pt x="94705" y="1713"/>
                    </a:moveTo>
                    <a:cubicBezTo>
                      <a:pt x="94455" y="1122"/>
                      <a:pt x="94302" y="607"/>
                      <a:pt x="94051" y="16"/>
                    </a:cubicBezTo>
                    <a:cubicBezTo>
                      <a:pt x="122687" y="5736"/>
                      <a:pt x="151587" y="10714"/>
                      <a:pt x="180499" y="15068"/>
                    </a:cubicBezTo>
                    <a:cubicBezTo>
                      <a:pt x="180860" y="15823"/>
                      <a:pt x="181318" y="16656"/>
                      <a:pt x="181678" y="17411"/>
                    </a:cubicBezTo>
                    <a:cubicBezTo>
                      <a:pt x="159823" y="24659"/>
                      <a:pt x="138592" y="33663"/>
                      <a:pt x="118192" y="44335"/>
                    </a:cubicBezTo>
                    <a:cubicBezTo>
                      <a:pt x="78826" y="43935"/>
                      <a:pt x="39353" y="41947"/>
                      <a:pt x="190" y="38144"/>
                    </a:cubicBezTo>
                    <a:cubicBezTo>
                      <a:pt x="29341" y="20612"/>
                      <a:pt x="61323" y="8285"/>
                      <a:pt x="94705" y="1713"/>
                    </a:cubicBezTo>
                    <a:close/>
                  </a:path>
                </a:pathLst>
              </a:custGeom>
              <a:solidFill>
                <a:srgbClr val="9DCCC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1"/>
              <p:cNvSpPr/>
              <p:nvPr/>
            </p:nvSpPr>
            <p:spPr>
              <a:xfrm>
                <a:off x="12218507" y="4192472"/>
                <a:ext cx="254639" cy="40297"/>
              </a:xfrm>
              <a:custGeom>
                <a:avLst/>
                <a:gdLst/>
                <a:ahLst/>
                <a:cxnLst/>
                <a:rect l="l" t="t" r="r" b="b"/>
                <a:pathLst>
                  <a:path w="185192" h="29307" extrusionOk="0">
                    <a:moveTo>
                      <a:pt x="185382" y="19117"/>
                    </a:moveTo>
                    <a:cubicBezTo>
                      <a:pt x="123922" y="26341"/>
                      <a:pt x="62072" y="29736"/>
                      <a:pt x="190" y="29284"/>
                    </a:cubicBezTo>
                    <a:cubicBezTo>
                      <a:pt x="20590" y="18611"/>
                      <a:pt x="41822" y="9607"/>
                      <a:pt x="63676" y="2359"/>
                    </a:cubicBezTo>
                    <a:cubicBezTo>
                      <a:pt x="63316" y="1604"/>
                      <a:pt x="62858" y="771"/>
                      <a:pt x="62497" y="16"/>
                    </a:cubicBezTo>
                    <a:cubicBezTo>
                      <a:pt x="103091" y="6043"/>
                      <a:pt x="143848" y="10747"/>
                      <a:pt x="184767" y="141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21"/>
              <p:cNvSpPr/>
              <p:nvPr/>
            </p:nvSpPr>
            <p:spPr>
              <a:xfrm>
                <a:off x="10875139" y="3483089"/>
                <a:ext cx="301337" cy="123347"/>
              </a:xfrm>
              <a:custGeom>
                <a:avLst/>
                <a:gdLst/>
                <a:ahLst/>
                <a:cxnLst/>
                <a:rect l="l" t="t" r="r" b="b"/>
                <a:pathLst>
                  <a:path w="219154" h="89707" extrusionOk="0">
                    <a:moveTo>
                      <a:pt x="190" y="1340"/>
                    </a:moveTo>
                    <a:cubicBezTo>
                      <a:pt x="16987" y="17730"/>
                      <a:pt x="34216" y="33681"/>
                      <a:pt x="51647" y="49415"/>
                    </a:cubicBezTo>
                    <a:cubicBezTo>
                      <a:pt x="82814" y="55294"/>
                      <a:pt x="113641" y="62853"/>
                      <a:pt x="143991" y="72058"/>
                    </a:cubicBezTo>
                    <a:cubicBezTo>
                      <a:pt x="169224" y="77470"/>
                      <a:pt x="194322" y="83451"/>
                      <a:pt x="219344" y="89723"/>
                    </a:cubicBezTo>
                    <a:cubicBezTo>
                      <a:pt x="218838" y="83096"/>
                      <a:pt x="218286" y="76473"/>
                      <a:pt x="217936" y="69837"/>
                    </a:cubicBezTo>
                    <a:lnTo>
                      <a:pt x="218811" y="64662"/>
                    </a:lnTo>
                    <a:cubicBezTo>
                      <a:pt x="143024" y="51676"/>
                      <a:pt x="68527" y="34709"/>
                      <a:pt x="827" y="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21"/>
              <p:cNvSpPr/>
              <p:nvPr/>
            </p:nvSpPr>
            <p:spPr>
              <a:xfrm>
                <a:off x="12383352" y="4202974"/>
                <a:ext cx="89855" cy="23683"/>
              </a:xfrm>
              <a:custGeom>
                <a:avLst/>
                <a:gdLst/>
                <a:ahLst/>
                <a:cxnLst/>
                <a:rect l="l" t="t" r="r" b="b"/>
                <a:pathLst>
                  <a:path w="65349" h="17224" extrusionOk="0">
                    <a:moveTo>
                      <a:pt x="4312" y="17241"/>
                    </a:moveTo>
                    <a:cubicBezTo>
                      <a:pt x="24763" y="15685"/>
                      <a:pt x="45187" y="13869"/>
                      <a:pt x="65540" y="11481"/>
                    </a:cubicBezTo>
                    <a:lnTo>
                      <a:pt x="64924" y="6491"/>
                    </a:lnTo>
                    <a:cubicBezTo>
                      <a:pt x="43315" y="4732"/>
                      <a:pt x="21736" y="2574"/>
                      <a:pt x="190" y="16"/>
                    </a:cubicBezTo>
                    <a:cubicBezTo>
                      <a:pt x="2847" y="5373"/>
                      <a:pt x="4256" y="11262"/>
                      <a:pt x="4312" y="1724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21"/>
              <p:cNvSpPr/>
              <p:nvPr/>
            </p:nvSpPr>
            <p:spPr>
              <a:xfrm>
                <a:off x="10848899" y="3464703"/>
                <a:ext cx="1634995" cy="773147"/>
              </a:xfrm>
              <a:custGeom>
                <a:avLst/>
                <a:gdLst/>
                <a:ahLst/>
                <a:cxnLst/>
                <a:rect l="l" t="t" r="r" b="b"/>
                <a:pathLst>
                  <a:path w="1189087" h="562289" extrusionOk="0">
                    <a:moveTo>
                      <a:pt x="1187175" y="545399"/>
                    </a:moveTo>
                    <a:cubicBezTo>
                      <a:pt x="1186337" y="545486"/>
                      <a:pt x="1185495" y="545547"/>
                      <a:pt x="1184656" y="545633"/>
                    </a:cubicBezTo>
                    <a:cubicBezTo>
                      <a:pt x="1185795" y="543269"/>
                      <a:pt x="1185063" y="540431"/>
                      <a:pt x="1182925" y="538910"/>
                    </a:cubicBezTo>
                    <a:cubicBezTo>
                      <a:pt x="1145170" y="516365"/>
                      <a:pt x="1109759" y="490115"/>
                      <a:pt x="1077215" y="460551"/>
                    </a:cubicBezTo>
                    <a:cubicBezTo>
                      <a:pt x="1045698" y="430416"/>
                      <a:pt x="1021641" y="393592"/>
                      <a:pt x="991591" y="362082"/>
                    </a:cubicBezTo>
                    <a:cubicBezTo>
                      <a:pt x="935255" y="305148"/>
                      <a:pt x="869279" y="258628"/>
                      <a:pt x="796715" y="224677"/>
                    </a:cubicBezTo>
                    <a:cubicBezTo>
                      <a:pt x="636749" y="146401"/>
                      <a:pt x="461592" y="107114"/>
                      <a:pt x="286746" y="79503"/>
                    </a:cubicBezTo>
                    <a:cubicBezTo>
                      <a:pt x="191721" y="64496"/>
                      <a:pt x="94932" y="47560"/>
                      <a:pt x="9604" y="796"/>
                    </a:cubicBezTo>
                    <a:cubicBezTo>
                      <a:pt x="6520" y="-888"/>
                      <a:pt x="2654" y="245"/>
                      <a:pt x="969" y="3327"/>
                    </a:cubicBezTo>
                    <a:cubicBezTo>
                      <a:pt x="-70" y="5226"/>
                      <a:pt x="-70" y="7524"/>
                      <a:pt x="969" y="9424"/>
                    </a:cubicBezTo>
                    <a:cubicBezTo>
                      <a:pt x="78534" y="159009"/>
                      <a:pt x="198323" y="284774"/>
                      <a:pt x="339246" y="376376"/>
                    </a:cubicBezTo>
                    <a:cubicBezTo>
                      <a:pt x="494962" y="477593"/>
                      <a:pt x="675424" y="535847"/>
                      <a:pt x="859662" y="555063"/>
                    </a:cubicBezTo>
                    <a:cubicBezTo>
                      <a:pt x="968851" y="566288"/>
                      <a:pt x="1078990" y="564458"/>
                      <a:pt x="1187746" y="549612"/>
                    </a:cubicBezTo>
                    <a:cubicBezTo>
                      <a:pt x="1190118" y="549292"/>
                      <a:pt x="1189584" y="545148"/>
                      <a:pt x="1187175" y="545399"/>
                    </a:cubicBezTo>
                    <a:close/>
                    <a:moveTo>
                      <a:pt x="967063" y="355849"/>
                    </a:moveTo>
                    <a:cubicBezTo>
                      <a:pt x="1001439" y="388999"/>
                      <a:pt x="1027665" y="429111"/>
                      <a:pt x="1061354" y="462773"/>
                    </a:cubicBezTo>
                    <a:cubicBezTo>
                      <a:pt x="1091477" y="490976"/>
                      <a:pt x="1124694" y="515687"/>
                      <a:pt x="1160372" y="536432"/>
                    </a:cubicBezTo>
                    <a:cubicBezTo>
                      <a:pt x="998838" y="521388"/>
                      <a:pt x="839954" y="485375"/>
                      <a:pt x="687732" y="429301"/>
                    </a:cubicBezTo>
                    <a:cubicBezTo>
                      <a:pt x="683468" y="427733"/>
                      <a:pt x="679273" y="425984"/>
                      <a:pt x="675020" y="424385"/>
                    </a:cubicBezTo>
                    <a:cubicBezTo>
                      <a:pt x="655527" y="364578"/>
                      <a:pt x="648614" y="301391"/>
                      <a:pt x="654716" y="238788"/>
                    </a:cubicBezTo>
                    <a:cubicBezTo>
                      <a:pt x="656544" y="220001"/>
                      <a:pt x="660835" y="201779"/>
                      <a:pt x="663785" y="183266"/>
                    </a:cubicBezTo>
                    <a:cubicBezTo>
                      <a:pt x="697026" y="195146"/>
                      <a:pt x="729832" y="208169"/>
                      <a:pt x="761920" y="222663"/>
                    </a:cubicBezTo>
                    <a:cubicBezTo>
                      <a:pt x="836463" y="256335"/>
                      <a:pt x="907940" y="298836"/>
                      <a:pt x="967063" y="355849"/>
                    </a:cubicBezTo>
                    <a:close/>
                    <a:moveTo>
                      <a:pt x="404744" y="402928"/>
                    </a:moveTo>
                    <a:cubicBezTo>
                      <a:pt x="422779" y="396299"/>
                      <a:pt x="440478" y="388821"/>
                      <a:pt x="458774" y="382826"/>
                    </a:cubicBezTo>
                    <a:cubicBezTo>
                      <a:pt x="477768" y="376600"/>
                      <a:pt x="497063" y="371410"/>
                      <a:pt x="516534" y="366919"/>
                    </a:cubicBezTo>
                    <a:cubicBezTo>
                      <a:pt x="564089" y="389753"/>
                      <a:pt x="612532" y="410609"/>
                      <a:pt x="661860" y="429485"/>
                    </a:cubicBezTo>
                    <a:cubicBezTo>
                      <a:pt x="618029" y="433403"/>
                      <a:pt x="575385" y="445830"/>
                      <a:pt x="536317" y="466069"/>
                    </a:cubicBezTo>
                    <a:cubicBezTo>
                      <a:pt x="491112" y="447948"/>
                      <a:pt x="447159" y="426855"/>
                      <a:pt x="404744" y="402928"/>
                    </a:cubicBezTo>
                    <a:close/>
                    <a:moveTo>
                      <a:pt x="657559" y="181092"/>
                    </a:moveTo>
                    <a:cubicBezTo>
                      <a:pt x="652759" y="199338"/>
                      <a:pt x="649653" y="217988"/>
                      <a:pt x="648278" y="236804"/>
                    </a:cubicBezTo>
                    <a:cubicBezTo>
                      <a:pt x="641910" y="299016"/>
                      <a:pt x="648433" y="361873"/>
                      <a:pt x="667442" y="421455"/>
                    </a:cubicBezTo>
                    <a:cubicBezTo>
                      <a:pt x="618538" y="402836"/>
                      <a:pt x="570448" y="382252"/>
                      <a:pt x="523174" y="359702"/>
                    </a:cubicBezTo>
                    <a:cubicBezTo>
                      <a:pt x="515867" y="322918"/>
                      <a:pt x="510145" y="285839"/>
                      <a:pt x="506287" y="248531"/>
                    </a:cubicBezTo>
                    <a:cubicBezTo>
                      <a:pt x="502456" y="211482"/>
                      <a:pt x="502011" y="174463"/>
                      <a:pt x="499681" y="137352"/>
                    </a:cubicBezTo>
                    <a:cubicBezTo>
                      <a:pt x="499626" y="135810"/>
                      <a:pt x="498331" y="134605"/>
                      <a:pt x="496788" y="134660"/>
                    </a:cubicBezTo>
                    <a:cubicBezTo>
                      <a:pt x="495322" y="134712"/>
                      <a:pt x="494146" y="135887"/>
                      <a:pt x="494094" y="137352"/>
                    </a:cubicBezTo>
                    <a:cubicBezTo>
                      <a:pt x="493477" y="175940"/>
                      <a:pt x="495665" y="214521"/>
                      <a:pt x="500642" y="252792"/>
                    </a:cubicBezTo>
                    <a:cubicBezTo>
                      <a:pt x="504421" y="287633"/>
                      <a:pt x="509825" y="322261"/>
                      <a:pt x="516597" y="356642"/>
                    </a:cubicBezTo>
                    <a:cubicBezTo>
                      <a:pt x="464835" y="331642"/>
                      <a:pt x="414296" y="304158"/>
                      <a:pt x="365004" y="274591"/>
                    </a:cubicBezTo>
                    <a:cubicBezTo>
                      <a:pt x="357048" y="247187"/>
                      <a:pt x="350754" y="219328"/>
                      <a:pt x="346154" y="191167"/>
                    </a:cubicBezTo>
                    <a:cubicBezTo>
                      <a:pt x="341317" y="161214"/>
                      <a:pt x="340156" y="131213"/>
                      <a:pt x="336994" y="101148"/>
                    </a:cubicBezTo>
                    <a:cubicBezTo>
                      <a:pt x="394926" y="110992"/>
                      <a:pt x="452621" y="121697"/>
                      <a:pt x="509758" y="136443"/>
                    </a:cubicBezTo>
                    <a:cubicBezTo>
                      <a:pt x="559465" y="149270"/>
                      <a:pt x="608965" y="163968"/>
                      <a:pt x="657559" y="181092"/>
                    </a:cubicBezTo>
                    <a:close/>
                    <a:moveTo>
                      <a:pt x="331414" y="100207"/>
                    </a:moveTo>
                    <a:cubicBezTo>
                      <a:pt x="331064" y="129981"/>
                      <a:pt x="333662" y="159717"/>
                      <a:pt x="339169" y="188980"/>
                    </a:cubicBezTo>
                    <a:cubicBezTo>
                      <a:pt x="343593" y="216311"/>
                      <a:pt x="349621" y="243358"/>
                      <a:pt x="357224" y="269981"/>
                    </a:cubicBezTo>
                    <a:cubicBezTo>
                      <a:pt x="322463" y="248906"/>
                      <a:pt x="288415" y="226720"/>
                      <a:pt x="255081" y="203423"/>
                    </a:cubicBezTo>
                    <a:cubicBezTo>
                      <a:pt x="255122" y="203112"/>
                      <a:pt x="255121" y="202797"/>
                      <a:pt x="255080" y="202486"/>
                    </a:cubicBezTo>
                    <a:cubicBezTo>
                      <a:pt x="247526" y="163701"/>
                      <a:pt x="242618" y="124448"/>
                      <a:pt x="240388" y="84999"/>
                    </a:cubicBezTo>
                    <a:cubicBezTo>
                      <a:pt x="241961" y="85267"/>
                      <a:pt x="243534" y="85547"/>
                      <a:pt x="245107" y="85812"/>
                    </a:cubicBezTo>
                    <a:cubicBezTo>
                      <a:pt x="273909" y="90669"/>
                      <a:pt x="302687" y="95352"/>
                      <a:pt x="331414" y="100207"/>
                    </a:cubicBezTo>
                    <a:close/>
                    <a:moveTo>
                      <a:pt x="167446" y="219622"/>
                    </a:moveTo>
                    <a:cubicBezTo>
                      <a:pt x="147166" y="198532"/>
                      <a:pt x="127906" y="176587"/>
                      <a:pt x="109664" y="153788"/>
                    </a:cubicBezTo>
                    <a:cubicBezTo>
                      <a:pt x="127546" y="146341"/>
                      <a:pt x="147388" y="145003"/>
                      <a:pt x="166109" y="149983"/>
                    </a:cubicBezTo>
                    <a:cubicBezTo>
                      <a:pt x="166625" y="150097"/>
                      <a:pt x="167163" y="150075"/>
                      <a:pt x="167668" y="149917"/>
                    </a:cubicBezTo>
                    <a:cubicBezTo>
                      <a:pt x="190359" y="167734"/>
                      <a:pt x="213473" y="184988"/>
                      <a:pt x="237010" y="201681"/>
                    </a:cubicBezTo>
                    <a:cubicBezTo>
                      <a:pt x="213348" y="204124"/>
                      <a:pt x="190153" y="209916"/>
                      <a:pt x="168122" y="218880"/>
                    </a:cubicBezTo>
                    <a:cubicBezTo>
                      <a:pt x="167746" y="219040"/>
                      <a:pt x="167643" y="219355"/>
                      <a:pt x="167446" y="219622"/>
                    </a:cubicBezTo>
                    <a:close/>
                    <a:moveTo>
                      <a:pt x="23273" y="24170"/>
                    </a:moveTo>
                    <a:cubicBezTo>
                      <a:pt x="66061" y="65442"/>
                      <a:pt x="110665" y="104609"/>
                      <a:pt x="157086" y="141672"/>
                    </a:cubicBezTo>
                    <a:cubicBezTo>
                      <a:pt x="139743" y="139344"/>
                      <a:pt x="122098" y="142135"/>
                      <a:pt x="106322" y="149701"/>
                    </a:cubicBezTo>
                    <a:cubicBezTo>
                      <a:pt x="75233" y="110210"/>
                      <a:pt x="47456" y="68224"/>
                      <a:pt x="23273" y="24170"/>
                    </a:cubicBezTo>
                    <a:close/>
                    <a:moveTo>
                      <a:pt x="165987" y="137482"/>
                    </a:moveTo>
                    <a:cubicBezTo>
                      <a:pt x="155183" y="116515"/>
                      <a:pt x="147762" y="93974"/>
                      <a:pt x="143999" y="70691"/>
                    </a:cubicBezTo>
                    <a:cubicBezTo>
                      <a:pt x="143351" y="66611"/>
                      <a:pt x="137222" y="68369"/>
                      <a:pt x="137814" y="72395"/>
                    </a:cubicBezTo>
                    <a:cubicBezTo>
                      <a:pt x="140671" y="91552"/>
                      <a:pt x="146085" y="110239"/>
                      <a:pt x="153912" y="127957"/>
                    </a:cubicBezTo>
                    <a:cubicBezTo>
                      <a:pt x="115449" y="97133"/>
                      <a:pt x="78279" y="64796"/>
                      <a:pt x="42401" y="30944"/>
                    </a:cubicBezTo>
                    <a:cubicBezTo>
                      <a:pt x="103131" y="57629"/>
                      <a:pt x="168334" y="72455"/>
                      <a:pt x="233736" y="83851"/>
                    </a:cubicBezTo>
                    <a:cubicBezTo>
                      <a:pt x="235891" y="122369"/>
                      <a:pt x="240658" y="160696"/>
                      <a:pt x="248006" y="198568"/>
                    </a:cubicBezTo>
                    <a:cubicBezTo>
                      <a:pt x="245759" y="196985"/>
                      <a:pt x="243449" y="195496"/>
                      <a:pt x="241209" y="193903"/>
                    </a:cubicBezTo>
                    <a:cubicBezTo>
                      <a:pt x="215678" y="175743"/>
                      <a:pt x="190604" y="156936"/>
                      <a:pt x="165987" y="137482"/>
                    </a:cubicBezTo>
                    <a:close/>
                    <a:moveTo>
                      <a:pt x="170756" y="223104"/>
                    </a:moveTo>
                    <a:cubicBezTo>
                      <a:pt x="194889" y="215488"/>
                      <a:pt x="219694" y="210186"/>
                      <a:pt x="244833" y="207271"/>
                    </a:cubicBezTo>
                    <a:cubicBezTo>
                      <a:pt x="280269" y="232277"/>
                      <a:pt x="316551" y="256049"/>
                      <a:pt x="353681" y="278587"/>
                    </a:cubicBezTo>
                    <a:cubicBezTo>
                      <a:pt x="338393" y="282360"/>
                      <a:pt x="323182" y="286426"/>
                      <a:pt x="308148" y="291119"/>
                    </a:cubicBezTo>
                    <a:cubicBezTo>
                      <a:pt x="294078" y="295512"/>
                      <a:pt x="276415" y="299116"/>
                      <a:pt x="264251" y="307933"/>
                    </a:cubicBezTo>
                    <a:cubicBezTo>
                      <a:pt x="233243" y="283187"/>
                      <a:pt x="203716" y="256641"/>
                      <a:pt x="175823" y="228434"/>
                    </a:cubicBezTo>
                    <a:cubicBezTo>
                      <a:pt x="174101" y="226687"/>
                      <a:pt x="172465" y="224863"/>
                      <a:pt x="170756" y="223104"/>
                    </a:cubicBezTo>
                    <a:close/>
                    <a:moveTo>
                      <a:pt x="266397" y="309670"/>
                    </a:moveTo>
                    <a:cubicBezTo>
                      <a:pt x="281854" y="306572"/>
                      <a:pt x="296996" y="302073"/>
                      <a:pt x="311636" y="296229"/>
                    </a:cubicBezTo>
                    <a:cubicBezTo>
                      <a:pt x="327983" y="291402"/>
                      <a:pt x="344452" y="287036"/>
                      <a:pt x="361042" y="283129"/>
                    </a:cubicBezTo>
                    <a:cubicBezTo>
                      <a:pt x="381716" y="295538"/>
                      <a:pt x="402569" y="307660"/>
                      <a:pt x="423731" y="319275"/>
                    </a:cubicBezTo>
                    <a:cubicBezTo>
                      <a:pt x="451423" y="334474"/>
                      <a:pt x="479482" y="348982"/>
                      <a:pt x="507908" y="362800"/>
                    </a:cubicBezTo>
                    <a:cubicBezTo>
                      <a:pt x="470436" y="370737"/>
                      <a:pt x="434073" y="383209"/>
                      <a:pt x="399623" y="399943"/>
                    </a:cubicBezTo>
                    <a:cubicBezTo>
                      <a:pt x="352987" y="373273"/>
                      <a:pt x="308450" y="343095"/>
                      <a:pt x="266397" y="309670"/>
                    </a:cubicBezTo>
                    <a:close/>
                    <a:moveTo>
                      <a:pt x="613280" y="493912"/>
                    </a:moveTo>
                    <a:cubicBezTo>
                      <a:pt x="588862" y="486109"/>
                      <a:pt x="564756" y="477372"/>
                      <a:pt x="540939" y="467922"/>
                    </a:cubicBezTo>
                    <a:cubicBezTo>
                      <a:pt x="583230" y="449816"/>
                      <a:pt x="628140" y="438562"/>
                      <a:pt x="673976" y="434586"/>
                    </a:cubicBezTo>
                    <a:cubicBezTo>
                      <a:pt x="674251" y="434542"/>
                      <a:pt x="674520" y="434467"/>
                      <a:pt x="674777" y="434360"/>
                    </a:cubicBezTo>
                    <a:cubicBezTo>
                      <a:pt x="747871" y="461751"/>
                      <a:pt x="822584" y="484619"/>
                      <a:pt x="898491" y="502832"/>
                    </a:cubicBezTo>
                    <a:cubicBezTo>
                      <a:pt x="987522" y="524145"/>
                      <a:pt x="1077993" y="538932"/>
                      <a:pt x="1169180" y="547073"/>
                    </a:cubicBezTo>
                    <a:cubicBezTo>
                      <a:pt x="982619" y="564442"/>
                      <a:pt x="792329" y="551130"/>
                      <a:pt x="613281" y="4939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21"/>
              <p:cNvSpPr/>
              <p:nvPr/>
            </p:nvSpPr>
            <p:spPr>
              <a:xfrm>
                <a:off x="11131094" y="4177857"/>
                <a:ext cx="544562" cy="678660"/>
              </a:xfrm>
              <a:custGeom>
                <a:avLst/>
                <a:gdLst/>
                <a:ahLst/>
                <a:cxnLst/>
                <a:rect l="l" t="t" r="r" b="b"/>
                <a:pathLst>
                  <a:path w="396045" h="493571" extrusionOk="0">
                    <a:moveTo>
                      <a:pt x="375489" y="165235"/>
                    </a:moveTo>
                    <a:cubicBezTo>
                      <a:pt x="375665" y="177322"/>
                      <a:pt x="380433" y="189673"/>
                      <a:pt x="376372" y="200966"/>
                    </a:cubicBezTo>
                    <a:cubicBezTo>
                      <a:pt x="372487" y="211377"/>
                      <a:pt x="362158" y="217729"/>
                      <a:pt x="355183" y="226375"/>
                    </a:cubicBezTo>
                    <a:cubicBezTo>
                      <a:pt x="343061" y="241908"/>
                      <a:pt x="342139" y="263416"/>
                      <a:pt x="352887" y="279927"/>
                    </a:cubicBezTo>
                    <a:cubicBezTo>
                      <a:pt x="364011" y="296337"/>
                      <a:pt x="385112" y="304277"/>
                      <a:pt x="394911" y="321481"/>
                    </a:cubicBezTo>
                    <a:cubicBezTo>
                      <a:pt x="395353" y="322276"/>
                      <a:pt x="395795" y="323158"/>
                      <a:pt x="396236" y="323951"/>
                    </a:cubicBezTo>
                    <a:lnTo>
                      <a:pt x="395795" y="324128"/>
                    </a:lnTo>
                    <a:cubicBezTo>
                      <a:pt x="349078" y="355052"/>
                      <a:pt x="311759" y="398205"/>
                      <a:pt x="287910" y="448878"/>
                    </a:cubicBezTo>
                    <a:lnTo>
                      <a:pt x="286056" y="447996"/>
                    </a:lnTo>
                    <a:cubicBezTo>
                      <a:pt x="248711" y="473034"/>
                      <a:pt x="205657" y="488265"/>
                      <a:pt x="160867" y="492285"/>
                    </a:cubicBezTo>
                    <a:cubicBezTo>
                      <a:pt x="127913" y="496541"/>
                      <a:pt x="94456" y="490305"/>
                      <a:pt x="65253" y="474463"/>
                    </a:cubicBezTo>
                    <a:cubicBezTo>
                      <a:pt x="37002" y="457436"/>
                      <a:pt x="16696" y="424881"/>
                      <a:pt x="20757" y="392238"/>
                    </a:cubicBezTo>
                    <a:cubicBezTo>
                      <a:pt x="23670" y="369211"/>
                      <a:pt x="37885" y="347860"/>
                      <a:pt x="35942" y="324834"/>
                    </a:cubicBezTo>
                    <a:cubicBezTo>
                      <a:pt x="34353" y="305248"/>
                      <a:pt x="21552" y="288750"/>
                      <a:pt x="11752" y="271811"/>
                    </a:cubicBezTo>
                    <a:cubicBezTo>
                      <a:pt x="1952" y="254783"/>
                      <a:pt x="-4934" y="232992"/>
                      <a:pt x="5131" y="216141"/>
                    </a:cubicBezTo>
                    <a:cubicBezTo>
                      <a:pt x="11487" y="205730"/>
                      <a:pt x="23052" y="199643"/>
                      <a:pt x="30645" y="190026"/>
                    </a:cubicBezTo>
                    <a:cubicBezTo>
                      <a:pt x="50156" y="165676"/>
                      <a:pt x="37796" y="130122"/>
                      <a:pt x="40180" y="99066"/>
                    </a:cubicBezTo>
                    <a:cubicBezTo>
                      <a:pt x="44506" y="42867"/>
                      <a:pt x="102333" y="1754"/>
                      <a:pt x="158659" y="78"/>
                    </a:cubicBezTo>
                    <a:cubicBezTo>
                      <a:pt x="215074" y="-1510"/>
                      <a:pt x="268045" y="27428"/>
                      <a:pt x="311923" y="62806"/>
                    </a:cubicBezTo>
                    <a:lnTo>
                      <a:pt x="313424" y="61659"/>
                    </a:lnTo>
                    <a:cubicBezTo>
                      <a:pt x="333409" y="88199"/>
                      <a:pt x="355683" y="112938"/>
                      <a:pt x="379991" y="135591"/>
                    </a:cubicBezTo>
                    <a:lnTo>
                      <a:pt x="384052" y="138944"/>
                    </a:lnTo>
                    <a:cubicBezTo>
                      <a:pt x="378445" y="146560"/>
                      <a:pt x="375442" y="155779"/>
                      <a:pt x="375489" y="16523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1"/>
              <p:cNvSpPr/>
              <p:nvPr/>
            </p:nvSpPr>
            <p:spPr>
              <a:xfrm>
                <a:off x="11488617" y="4623436"/>
                <a:ext cx="654925" cy="556890"/>
              </a:xfrm>
              <a:custGeom>
                <a:avLst/>
                <a:gdLst/>
                <a:ahLst/>
                <a:cxnLst/>
                <a:rect l="l" t="t" r="r" b="b"/>
                <a:pathLst>
                  <a:path w="476309" h="405011" extrusionOk="0">
                    <a:moveTo>
                      <a:pt x="222927" y="37688"/>
                    </a:moveTo>
                    <a:cubicBezTo>
                      <a:pt x="242996" y="41874"/>
                      <a:pt x="263848" y="40157"/>
                      <a:pt x="282961" y="32747"/>
                    </a:cubicBezTo>
                    <a:cubicBezTo>
                      <a:pt x="289143" y="30061"/>
                      <a:pt x="294887" y="26462"/>
                      <a:pt x="300000" y="22072"/>
                    </a:cubicBezTo>
                    <a:lnTo>
                      <a:pt x="315009" y="23925"/>
                    </a:lnTo>
                    <a:cubicBezTo>
                      <a:pt x="354119" y="49686"/>
                      <a:pt x="393672" y="75800"/>
                      <a:pt x="424836" y="110649"/>
                    </a:cubicBezTo>
                    <a:cubicBezTo>
                      <a:pt x="432012" y="118617"/>
                      <a:pt x="438621" y="127078"/>
                      <a:pt x="444612" y="135969"/>
                    </a:cubicBezTo>
                    <a:cubicBezTo>
                      <a:pt x="465813" y="165483"/>
                      <a:pt x="476983" y="201013"/>
                      <a:pt x="476483" y="237340"/>
                    </a:cubicBezTo>
                    <a:cubicBezTo>
                      <a:pt x="474453" y="284011"/>
                      <a:pt x="443377" y="330858"/>
                      <a:pt x="397909" y="341798"/>
                    </a:cubicBezTo>
                    <a:cubicBezTo>
                      <a:pt x="369923" y="348592"/>
                      <a:pt x="338493" y="342240"/>
                      <a:pt x="313420" y="356356"/>
                    </a:cubicBezTo>
                    <a:cubicBezTo>
                      <a:pt x="297705" y="365267"/>
                      <a:pt x="287111" y="380883"/>
                      <a:pt x="273250" y="392352"/>
                    </a:cubicBezTo>
                    <a:cubicBezTo>
                      <a:pt x="259301" y="403821"/>
                      <a:pt x="237759" y="410526"/>
                      <a:pt x="223722" y="399146"/>
                    </a:cubicBezTo>
                    <a:cubicBezTo>
                      <a:pt x="212333" y="389881"/>
                      <a:pt x="210920" y="372766"/>
                      <a:pt x="201739" y="361297"/>
                    </a:cubicBezTo>
                    <a:cubicBezTo>
                      <a:pt x="185229" y="340564"/>
                      <a:pt x="153182" y="346211"/>
                      <a:pt x="126784" y="348681"/>
                    </a:cubicBezTo>
                    <a:cubicBezTo>
                      <a:pt x="91470" y="351945"/>
                      <a:pt x="52977" y="344358"/>
                      <a:pt x="28257" y="318949"/>
                    </a:cubicBezTo>
                    <a:cubicBezTo>
                      <a:pt x="-612" y="289041"/>
                      <a:pt x="-3702" y="242458"/>
                      <a:pt x="3449" y="201522"/>
                    </a:cubicBezTo>
                    <a:cubicBezTo>
                      <a:pt x="8137" y="175006"/>
                      <a:pt x="16393" y="149246"/>
                      <a:pt x="27993" y="124942"/>
                    </a:cubicBezTo>
                    <a:cubicBezTo>
                      <a:pt x="51842" y="74270"/>
                      <a:pt x="89162" y="31117"/>
                      <a:pt x="135878" y="192"/>
                    </a:cubicBezTo>
                    <a:lnTo>
                      <a:pt x="136319" y="16"/>
                    </a:lnTo>
                    <a:cubicBezTo>
                      <a:pt x="139762" y="6898"/>
                      <a:pt x="141528" y="14573"/>
                      <a:pt x="144883" y="21367"/>
                    </a:cubicBezTo>
                    <a:cubicBezTo>
                      <a:pt x="149093" y="29730"/>
                      <a:pt x="155742" y="36620"/>
                      <a:pt x="163952" y="41129"/>
                    </a:cubicBezTo>
                    <a:cubicBezTo>
                      <a:pt x="182507" y="51970"/>
                      <a:pt x="205761" y="50613"/>
                      <a:pt x="222927" y="3768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1"/>
              <p:cNvSpPr/>
              <p:nvPr/>
            </p:nvSpPr>
            <p:spPr>
              <a:xfrm>
                <a:off x="11901015" y="4182479"/>
                <a:ext cx="539980" cy="683646"/>
              </a:xfrm>
              <a:custGeom>
                <a:avLst/>
                <a:gdLst/>
                <a:ahLst/>
                <a:cxnLst/>
                <a:rect l="l" t="t" r="r" b="b"/>
                <a:pathLst>
                  <a:path w="392713" h="497197" extrusionOk="0">
                    <a:moveTo>
                      <a:pt x="41684" y="235454"/>
                    </a:moveTo>
                    <a:cubicBezTo>
                      <a:pt x="54461" y="219165"/>
                      <a:pt x="52126" y="195708"/>
                      <a:pt x="36387" y="182255"/>
                    </a:cubicBezTo>
                    <a:cubicBezTo>
                      <a:pt x="29059" y="176432"/>
                      <a:pt x="19701" y="173520"/>
                      <a:pt x="12991" y="167080"/>
                    </a:cubicBezTo>
                    <a:cubicBezTo>
                      <a:pt x="8044" y="162064"/>
                      <a:pt x="4458" y="155869"/>
                      <a:pt x="2574" y="149082"/>
                    </a:cubicBezTo>
                    <a:cubicBezTo>
                      <a:pt x="56427" y="117753"/>
                      <a:pt x="103537" y="76073"/>
                      <a:pt x="141182" y="26449"/>
                    </a:cubicBezTo>
                    <a:cubicBezTo>
                      <a:pt x="146921" y="18861"/>
                      <a:pt x="152483" y="10921"/>
                      <a:pt x="157603" y="2716"/>
                    </a:cubicBezTo>
                    <a:lnTo>
                      <a:pt x="162371" y="5804"/>
                    </a:lnTo>
                    <a:cubicBezTo>
                      <a:pt x="205454" y="-372"/>
                      <a:pt x="251804" y="-6106"/>
                      <a:pt x="290473" y="13921"/>
                    </a:cubicBezTo>
                    <a:cubicBezTo>
                      <a:pt x="326966" y="33598"/>
                      <a:pt x="348884" y="72494"/>
                      <a:pt x="346799" y="113879"/>
                    </a:cubicBezTo>
                    <a:cubicBezTo>
                      <a:pt x="345652" y="131524"/>
                      <a:pt x="340266" y="150493"/>
                      <a:pt x="348742" y="166020"/>
                    </a:cubicBezTo>
                    <a:cubicBezTo>
                      <a:pt x="357041" y="181372"/>
                      <a:pt x="376905" y="188959"/>
                      <a:pt x="382025" y="205633"/>
                    </a:cubicBezTo>
                    <a:cubicBezTo>
                      <a:pt x="389530" y="229983"/>
                      <a:pt x="361014" y="250011"/>
                      <a:pt x="354216" y="274625"/>
                    </a:cubicBezTo>
                    <a:cubicBezTo>
                      <a:pt x="345122" y="307268"/>
                      <a:pt x="375228" y="336471"/>
                      <a:pt x="387234" y="368232"/>
                    </a:cubicBezTo>
                    <a:cubicBezTo>
                      <a:pt x="398065" y="397772"/>
                      <a:pt x="393180" y="430784"/>
                      <a:pt x="374257" y="455927"/>
                    </a:cubicBezTo>
                    <a:cubicBezTo>
                      <a:pt x="349095" y="488747"/>
                      <a:pt x="303804" y="500745"/>
                      <a:pt x="262752" y="496334"/>
                    </a:cubicBezTo>
                    <a:cubicBezTo>
                      <a:pt x="221610" y="491923"/>
                      <a:pt x="183471" y="473660"/>
                      <a:pt x="146303" y="455486"/>
                    </a:cubicBezTo>
                    <a:lnTo>
                      <a:pt x="144802" y="456545"/>
                    </a:lnTo>
                    <a:cubicBezTo>
                      <a:pt x="138810" y="447653"/>
                      <a:pt x="132202" y="439192"/>
                      <a:pt x="125026" y="431224"/>
                    </a:cubicBezTo>
                    <a:cubicBezTo>
                      <a:pt x="93861" y="396375"/>
                      <a:pt x="54309" y="370262"/>
                      <a:pt x="15199" y="344500"/>
                    </a:cubicBezTo>
                    <a:lnTo>
                      <a:pt x="190" y="342647"/>
                    </a:lnTo>
                    <a:cubicBezTo>
                      <a:pt x="11646" y="333329"/>
                      <a:pt x="18921" y="319838"/>
                      <a:pt x="20407" y="305152"/>
                    </a:cubicBezTo>
                    <a:cubicBezTo>
                      <a:pt x="21555" y="288301"/>
                      <a:pt x="13962" y="269774"/>
                      <a:pt x="22526" y="255128"/>
                    </a:cubicBezTo>
                    <a:cubicBezTo>
                      <a:pt x="27205" y="247276"/>
                      <a:pt x="35769" y="242424"/>
                      <a:pt x="41684" y="23545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1"/>
              <p:cNvSpPr/>
              <p:nvPr/>
            </p:nvSpPr>
            <p:spPr>
              <a:xfrm>
                <a:off x="11484794" y="3849501"/>
                <a:ext cx="673899" cy="537818"/>
              </a:xfrm>
              <a:custGeom>
                <a:avLst/>
                <a:gdLst/>
                <a:ahLst/>
                <a:cxnLst/>
                <a:rect l="l" t="t" r="r" b="b"/>
                <a:pathLst>
                  <a:path w="490108" h="391140" extrusionOk="0">
                    <a:moveTo>
                      <a:pt x="170263" y="356836"/>
                    </a:moveTo>
                    <a:cubicBezTo>
                      <a:pt x="153129" y="355541"/>
                      <a:pt x="136605" y="363478"/>
                      <a:pt x="126915" y="377657"/>
                    </a:cubicBezTo>
                    <a:lnTo>
                      <a:pt x="122854" y="374305"/>
                    </a:lnTo>
                    <a:cubicBezTo>
                      <a:pt x="98546" y="351651"/>
                      <a:pt x="76272" y="326913"/>
                      <a:pt x="56287" y="300373"/>
                    </a:cubicBezTo>
                    <a:cubicBezTo>
                      <a:pt x="43402" y="283070"/>
                      <a:pt x="32254" y="264541"/>
                      <a:pt x="23003" y="245056"/>
                    </a:cubicBezTo>
                    <a:cubicBezTo>
                      <a:pt x="-128" y="195473"/>
                      <a:pt x="-8251" y="136980"/>
                      <a:pt x="10819" y="85633"/>
                    </a:cubicBezTo>
                    <a:cubicBezTo>
                      <a:pt x="25651" y="45667"/>
                      <a:pt x="65468" y="9142"/>
                      <a:pt x="106874" y="19200"/>
                    </a:cubicBezTo>
                    <a:cubicBezTo>
                      <a:pt x="140423" y="27317"/>
                      <a:pt x="165407" y="63401"/>
                      <a:pt x="199839" y="61107"/>
                    </a:cubicBezTo>
                    <a:cubicBezTo>
                      <a:pt x="224735" y="59519"/>
                      <a:pt x="242922" y="38345"/>
                      <a:pt x="261462" y="21670"/>
                    </a:cubicBezTo>
                    <a:cubicBezTo>
                      <a:pt x="280002" y="4996"/>
                      <a:pt x="308607" y="-8414"/>
                      <a:pt x="328648" y="6408"/>
                    </a:cubicBezTo>
                    <a:cubicBezTo>
                      <a:pt x="343303" y="17259"/>
                      <a:pt x="346393" y="38786"/>
                      <a:pt x="360607" y="50079"/>
                    </a:cubicBezTo>
                    <a:cubicBezTo>
                      <a:pt x="376940" y="63223"/>
                      <a:pt x="400689" y="58018"/>
                      <a:pt x="421348" y="61371"/>
                    </a:cubicBezTo>
                    <a:cubicBezTo>
                      <a:pt x="462754" y="68164"/>
                      <a:pt x="490299" y="112276"/>
                      <a:pt x="490299" y="154183"/>
                    </a:cubicBezTo>
                    <a:cubicBezTo>
                      <a:pt x="489093" y="186633"/>
                      <a:pt x="478650" y="218065"/>
                      <a:pt x="460194" y="244790"/>
                    </a:cubicBezTo>
                    <a:cubicBezTo>
                      <a:pt x="455072" y="252995"/>
                      <a:pt x="449511" y="260935"/>
                      <a:pt x="443772" y="268523"/>
                    </a:cubicBezTo>
                    <a:cubicBezTo>
                      <a:pt x="406127" y="318147"/>
                      <a:pt x="359017" y="359827"/>
                      <a:pt x="305164" y="391156"/>
                    </a:cubicBezTo>
                    <a:cubicBezTo>
                      <a:pt x="299249" y="373864"/>
                      <a:pt x="298630" y="353131"/>
                      <a:pt x="283533" y="343515"/>
                    </a:cubicBezTo>
                    <a:cubicBezTo>
                      <a:pt x="270644" y="335310"/>
                      <a:pt x="253428" y="339986"/>
                      <a:pt x="239744" y="346779"/>
                    </a:cubicBezTo>
                    <a:cubicBezTo>
                      <a:pt x="225972" y="353572"/>
                      <a:pt x="212111" y="362395"/>
                      <a:pt x="196837" y="361865"/>
                    </a:cubicBezTo>
                    <a:cubicBezTo>
                      <a:pt x="187832" y="361513"/>
                      <a:pt x="179180" y="357895"/>
                      <a:pt x="170263" y="3568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1"/>
              <p:cNvSpPr/>
              <p:nvPr/>
            </p:nvSpPr>
            <p:spPr>
              <a:xfrm>
                <a:off x="11605963" y="4315988"/>
                <a:ext cx="363316" cy="373876"/>
              </a:xfrm>
              <a:custGeom>
                <a:avLst/>
                <a:gdLst/>
                <a:ahLst/>
                <a:cxnLst/>
                <a:rect l="l" t="t" r="r" b="b"/>
                <a:pathLst>
                  <a:path w="264230" h="271910" extrusionOk="0">
                    <a:moveTo>
                      <a:pt x="78642" y="264643"/>
                    </a:moveTo>
                    <a:cubicBezTo>
                      <a:pt x="70432" y="260135"/>
                      <a:pt x="63783" y="253244"/>
                      <a:pt x="59573" y="244881"/>
                    </a:cubicBezTo>
                    <a:cubicBezTo>
                      <a:pt x="56218" y="238088"/>
                      <a:pt x="54452" y="230412"/>
                      <a:pt x="51009" y="223530"/>
                    </a:cubicBezTo>
                    <a:cubicBezTo>
                      <a:pt x="50567" y="222737"/>
                      <a:pt x="50126" y="221855"/>
                      <a:pt x="49684" y="221060"/>
                    </a:cubicBezTo>
                    <a:cubicBezTo>
                      <a:pt x="39885" y="203856"/>
                      <a:pt x="18784" y="195916"/>
                      <a:pt x="7661" y="179506"/>
                    </a:cubicBezTo>
                    <a:cubicBezTo>
                      <a:pt x="-3087" y="162995"/>
                      <a:pt x="-2165" y="141487"/>
                      <a:pt x="9956" y="125954"/>
                    </a:cubicBezTo>
                    <a:cubicBezTo>
                      <a:pt x="16930" y="117308"/>
                      <a:pt x="27260" y="110956"/>
                      <a:pt x="31144" y="100545"/>
                    </a:cubicBezTo>
                    <a:cubicBezTo>
                      <a:pt x="35206" y="89252"/>
                      <a:pt x="30438" y="76901"/>
                      <a:pt x="30262" y="64814"/>
                    </a:cubicBezTo>
                    <a:cubicBezTo>
                      <a:pt x="30215" y="55358"/>
                      <a:pt x="33218" y="46139"/>
                      <a:pt x="38825" y="38523"/>
                    </a:cubicBezTo>
                    <a:cubicBezTo>
                      <a:pt x="48515" y="24343"/>
                      <a:pt x="65040" y="16406"/>
                      <a:pt x="82173" y="17702"/>
                    </a:cubicBezTo>
                    <a:cubicBezTo>
                      <a:pt x="91090" y="18761"/>
                      <a:pt x="99742" y="22378"/>
                      <a:pt x="108747" y="22731"/>
                    </a:cubicBezTo>
                    <a:cubicBezTo>
                      <a:pt x="124021" y="23260"/>
                      <a:pt x="137882" y="14438"/>
                      <a:pt x="151654" y="7644"/>
                    </a:cubicBezTo>
                    <a:cubicBezTo>
                      <a:pt x="165339" y="851"/>
                      <a:pt x="182554" y="-3825"/>
                      <a:pt x="195444" y="4380"/>
                    </a:cubicBezTo>
                    <a:cubicBezTo>
                      <a:pt x="210541" y="13996"/>
                      <a:pt x="211159" y="34729"/>
                      <a:pt x="217074" y="52021"/>
                    </a:cubicBezTo>
                    <a:cubicBezTo>
                      <a:pt x="218958" y="58808"/>
                      <a:pt x="222544" y="65003"/>
                      <a:pt x="227492" y="70019"/>
                    </a:cubicBezTo>
                    <a:cubicBezTo>
                      <a:pt x="234201" y="76460"/>
                      <a:pt x="243560" y="79371"/>
                      <a:pt x="250887" y="85194"/>
                    </a:cubicBezTo>
                    <a:cubicBezTo>
                      <a:pt x="266626" y="98648"/>
                      <a:pt x="268961" y="122105"/>
                      <a:pt x="256184" y="138394"/>
                    </a:cubicBezTo>
                    <a:cubicBezTo>
                      <a:pt x="250269" y="145363"/>
                      <a:pt x="241705" y="150216"/>
                      <a:pt x="237027" y="158068"/>
                    </a:cubicBezTo>
                    <a:cubicBezTo>
                      <a:pt x="228463" y="172713"/>
                      <a:pt x="236056" y="191240"/>
                      <a:pt x="234908" y="208091"/>
                    </a:cubicBezTo>
                    <a:cubicBezTo>
                      <a:pt x="233422" y="222777"/>
                      <a:pt x="226147" y="236269"/>
                      <a:pt x="214691" y="245587"/>
                    </a:cubicBezTo>
                    <a:cubicBezTo>
                      <a:pt x="209577" y="249977"/>
                      <a:pt x="203834" y="253575"/>
                      <a:pt x="197651" y="256262"/>
                    </a:cubicBezTo>
                    <a:cubicBezTo>
                      <a:pt x="178538" y="263672"/>
                      <a:pt x="157686" y="265388"/>
                      <a:pt x="137617" y="261202"/>
                    </a:cubicBezTo>
                    <a:cubicBezTo>
                      <a:pt x="120452" y="274128"/>
                      <a:pt x="97197" y="275484"/>
                      <a:pt x="78643" y="26464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1"/>
              <p:cNvSpPr/>
              <p:nvPr/>
            </p:nvSpPr>
            <p:spPr>
              <a:xfrm>
                <a:off x="11650405" y="4340127"/>
                <a:ext cx="75941" cy="45700"/>
              </a:xfrm>
              <a:custGeom>
                <a:avLst/>
                <a:gdLst/>
                <a:ahLst/>
                <a:cxnLst/>
                <a:rect l="l" t="t" r="r" b="b"/>
                <a:pathLst>
                  <a:path w="55230" h="33236" extrusionOk="0">
                    <a:moveTo>
                      <a:pt x="21885" y="13095"/>
                    </a:moveTo>
                    <a:cubicBezTo>
                      <a:pt x="32189" y="6989"/>
                      <a:pt x="43576" y="2930"/>
                      <a:pt x="55421" y="1141"/>
                    </a:cubicBezTo>
                    <a:cubicBezTo>
                      <a:pt x="53576" y="750"/>
                      <a:pt x="51728" y="374"/>
                      <a:pt x="49864" y="153"/>
                    </a:cubicBezTo>
                    <a:cubicBezTo>
                      <a:pt x="32731" y="-1142"/>
                      <a:pt x="16207" y="6794"/>
                      <a:pt x="6517" y="20973"/>
                    </a:cubicBezTo>
                    <a:cubicBezTo>
                      <a:pt x="3819" y="24736"/>
                      <a:pt x="1688" y="28873"/>
                      <a:pt x="190" y="33253"/>
                    </a:cubicBezTo>
                    <a:cubicBezTo>
                      <a:pt x="6065" y="25209"/>
                      <a:pt x="13429" y="18366"/>
                      <a:pt x="21884" y="13095"/>
                    </a:cubicBezTo>
                    <a:close/>
                  </a:path>
                </a:pathLst>
              </a:custGeom>
              <a:solidFill>
                <a:srgbClr val="F5DBD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1"/>
              <p:cNvSpPr/>
              <p:nvPr/>
            </p:nvSpPr>
            <p:spPr>
              <a:xfrm>
                <a:off x="11618434" y="4565640"/>
                <a:ext cx="38963" cy="35016"/>
              </a:xfrm>
              <a:custGeom>
                <a:avLst/>
                <a:gdLst/>
                <a:ahLst/>
                <a:cxnLst/>
                <a:rect l="l" t="t" r="r" b="b"/>
                <a:pathLst>
                  <a:path w="28337" h="25466" extrusionOk="0">
                    <a:moveTo>
                      <a:pt x="28281" y="24474"/>
                    </a:moveTo>
                    <a:cubicBezTo>
                      <a:pt x="19764" y="15399"/>
                      <a:pt x="10353" y="7204"/>
                      <a:pt x="190" y="16"/>
                    </a:cubicBezTo>
                    <a:cubicBezTo>
                      <a:pt x="8789" y="9401"/>
                      <a:pt x="18279" y="17930"/>
                      <a:pt x="28527" y="25482"/>
                    </a:cubicBezTo>
                    <a:cubicBezTo>
                      <a:pt x="28449" y="25145"/>
                      <a:pt x="28356" y="24813"/>
                      <a:pt x="28281" y="24474"/>
                    </a:cubicBezTo>
                    <a:close/>
                  </a:path>
                </a:pathLst>
              </a:custGeom>
              <a:solidFill>
                <a:srgbClr val="F5DBD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1"/>
              <p:cNvSpPr/>
              <p:nvPr/>
            </p:nvSpPr>
            <p:spPr>
              <a:xfrm>
                <a:off x="11121669" y="3840825"/>
                <a:ext cx="1328051" cy="1348289"/>
              </a:xfrm>
              <a:custGeom>
                <a:avLst/>
                <a:gdLst/>
                <a:ahLst/>
                <a:cxnLst/>
                <a:rect l="l" t="t" r="r" b="b"/>
                <a:pathLst>
                  <a:path w="965855" h="980574" extrusionOk="0">
                    <a:moveTo>
                      <a:pt x="958241" y="610242"/>
                    </a:moveTo>
                    <a:cubicBezTo>
                      <a:pt x="947314" y="584503"/>
                      <a:pt x="919708" y="556252"/>
                      <a:pt x="926681" y="526310"/>
                    </a:cubicBezTo>
                    <a:cubicBezTo>
                      <a:pt x="932418" y="501675"/>
                      <a:pt x="960522" y="483906"/>
                      <a:pt x="955776" y="456453"/>
                    </a:cubicBezTo>
                    <a:cubicBezTo>
                      <a:pt x="952857" y="445086"/>
                      <a:pt x="946094" y="435078"/>
                      <a:pt x="936633" y="428126"/>
                    </a:cubicBezTo>
                    <a:cubicBezTo>
                      <a:pt x="923297" y="416260"/>
                      <a:pt x="916239" y="406071"/>
                      <a:pt x="917367" y="387325"/>
                    </a:cubicBezTo>
                    <a:cubicBezTo>
                      <a:pt x="919414" y="372407"/>
                      <a:pt x="920014" y="357326"/>
                      <a:pt x="919160" y="342292"/>
                    </a:cubicBezTo>
                    <a:cubicBezTo>
                      <a:pt x="917439" y="329316"/>
                      <a:pt x="913509" y="316730"/>
                      <a:pt x="907540" y="305079"/>
                    </a:cubicBezTo>
                    <a:cubicBezTo>
                      <a:pt x="893049" y="276723"/>
                      <a:pt x="867260" y="255790"/>
                      <a:pt x="836517" y="247428"/>
                    </a:cubicBezTo>
                    <a:cubicBezTo>
                      <a:pt x="803217" y="238226"/>
                      <a:pt x="767310" y="242153"/>
                      <a:pt x="733676" y="248501"/>
                    </a:cubicBezTo>
                    <a:cubicBezTo>
                      <a:pt x="742464" y="233848"/>
                      <a:pt x="749457" y="218192"/>
                      <a:pt x="754502" y="201870"/>
                    </a:cubicBezTo>
                    <a:cubicBezTo>
                      <a:pt x="767229" y="164372"/>
                      <a:pt x="760417" y="123002"/>
                      <a:pt x="736340" y="91554"/>
                    </a:cubicBezTo>
                    <a:cubicBezTo>
                      <a:pt x="725310" y="77533"/>
                      <a:pt x="710079" y="67407"/>
                      <a:pt x="692877" y="62656"/>
                    </a:cubicBezTo>
                    <a:cubicBezTo>
                      <a:pt x="673095" y="57635"/>
                      <a:pt x="648081" y="64514"/>
                      <a:pt x="630476" y="52728"/>
                    </a:cubicBezTo>
                    <a:cubicBezTo>
                      <a:pt x="614225" y="41848"/>
                      <a:pt x="612152" y="18608"/>
                      <a:pt x="595915" y="7130"/>
                    </a:cubicBezTo>
                    <a:cubicBezTo>
                      <a:pt x="580295" y="-3911"/>
                      <a:pt x="560605" y="-684"/>
                      <a:pt x="544376" y="7208"/>
                    </a:cubicBezTo>
                    <a:cubicBezTo>
                      <a:pt x="507595" y="25096"/>
                      <a:pt x="483197" y="78342"/>
                      <a:pt x="436046" y="54249"/>
                    </a:cubicBezTo>
                    <a:cubicBezTo>
                      <a:pt x="418529" y="45298"/>
                      <a:pt x="403758" y="31771"/>
                      <a:pt x="385684" y="23790"/>
                    </a:cubicBezTo>
                    <a:cubicBezTo>
                      <a:pt x="369059" y="16198"/>
                      <a:pt x="350123" y="15401"/>
                      <a:pt x="332919" y="21570"/>
                    </a:cubicBezTo>
                    <a:cubicBezTo>
                      <a:pt x="295188" y="35273"/>
                      <a:pt x="271272" y="72596"/>
                      <a:pt x="262529" y="110223"/>
                    </a:cubicBezTo>
                    <a:cubicBezTo>
                      <a:pt x="248392" y="171059"/>
                      <a:pt x="265656" y="233147"/>
                      <a:pt x="298265" y="286628"/>
                    </a:cubicBezTo>
                    <a:cubicBezTo>
                      <a:pt x="251191" y="253382"/>
                      <a:pt x="193849" y="228269"/>
                      <a:pt x="136255" y="242717"/>
                    </a:cubicBezTo>
                    <a:cubicBezTo>
                      <a:pt x="107438" y="249719"/>
                      <a:pt x="81681" y="265896"/>
                      <a:pt x="62869" y="288807"/>
                    </a:cubicBezTo>
                    <a:cubicBezTo>
                      <a:pt x="43338" y="313403"/>
                      <a:pt x="38939" y="340812"/>
                      <a:pt x="40994" y="371438"/>
                    </a:cubicBezTo>
                    <a:cubicBezTo>
                      <a:pt x="42093" y="387819"/>
                      <a:pt x="44523" y="405868"/>
                      <a:pt x="38007" y="421460"/>
                    </a:cubicBezTo>
                    <a:cubicBezTo>
                      <a:pt x="31498" y="437035"/>
                      <a:pt x="14829" y="443738"/>
                      <a:pt x="6391" y="457884"/>
                    </a:cubicBezTo>
                    <a:cubicBezTo>
                      <a:pt x="-12133" y="488940"/>
                      <a:pt x="15459" y="520850"/>
                      <a:pt x="28974" y="547277"/>
                    </a:cubicBezTo>
                    <a:cubicBezTo>
                      <a:pt x="39173" y="567219"/>
                      <a:pt x="36394" y="584943"/>
                      <a:pt x="29536" y="605334"/>
                    </a:cubicBezTo>
                    <a:cubicBezTo>
                      <a:pt x="23220" y="620578"/>
                      <a:pt x="20307" y="637014"/>
                      <a:pt x="20999" y="653498"/>
                    </a:cubicBezTo>
                    <a:cubicBezTo>
                      <a:pt x="25196" y="684064"/>
                      <a:pt x="43467" y="710904"/>
                      <a:pt x="70374" y="726032"/>
                    </a:cubicBezTo>
                    <a:cubicBezTo>
                      <a:pt x="104028" y="745662"/>
                      <a:pt x="145085" y="747474"/>
                      <a:pt x="182793" y="742057"/>
                    </a:cubicBezTo>
                    <a:cubicBezTo>
                      <a:pt x="218177" y="737899"/>
                      <a:pt x="252131" y="725669"/>
                      <a:pt x="282033" y="706311"/>
                    </a:cubicBezTo>
                    <a:cubicBezTo>
                      <a:pt x="274672" y="724331"/>
                      <a:pt x="269031" y="743006"/>
                      <a:pt x="265184" y="762087"/>
                    </a:cubicBezTo>
                    <a:cubicBezTo>
                      <a:pt x="257738" y="799512"/>
                      <a:pt x="257020" y="842195"/>
                      <a:pt x="277602" y="875853"/>
                    </a:cubicBezTo>
                    <a:cubicBezTo>
                      <a:pt x="299135" y="911066"/>
                      <a:pt x="339110" y="923409"/>
                      <a:pt x="378500" y="924452"/>
                    </a:cubicBezTo>
                    <a:cubicBezTo>
                      <a:pt x="398296" y="924976"/>
                      <a:pt x="418003" y="919752"/>
                      <a:pt x="437805" y="922023"/>
                    </a:cubicBezTo>
                    <a:cubicBezTo>
                      <a:pt x="448414" y="922562"/>
                      <a:pt x="458261" y="927698"/>
                      <a:pt x="464770" y="936087"/>
                    </a:cubicBezTo>
                    <a:cubicBezTo>
                      <a:pt x="470555" y="944360"/>
                      <a:pt x="472665" y="954620"/>
                      <a:pt x="477952" y="963180"/>
                    </a:cubicBezTo>
                    <a:cubicBezTo>
                      <a:pt x="487110" y="977939"/>
                      <a:pt x="505347" y="984290"/>
                      <a:pt x="521701" y="978418"/>
                    </a:cubicBezTo>
                    <a:cubicBezTo>
                      <a:pt x="541227" y="972622"/>
                      <a:pt x="553577" y="956994"/>
                      <a:pt x="567632" y="943386"/>
                    </a:cubicBezTo>
                    <a:cubicBezTo>
                      <a:pt x="586213" y="925396"/>
                      <a:pt x="607392" y="922568"/>
                      <a:pt x="632263" y="921118"/>
                    </a:cubicBezTo>
                    <a:cubicBezTo>
                      <a:pt x="652061" y="921116"/>
                      <a:pt x="671604" y="916657"/>
                      <a:pt x="689441" y="908071"/>
                    </a:cubicBezTo>
                    <a:cubicBezTo>
                      <a:pt x="721847" y="889035"/>
                      <a:pt x="743654" y="856124"/>
                      <a:pt x="748542" y="818879"/>
                    </a:cubicBezTo>
                    <a:cubicBezTo>
                      <a:pt x="753587" y="782834"/>
                      <a:pt x="745636" y="746171"/>
                      <a:pt x="726110" y="715447"/>
                    </a:cubicBezTo>
                    <a:cubicBezTo>
                      <a:pt x="777072" y="742983"/>
                      <a:pt x="837725" y="763839"/>
                      <a:pt x="894321" y="744174"/>
                    </a:cubicBezTo>
                    <a:cubicBezTo>
                      <a:pt x="949332" y="725062"/>
                      <a:pt x="981873" y="665908"/>
                      <a:pt x="958241" y="610242"/>
                    </a:cubicBezTo>
                    <a:close/>
                    <a:moveTo>
                      <a:pt x="323998" y="40213"/>
                    </a:moveTo>
                    <a:cubicBezTo>
                      <a:pt x="340004" y="29821"/>
                      <a:pt x="360018" y="27704"/>
                      <a:pt x="377847" y="34517"/>
                    </a:cubicBezTo>
                    <a:cubicBezTo>
                      <a:pt x="394710" y="41172"/>
                      <a:pt x="408624" y="53558"/>
                      <a:pt x="424182" y="62563"/>
                    </a:cubicBezTo>
                    <a:cubicBezTo>
                      <a:pt x="437351" y="71192"/>
                      <a:pt x="453095" y="75021"/>
                      <a:pt x="468760" y="73403"/>
                    </a:cubicBezTo>
                    <a:cubicBezTo>
                      <a:pt x="485645" y="69555"/>
                      <a:pt x="501030" y="60845"/>
                      <a:pt x="513012" y="48349"/>
                    </a:cubicBezTo>
                    <a:cubicBezTo>
                      <a:pt x="528193" y="34647"/>
                      <a:pt x="542548" y="18803"/>
                      <a:pt x="563330" y="14001"/>
                    </a:cubicBezTo>
                    <a:cubicBezTo>
                      <a:pt x="587483" y="8420"/>
                      <a:pt x="596560" y="26579"/>
                      <a:pt x="606842" y="44399"/>
                    </a:cubicBezTo>
                    <a:cubicBezTo>
                      <a:pt x="614413" y="59046"/>
                      <a:pt x="628662" y="69078"/>
                      <a:pt x="645012" y="71271"/>
                    </a:cubicBezTo>
                    <a:cubicBezTo>
                      <a:pt x="664068" y="74076"/>
                      <a:pt x="683665" y="70867"/>
                      <a:pt x="701531" y="79626"/>
                    </a:cubicBezTo>
                    <a:cubicBezTo>
                      <a:pt x="734946" y="96008"/>
                      <a:pt x="750440" y="136065"/>
                      <a:pt x="747356" y="171488"/>
                    </a:cubicBezTo>
                    <a:cubicBezTo>
                      <a:pt x="743111" y="220246"/>
                      <a:pt x="710924" y="263735"/>
                      <a:pt x="679537" y="299213"/>
                    </a:cubicBezTo>
                    <a:cubicBezTo>
                      <a:pt x="647947" y="333366"/>
                      <a:pt x="612126" y="363351"/>
                      <a:pt x="572941" y="388443"/>
                    </a:cubicBezTo>
                    <a:cubicBezTo>
                      <a:pt x="570984" y="378754"/>
                      <a:pt x="568094" y="369277"/>
                      <a:pt x="564314" y="360142"/>
                    </a:cubicBezTo>
                    <a:cubicBezTo>
                      <a:pt x="560803" y="352686"/>
                      <a:pt x="554922" y="346600"/>
                      <a:pt x="547589" y="342830"/>
                    </a:cubicBezTo>
                    <a:cubicBezTo>
                      <a:pt x="548085" y="341249"/>
                      <a:pt x="548474" y="339637"/>
                      <a:pt x="548756" y="338005"/>
                    </a:cubicBezTo>
                    <a:cubicBezTo>
                      <a:pt x="549536" y="334053"/>
                      <a:pt x="550470" y="330137"/>
                      <a:pt x="551534" y="326252"/>
                    </a:cubicBezTo>
                    <a:cubicBezTo>
                      <a:pt x="557791" y="302098"/>
                      <a:pt x="569063" y="279530"/>
                      <a:pt x="584618" y="260013"/>
                    </a:cubicBezTo>
                    <a:cubicBezTo>
                      <a:pt x="586513" y="257616"/>
                      <a:pt x="583512" y="254369"/>
                      <a:pt x="581179" y="256577"/>
                    </a:cubicBezTo>
                    <a:cubicBezTo>
                      <a:pt x="568501" y="268500"/>
                      <a:pt x="558008" y="282548"/>
                      <a:pt x="550174" y="298084"/>
                    </a:cubicBezTo>
                    <a:cubicBezTo>
                      <a:pt x="546304" y="305691"/>
                      <a:pt x="543063" y="313600"/>
                      <a:pt x="540484" y="321735"/>
                    </a:cubicBezTo>
                    <a:cubicBezTo>
                      <a:pt x="539164" y="326031"/>
                      <a:pt x="538081" y="330412"/>
                      <a:pt x="537156" y="334809"/>
                    </a:cubicBezTo>
                    <a:cubicBezTo>
                      <a:pt x="536816" y="336349"/>
                      <a:pt x="536560" y="337906"/>
                      <a:pt x="536389" y="339473"/>
                    </a:cubicBezTo>
                    <a:cubicBezTo>
                      <a:pt x="535792" y="339397"/>
                      <a:pt x="535221" y="339262"/>
                      <a:pt x="534613" y="339214"/>
                    </a:cubicBezTo>
                    <a:cubicBezTo>
                      <a:pt x="517446" y="337881"/>
                      <a:pt x="502476" y="346762"/>
                      <a:pt x="487678" y="354033"/>
                    </a:cubicBezTo>
                    <a:cubicBezTo>
                      <a:pt x="483099" y="356363"/>
                      <a:pt x="478331" y="358303"/>
                      <a:pt x="473426" y="359832"/>
                    </a:cubicBezTo>
                    <a:cubicBezTo>
                      <a:pt x="467230" y="331017"/>
                      <a:pt x="464346" y="301589"/>
                      <a:pt x="464830" y="272121"/>
                    </a:cubicBezTo>
                    <a:cubicBezTo>
                      <a:pt x="466114" y="242249"/>
                      <a:pt x="469842" y="212532"/>
                      <a:pt x="475976" y="183268"/>
                    </a:cubicBezTo>
                    <a:cubicBezTo>
                      <a:pt x="476301" y="181422"/>
                      <a:pt x="473552" y="179848"/>
                      <a:pt x="472667" y="181874"/>
                    </a:cubicBezTo>
                    <a:cubicBezTo>
                      <a:pt x="461342" y="210120"/>
                      <a:pt x="454864" y="240072"/>
                      <a:pt x="453503" y="270470"/>
                    </a:cubicBezTo>
                    <a:cubicBezTo>
                      <a:pt x="451604" y="301046"/>
                      <a:pt x="453960" y="331738"/>
                      <a:pt x="460505" y="361666"/>
                    </a:cubicBezTo>
                    <a:cubicBezTo>
                      <a:pt x="451089" y="361308"/>
                      <a:pt x="442157" y="357242"/>
                      <a:pt x="432736" y="356604"/>
                    </a:cubicBezTo>
                    <a:cubicBezTo>
                      <a:pt x="429253" y="356380"/>
                      <a:pt x="425755" y="356544"/>
                      <a:pt x="422307" y="357093"/>
                    </a:cubicBezTo>
                    <a:cubicBezTo>
                      <a:pt x="420721" y="353084"/>
                      <a:pt x="418417" y="349167"/>
                      <a:pt x="416834" y="345356"/>
                    </a:cubicBezTo>
                    <a:cubicBezTo>
                      <a:pt x="414545" y="339847"/>
                      <a:pt x="412390" y="334262"/>
                      <a:pt x="410556" y="328584"/>
                    </a:cubicBezTo>
                    <a:cubicBezTo>
                      <a:pt x="406502" y="316691"/>
                      <a:pt x="403873" y="304360"/>
                      <a:pt x="402722" y="291849"/>
                    </a:cubicBezTo>
                    <a:cubicBezTo>
                      <a:pt x="402697" y="291021"/>
                      <a:pt x="402004" y="290371"/>
                      <a:pt x="401176" y="290396"/>
                    </a:cubicBezTo>
                    <a:cubicBezTo>
                      <a:pt x="400383" y="290420"/>
                      <a:pt x="399747" y="291057"/>
                      <a:pt x="399722" y="291849"/>
                    </a:cubicBezTo>
                    <a:cubicBezTo>
                      <a:pt x="399112" y="304674"/>
                      <a:pt x="400075" y="317525"/>
                      <a:pt x="402587" y="330117"/>
                    </a:cubicBezTo>
                    <a:cubicBezTo>
                      <a:pt x="403898" y="336362"/>
                      <a:pt x="405707" y="342492"/>
                      <a:pt x="407995" y="348449"/>
                    </a:cubicBezTo>
                    <a:cubicBezTo>
                      <a:pt x="409152" y="351401"/>
                      <a:pt x="410421" y="354319"/>
                      <a:pt x="411754" y="357196"/>
                    </a:cubicBezTo>
                    <a:cubicBezTo>
                      <a:pt x="412111" y="357967"/>
                      <a:pt x="412459" y="358746"/>
                      <a:pt x="412819" y="359519"/>
                    </a:cubicBezTo>
                    <a:cubicBezTo>
                      <a:pt x="406696" y="361733"/>
                      <a:pt x="401001" y="364986"/>
                      <a:pt x="395983" y="369133"/>
                    </a:cubicBezTo>
                    <a:cubicBezTo>
                      <a:pt x="393203" y="371436"/>
                      <a:pt x="390642" y="373992"/>
                      <a:pt x="388334" y="376768"/>
                    </a:cubicBezTo>
                    <a:cubicBezTo>
                      <a:pt x="360125" y="343919"/>
                      <a:pt x="329853" y="313501"/>
                      <a:pt x="307445" y="276059"/>
                    </a:cubicBezTo>
                    <a:cubicBezTo>
                      <a:pt x="283633" y="238119"/>
                      <a:pt x="270922" y="194278"/>
                      <a:pt x="270750" y="149494"/>
                    </a:cubicBezTo>
                    <a:cubicBezTo>
                      <a:pt x="271551" y="107940"/>
                      <a:pt x="286757" y="62854"/>
                      <a:pt x="323998" y="40213"/>
                    </a:cubicBezTo>
                    <a:close/>
                    <a:moveTo>
                      <a:pt x="601435" y="481884"/>
                    </a:moveTo>
                    <a:cubicBezTo>
                      <a:pt x="590828" y="493269"/>
                      <a:pt x="580154" y="500042"/>
                      <a:pt x="578781" y="516887"/>
                    </a:cubicBezTo>
                    <a:cubicBezTo>
                      <a:pt x="577484" y="532782"/>
                      <a:pt x="583789" y="548651"/>
                      <a:pt x="578265" y="564217"/>
                    </a:cubicBezTo>
                    <a:cubicBezTo>
                      <a:pt x="571587" y="580572"/>
                      <a:pt x="557953" y="593095"/>
                      <a:pt x="541083" y="598369"/>
                    </a:cubicBezTo>
                    <a:cubicBezTo>
                      <a:pt x="525793" y="602741"/>
                      <a:pt x="509761" y="603892"/>
                      <a:pt x="494002" y="601750"/>
                    </a:cubicBezTo>
                    <a:cubicBezTo>
                      <a:pt x="492883" y="600722"/>
                      <a:pt x="491199" y="600612"/>
                      <a:pt x="489956" y="601486"/>
                    </a:cubicBezTo>
                    <a:cubicBezTo>
                      <a:pt x="488911" y="601418"/>
                      <a:pt x="487866" y="601345"/>
                      <a:pt x="486820" y="601282"/>
                    </a:cubicBezTo>
                    <a:cubicBezTo>
                      <a:pt x="484395" y="601122"/>
                      <a:pt x="482300" y="602957"/>
                      <a:pt x="482140" y="605380"/>
                    </a:cubicBezTo>
                    <a:cubicBezTo>
                      <a:pt x="482126" y="605587"/>
                      <a:pt x="482127" y="605794"/>
                      <a:pt x="482143" y="606001"/>
                    </a:cubicBezTo>
                    <a:cubicBezTo>
                      <a:pt x="463390" y="615449"/>
                      <a:pt x="440760" y="612455"/>
                      <a:pt x="425115" y="598454"/>
                    </a:cubicBezTo>
                    <a:cubicBezTo>
                      <a:pt x="415931" y="589686"/>
                      <a:pt x="414176" y="577596"/>
                      <a:pt x="408851" y="566615"/>
                    </a:cubicBezTo>
                    <a:cubicBezTo>
                      <a:pt x="402172" y="555173"/>
                      <a:pt x="392980" y="545396"/>
                      <a:pt x="381969" y="538022"/>
                    </a:cubicBezTo>
                    <a:cubicBezTo>
                      <a:pt x="370720" y="529027"/>
                      <a:pt x="360443" y="519327"/>
                      <a:pt x="358866" y="504163"/>
                    </a:cubicBezTo>
                    <a:cubicBezTo>
                      <a:pt x="357192" y="488060"/>
                      <a:pt x="365117" y="477021"/>
                      <a:pt x="375950" y="466280"/>
                    </a:cubicBezTo>
                    <a:cubicBezTo>
                      <a:pt x="385152" y="458648"/>
                      <a:pt x="390729" y="447510"/>
                      <a:pt x="391324" y="435575"/>
                    </a:cubicBezTo>
                    <a:cubicBezTo>
                      <a:pt x="391532" y="420719"/>
                      <a:pt x="385667" y="407494"/>
                      <a:pt x="392764" y="393243"/>
                    </a:cubicBezTo>
                    <a:cubicBezTo>
                      <a:pt x="398914" y="380985"/>
                      <a:pt x="410449" y="372307"/>
                      <a:pt x="423939" y="369792"/>
                    </a:cubicBezTo>
                    <a:cubicBezTo>
                      <a:pt x="439352" y="367296"/>
                      <a:pt x="453825" y="376386"/>
                      <a:pt x="469473" y="373985"/>
                    </a:cubicBezTo>
                    <a:cubicBezTo>
                      <a:pt x="492779" y="370408"/>
                      <a:pt x="531963" y="334002"/>
                      <a:pt x="550920" y="362067"/>
                    </a:cubicBezTo>
                    <a:cubicBezTo>
                      <a:pt x="562878" y="379770"/>
                      <a:pt x="558798" y="404169"/>
                      <a:pt x="575103" y="419911"/>
                    </a:cubicBezTo>
                    <a:cubicBezTo>
                      <a:pt x="584848" y="429320"/>
                      <a:pt x="599727" y="431920"/>
                      <a:pt x="606392" y="444555"/>
                    </a:cubicBezTo>
                    <a:cubicBezTo>
                      <a:pt x="612856" y="456784"/>
                      <a:pt x="610867" y="471763"/>
                      <a:pt x="601435" y="481884"/>
                    </a:cubicBezTo>
                    <a:close/>
                    <a:moveTo>
                      <a:pt x="196336" y="726578"/>
                    </a:moveTo>
                    <a:cubicBezTo>
                      <a:pt x="163535" y="734440"/>
                      <a:pt x="129238" y="733501"/>
                      <a:pt x="96917" y="723854"/>
                    </a:cubicBezTo>
                    <a:cubicBezTo>
                      <a:pt x="66096" y="714399"/>
                      <a:pt x="42517" y="689452"/>
                      <a:pt x="34828" y="658164"/>
                    </a:cubicBezTo>
                    <a:cubicBezTo>
                      <a:pt x="28364" y="626037"/>
                      <a:pt x="53152" y="598190"/>
                      <a:pt x="48892" y="566185"/>
                    </a:cubicBezTo>
                    <a:cubicBezTo>
                      <a:pt x="44717" y="534826"/>
                      <a:pt x="13547" y="512549"/>
                      <a:pt x="13563" y="480405"/>
                    </a:cubicBezTo>
                    <a:cubicBezTo>
                      <a:pt x="13573" y="461614"/>
                      <a:pt x="28844" y="454383"/>
                      <a:pt x="39960" y="442210"/>
                    </a:cubicBezTo>
                    <a:cubicBezTo>
                      <a:pt x="48237" y="432837"/>
                      <a:pt x="53323" y="421081"/>
                      <a:pt x="54487" y="408635"/>
                    </a:cubicBezTo>
                    <a:cubicBezTo>
                      <a:pt x="57940" y="379685"/>
                      <a:pt x="48064" y="350530"/>
                      <a:pt x="58414" y="322294"/>
                    </a:cubicBezTo>
                    <a:cubicBezTo>
                      <a:pt x="69114" y="296401"/>
                      <a:pt x="89339" y="275593"/>
                      <a:pt x="114926" y="264150"/>
                    </a:cubicBezTo>
                    <a:cubicBezTo>
                      <a:pt x="182941" y="231250"/>
                      <a:pt x="258728" y="266981"/>
                      <a:pt x="313512" y="309495"/>
                    </a:cubicBezTo>
                    <a:cubicBezTo>
                      <a:pt x="333520" y="337062"/>
                      <a:pt x="357199" y="361771"/>
                      <a:pt x="383895" y="382938"/>
                    </a:cubicBezTo>
                    <a:cubicBezTo>
                      <a:pt x="379763" y="389372"/>
                      <a:pt x="377134" y="396653"/>
                      <a:pt x="376200" y="404242"/>
                    </a:cubicBezTo>
                    <a:cubicBezTo>
                      <a:pt x="375871" y="412338"/>
                      <a:pt x="376448" y="420446"/>
                      <a:pt x="377922" y="428415"/>
                    </a:cubicBezTo>
                    <a:cubicBezTo>
                      <a:pt x="378340" y="432214"/>
                      <a:pt x="378116" y="436056"/>
                      <a:pt x="377261" y="439781"/>
                    </a:cubicBezTo>
                    <a:cubicBezTo>
                      <a:pt x="376146" y="439324"/>
                      <a:pt x="374998" y="438900"/>
                      <a:pt x="373823" y="438467"/>
                    </a:cubicBezTo>
                    <a:cubicBezTo>
                      <a:pt x="369619" y="436919"/>
                      <a:pt x="365407" y="435409"/>
                      <a:pt x="361242" y="433756"/>
                    </a:cubicBezTo>
                    <a:cubicBezTo>
                      <a:pt x="353013" y="430492"/>
                      <a:pt x="344938" y="426851"/>
                      <a:pt x="337009" y="422916"/>
                    </a:cubicBezTo>
                    <a:cubicBezTo>
                      <a:pt x="321371" y="415177"/>
                      <a:pt x="306364" y="406227"/>
                      <a:pt x="292125" y="396147"/>
                    </a:cubicBezTo>
                    <a:cubicBezTo>
                      <a:pt x="290039" y="394667"/>
                      <a:pt x="287346" y="398101"/>
                      <a:pt x="289366" y="399719"/>
                    </a:cubicBezTo>
                    <a:cubicBezTo>
                      <a:pt x="303130" y="410828"/>
                      <a:pt x="317686" y="420918"/>
                      <a:pt x="332918" y="429910"/>
                    </a:cubicBezTo>
                    <a:cubicBezTo>
                      <a:pt x="340434" y="434310"/>
                      <a:pt x="348111" y="438421"/>
                      <a:pt x="355947" y="442244"/>
                    </a:cubicBezTo>
                    <a:cubicBezTo>
                      <a:pt x="359968" y="444210"/>
                      <a:pt x="364027" y="446110"/>
                      <a:pt x="368128" y="447904"/>
                    </a:cubicBezTo>
                    <a:cubicBezTo>
                      <a:pt x="369677" y="448582"/>
                      <a:pt x="371277" y="449315"/>
                      <a:pt x="372899" y="449930"/>
                    </a:cubicBezTo>
                    <a:cubicBezTo>
                      <a:pt x="371103" y="452523"/>
                      <a:pt x="369064" y="454939"/>
                      <a:pt x="366808" y="457144"/>
                    </a:cubicBezTo>
                    <a:cubicBezTo>
                      <a:pt x="355738" y="466409"/>
                      <a:pt x="348433" y="479393"/>
                      <a:pt x="346264" y="493659"/>
                    </a:cubicBezTo>
                    <a:cubicBezTo>
                      <a:pt x="330177" y="491111"/>
                      <a:pt x="313537" y="490688"/>
                      <a:pt x="297348" y="489124"/>
                    </a:cubicBezTo>
                    <a:cubicBezTo>
                      <a:pt x="279131" y="487364"/>
                      <a:pt x="260911" y="485632"/>
                      <a:pt x="242688" y="483930"/>
                    </a:cubicBezTo>
                    <a:cubicBezTo>
                      <a:pt x="206339" y="480501"/>
                      <a:pt x="170059" y="476244"/>
                      <a:pt x="133868" y="471434"/>
                    </a:cubicBezTo>
                    <a:cubicBezTo>
                      <a:pt x="132341" y="471231"/>
                      <a:pt x="132003" y="473808"/>
                      <a:pt x="133504" y="474125"/>
                    </a:cubicBezTo>
                    <a:cubicBezTo>
                      <a:pt x="169274" y="481690"/>
                      <a:pt x="205214" y="488311"/>
                      <a:pt x="241325" y="493989"/>
                    </a:cubicBezTo>
                    <a:cubicBezTo>
                      <a:pt x="258538" y="496709"/>
                      <a:pt x="275809" y="499056"/>
                      <a:pt x="293138" y="501032"/>
                    </a:cubicBezTo>
                    <a:cubicBezTo>
                      <a:pt x="310770" y="503690"/>
                      <a:pt x="328537" y="505351"/>
                      <a:pt x="346356" y="506008"/>
                    </a:cubicBezTo>
                    <a:cubicBezTo>
                      <a:pt x="347024" y="511527"/>
                      <a:pt x="348579" y="516902"/>
                      <a:pt x="350961" y="521927"/>
                    </a:cubicBezTo>
                    <a:cubicBezTo>
                      <a:pt x="349361" y="522831"/>
                      <a:pt x="347800" y="523908"/>
                      <a:pt x="346148" y="524992"/>
                    </a:cubicBezTo>
                    <a:cubicBezTo>
                      <a:pt x="342153" y="527614"/>
                      <a:pt x="338205" y="530306"/>
                      <a:pt x="334304" y="533069"/>
                    </a:cubicBezTo>
                    <a:cubicBezTo>
                      <a:pt x="326590" y="538533"/>
                      <a:pt x="319064" y="544253"/>
                      <a:pt x="311727" y="550230"/>
                    </a:cubicBezTo>
                    <a:cubicBezTo>
                      <a:pt x="296843" y="562184"/>
                      <a:pt x="283230" y="575638"/>
                      <a:pt x="271104" y="590378"/>
                    </a:cubicBezTo>
                    <a:cubicBezTo>
                      <a:pt x="270501" y="591026"/>
                      <a:pt x="270537" y="592041"/>
                      <a:pt x="271186" y="592644"/>
                    </a:cubicBezTo>
                    <a:cubicBezTo>
                      <a:pt x="271802" y="593216"/>
                      <a:pt x="272756" y="593217"/>
                      <a:pt x="273372" y="592645"/>
                    </a:cubicBezTo>
                    <a:cubicBezTo>
                      <a:pt x="287645" y="580491"/>
                      <a:pt x="302113" y="568453"/>
                      <a:pt x="317249" y="557383"/>
                    </a:cubicBezTo>
                    <a:cubicBezTo>
                      <a:pt x="324531" y="552058"/>
                      <a:pt x="331987" y="546980"/>
                      <a:pt x="339615" y="542149"/>
                    </a:cubicBezTo>
                    <a:cubicBezTo>
                      <a:pt x="343643" y="539598"/>
                      <a:pt x="347717" y="537120"/>
                      <a:pt x="351834" y="534713"/>
                    </a:cubicBezTo>
                    <a:cubicBezTo>
                      <a:pt x="353580" y="533692"/>
                      <a:pt x="355367" y="532778"/>
                      <a:pt x="357000" y="531725"/>
                    </a:cubicBezTo>
                    <a:cubicBezTo>
                      <a:pt x="357368" y="532196"/>
                      <a:pt x="357691" y="532692"/>
                      <a:pt x="358076" y="533153"/>
                    </a:cubicBezTo>
                    <a:cubicBezTo>
                      <a:pt x="369040" y="546284"/>
                      <a:pt x="386340" y="553732"/>
                      <a:pt x="395546" y="568357"/>
                    </a:cubicBezTo>
                    <a:cubicBezTo>
                      <a:pt x="348614" y="597894"/>
                      <a:pt x="311432" y="640594"/>
                      <a:pt x="288644" y="691125"/>
                    </a:cubicBezTo>
                    <a:cubicBezTo>
                      <a:pt x="258129" y="704856"/>
                      <a:pt x="229602" y="719777"/>
                      <a:pt x="196336" y="726578"/>
                    </a:cubicBezTo>
                    <a:close/>
                    <a:moveTo>
                      <a:pt x="908487" y="723703"/>
                    </a:moveTo>
                    <a:cubicBezTo>
                      <a:pt x="845648" y="759431"/>
                      <a:pt x="777138" y="726023"/>
                      <a:pt x="717088" y="701728"/>
                    </a:cubicBezTo>
                    <a:cubicBezTo>
                      <a:pt x="683554" y="654755"/>
                      <a:pt x="630201" y="617773"/>
                      <a:pt x="584399" y="588456"/>
                    </a:cubicBezTo>
                    <a:cubicBezTo>
                      <a:pt x="578749" y="584838"/>
                      <a:pt x="573708" y="593683"/>
                      <a:pt x="579177" y="597383"/>
                    </a:cubicBezTo>
                    <a:cubicBezTo>
                      <a:pt x="647169" y="643386"/>
                      <a:pt x="729907" y="699956"/>
                      <a:pt x="736531" y="790175"/>
                    </a:cubicBezTo>
                    <a:cubicBezTo>
                      <a:pt x="739776" y="827161"/>
                      <a:pt x="724957" y="863439"/>
                      <a:pt x="696738" y="887591"/>
                    </a:cubicBezTo>
                    <a:cubicBezTo>
                      <a:pt x="681389" y="899598"/>
                      <a:pt x="662677" y="906527"/>
                      <a:pt x="643205" y="907414"/>
                    </a:cubicBezTo>
                    <a:cubicBezTo>
                      <a:pt x="623637" y="908988"/>
                      <a:pt x="603350" y="908393"/>
                      <a:pt x="584854" y="915926"/>
                    </a:cubicBezTo>
                    <a:cubicBezTo>
                      <a:pt x="568612" y="922542"/>
                      <a:pt x="557440" y="935426"/>
                      <a:pt x="545335" y="947527"/>
                    </a:cubicBezTo>
                    <a:cubicBezTo>
                      <a:pt x="532157" y="960699"/>
                      <a:pt x="504993" y="979429"/>
                      <a:pt x="490008" y="957932"/>
                    </a:cubicBezTo>
                    <a:cubicBezTo>
                      <a:pt x="480475" y="944255"/>
                      <a:pt x="479067" y="927720"/>
                      <a:pt x="464335" y="917649"/>
                    </a:cubicBezTo>
                    <a:cubicBezTo>
                      <a:pt x="450570" y="909820"/>
                      <a:pt x="434607" y="906740"/>
                      <a:pt x="418915" y="908886"/>
                    </a:cubicBezTo>
                    <a:cubicBezTo>
                      <a:pt x="401037" y="911029"/>
                      <a:pt x="383050" y="912141"/>
                      <a:pt x="365044" y="912215"/>
                    </a:cubicBezTo>
                    <a:cubicBezTo>
                      <a:pt x="345542" y="910917"/>
                      <a:pt x="326785" y="904224"/>
                      <a:pt x="310874" y="892882"/>
                    </a:cubicBezTo>
                    <a:cubicBezTo>
                      <a:pt x="278245" y="869817"/>
                      <a:pt x="271043" y="827524"/>
                      <a:pt x="274164" y="790207"/>
                    </a:cubicBezTo>
                    <a:cubicBezTo>
                      <a:pt x="281437" y="703240"/>
                      <a:pt x="333399" y="629637"/>
                      <a:pt x="400084" y="576848"/>
                    </a:cubicBezTo>
                    <a:cubicBezTo>
                      <a:pt x="405826" y="589349"/>
                      <a:pt x="408883" y="601588"/>
                      <a:pt x="421013" y="610883"/>
                    </a:cubicBezTo>
                    <a:cubicBezTo>
                      <a:pt x="421597" y="611331"/>
                      <a:pt x="422226" y="611724"/>
                      <a:pt x="422829" y="612149"/>
                    </a:cubicBezTo>
                    <a:cubicBezTo>
                      <a:pt x="420338" y="615867"/>
                      <a:pt x="418054" y="619836"/>
                      <a:pt x="415532" y="623385"/>
                    </a:cubicBezTo>
                    <a:cubicBezTo>
                      <a:pt x="411238" y="629422"/>
                      <a:pt x="407257" y="635692"/>
                      <a:pt x="403532" y="642094"/>
                    </a:cubicBezTo>
                    <a:cubicBezTo>
                      <a:pt x="396135" y="654945"/>
                      <a:pt x="389856" y="668408"/>
                      <a:pt x="384764" y="682332"/>
                    </a:cubicBezTo>
                    <a:cubicBezTo>
                      <a:pt x="379534" y="696223"/>
                      <a:pt x="375543" y="710548"/>
                      <a:pt x="372836" y="725140"/>
                    </a:cubicBezTo>
                    <a:cubicBezTo>
                      <a:pt x="371616" y="731867"/>
                      <a:pt x="370687" y="738634"/>
                      <a:pt x="370050" y="745442"/>
                    </a:cubicBezTo>
                    <a:cubicBezTo>
                      <a:pt x="369520" y="751119"/>
                      <a:pt x="367605" y="758911"/>
                      <a:pt x="371024" y="763823"/>
                    </a:cubicBezTo>
                    <a:cubicBezTo>
                      <a:pt x="371106" y="763959"/>
                      <a:pt x="371283" y="764002"/>
                      <a:pt x="371420" y="763920"/>
                    </a:cubicBezTo>
                    <a:cubicBezTo>
                      <a:pt x="371438" y="763909"/>
                      <a:pt x="371455" y="763896"/>
                      <a:pt x="371470" y="763881"/>
                    </a:cubicBezTo>
                    <a:cubicBezTo>
                      <a:pt x="375178" y="759791"/>
                      <a:pt x="374772" y="752746"/>
                      <a:pt x="375635" y="747511"/>
                    </a:cubicBezTo>
                    <a:cubicBezTo>
                      <a:pt x="376766" y="740648"/>
                      <a:pt x="378146" y="733829"/>
                      <a:pt x="379777" y="727052"/>
                    </a:cubicBezTo>
                    <a:cubicBezTo>
                      <a:pt x="383200" y="712354"/>
                      <a:pt x="387891" y="697980"/>
                      <a:pt x="393799" y="684091"/>
                    </a:cubicBezTo>
                    <a:cubicBezTo>
                      <a:pt x="399642" y="670679"/>
                      <a:pt x="406564" y="657762"/>
                      <a:pt x="414495" y="645467"/>
                    </a:cubicBezTo>
                    <a:cubicBezTo>
                      <a:pt x="418281" y="639583"/>
                      <a:pt x="422339" y="633898"/>
                      <a:pt x="426557" y="628317"/>
                    </a:cubicBezTo>
                    <a:cubicBezTo>
                      <a:pt x="429219" y="625155"/>
                      <a:pt x="431633" y="621793"/>
                      <a:pt x="433778" y="618260"/>
                    </a:cubicBezTo>
                    <a:cubicBezTo>
                      <a:pt x="449214" y="625084"/>
                      <a:pt x="466871" y="624788"/>
                      <a:pt x="482070" y="617451"/>
                    </a:cubicBezTo>
                    <a:cubicBezTo>
                      <a:pt x="490294" y="696428"/>
                      <a:pt x="494862" y="775434"/>
                      <a:pt x="498836" y="854727"/>
                    </a:cubicBezTo>
                    <a:cubicBezTo>
                      <a:pt x="498873" y="855784"/>
                      <a:pt x="499760" y="856610"/>
                      <a:pt x="500817" y="856573"/>
                    </a:cubicBezTo>
                    <a:cubicBezTo>
                      <a:pt x="501822" y="856537"/>
                      <a:pt x="502628" y="855732"/>
                      <a:pt x="502664" y="854727"/>
                    </a:cubicBezTo>
                    <a:cubicBezTo>
                      <a:pt x="505976" y="773991"/>
                      <a:pt x="503098" y="693120"/>
                      <a:pt x="494055" y="612823"/>
                    </a:cubicBezTo>
                    <a:cubicBezTo>
                      <a:pt x="510781" y="616202"/>
                      <a:pt x="528089" y="615316"/>
                      <a:pt x="544382" y="610247"/>
                    </a:cubicBezTo>
                    <a:cubicBezTo>
                      <a:pt x="545483" y="611772"/>
                      <a:pt x="546821" y="613220"/>
                      <a:pt x="547909" y="614671"/>
                    </a:cubicBezTo>
                    <a:cubicBezTo>
                      <a:pt x="550787" y="618509"/>
                      <a:pt x="553585" y="622415"/>
                      <a:pt x="556328" y="626350"/>
                    </a:cubicBezTo>
                    <a:cubicBezTo>
                      <a:pt x="562150" y="634705"/>
                      <a:pt x="567450" y="643412"/>
                      <a:pt x="572199" y="652420"/>
                    </a:cubicBezTo>
                    <a:cubicBezTo>
                      <a:pt x="581571" y="670501"/>
                      <a:pt x="589057" y="689496"/>
                      <a:pt x="594542" y="709107"/>
                    </a:cubicBezTo>
                    <a:cubicBezTo>
                      <a:pt x="594921" y="710421"/>
                      <a:pt x="597221" y="710234"/>
                      <a:pt x="597032" y="708771"/>
                    </a:cubicBezTo>
                    <a:cubicBezTo>
                      <a:pt x="594295" y="688393"/>
                      <a:pt x="588721" y="668497"/>
                      <a:pt x="580473" y="649660"/>
                    </a:cubicBezTo>
                    <a:cubicBezTo>
                      <a:pt x="576310" y="640024"/>
                      <a:pt x="571549" y="630657"/>
                      <a:pt x="566219" y="621612"/>
                    </a:cubicBezTo>
                    <a:cubicBezTo>
                      <a:pt x="563634" y="617228"/>
                      <a:pt x="560866" y="612966"/>
                      <a:pt x="557915" y="608825"/>
                    </a:cubicBezTo>
                    <a:cubicBezTo>
                      <a:pt x="557235" y="607868"/>
                      <a:pt x="556533" y="606757"/>
                      <a:pt x="555779" y="605641"/>
                    </a:cubicBezTo>
                    <a:cubicBezTo>
                      <a:pt x="563543" y="601906"/>
                      <a:pt x="570563" y="596794"/>
                      <a:pt x="576499" y="590551"/>
                    </a:cubicBezTo>
                    <a:cubicBezTo>
                      <a:pt x="586634" y="580069"/>
                      <a:pt x="592626" y="566274"/>
                      <a:pt x="593369" y="551718"/>
                    </a:cubicBezTo>
                    <a:cubicBezTo>
                      <a:pt x="593461" y="549262"/>
                      <a:pt x="593411" y="546840"/>
                      <a:pt x="593288" y="544449"/>
                    </a:cubicBezTo>
                    <a:cubicBezTo>
                      <a:pt x="593919" y="544830"/>
                      <a:pt x="594554" y="545209"/>
                      <a:pt x="595166" y="545590"/>
                    </a:cubicBezTo>
                    <a:cubicBezTo>
                      <a:pt x="598657" y="547767"/>
                      <a:pt x="602213" y="549834"/>
                      <a:pt x="605833" y="551793"/>
                    </a:cubicBezTo>
                    <a:cubicBezTo>
                      <a:pt x="613455" y="555875"/>
                      <a:pt x="621344" y="559436"/>
                      <a:pt x="629447" y="562453"/>
                    </a:cubicBezTo>
                    <a:cubicBezTo>
                      <a:pt x="645411" y="568321"/>
                      <a:pt x="662099" y="571994"/>
                      <a:pt x="679053" y="573369"/>
                    </a:cubicBezTo>
                    <a:cubicBezTo>
                      <a:pt x="680530" y="573326"/>
                      <a:pt x="681693" y="572095"/>
                      <a:pt x="681651" y="570619"/>
                    </a:cubicBezTo>
                    <a:cubicBezTo>
                      <a:pt x="681618" y="569473"/>
                      <a:pt x="680858" y="568476"/>
                      <a:pt x="679761" y="568139"/>
                    </a:cubicBezTo>
                    <a:cubicBezTo>
                      <a:pt x="655856" y="563640"/>
                      <a:pt x="632832" y="555323"/>
                      <a:pt x="611573" y="543508"/>
                    </a:cubicBezTo>
                    <a:cubicBezTo>
                      <a:pt x="607968" y="541526"/>
                      <a:pt x="604427" y="539434"/>
                      <a:pt x="600948" y="537233"/>
                    </a:cubicBezTo>
                    <a:cubicBezTo>
                      <a:pt x="598269" y="535190"/>
                      <a:pt x="595363" y="533464"/>
                      <a:pt x="592287" y="532089"/>
                    </a:cubicBezTo>
                    <a:cubicBezTo>
                      <a:pt x="590214" y="521600"/>
                      <a:pt x="592568" y="510721"/>
                      <a:pt x="598792" y="502024"/>
                    </a:cubicBezTo>
                    <a:cubicBezTo>
                      <a:pt x="675817" y="521536"/>
                      <a:pt x="756082" y="510707"/>
                      <a:pt x="831800" y="490617"/>
                    </a:cubicBezTo>
                    <a:cubicBezTo>
                      <a:pt x="833656" y="490124"/>
                      <a:pt x="833353" y="486952"/>
                      <a:pt x="831333" y="487164"/>
                    </a:cubicBezTo>
                    <a:cubicBezTo>
                      <a:pt x="757724" y="494889"/>
                      <a:pt x="682669" y="507680"/>
                      <a:pt x="609481" y="491163"/>
                    </a:cubicBezTo>
                    <a:cubicBezTo>
                      <a:pt x="617170" y="483786"/>
                      <a:pt x="621875" y="473838"/>
                      <a:pt x="622697" y="463218"/>
                    </a:cubicBezTo>
                    <a:cubicBezTo>
                      <a:pt x="622839" y="460522"/>
                      <a:pt x="622744" y="457818"/>
                      <a:pt x="622415" y="455139"/>
                    </a:cubicBezTo>
                    <a:cubicBezTo>
                      <a:pt x="642906" y="447299"/>
                      <a:pt x="663107" y="438547"/>
                      <a:pt x="682914" y="429156"/>
                    </a:cubicBezTo>
                    <a:cubicBezTo>
                      <a:pt x="686331" y="427536"/>
                      <a:pt x="683925" y="421922"/>
                      <a:pt x="680343" y="423062"/>
                    </a:cubicBezTo>
                    <a:cubicBezTo>
                      <a:pt x="660043" y="429518"/>
                      <a:pt x="639897" y="436690"/>
                      <a:pt x="620134" y="444685"/>
                    </a:cubicBezTo>
                    <a:cubicBezTo>
                      <a:pt x="618113" y="438822"/>
                      <a:pt x="614835" y="433470"/>
                      <a:pt x="610528" y="429006"/>
                    </a:cubicBezTo>
                    <a:cubicBezTo>
                      <a:pt x="599157" y="417395"/>
                      <a:pt x="583797" y="414618"/>
                      <a:pt x="576725" y="399375"/>
                    </a:cubicBezTo>
                    <a:cubicBezTo>
                      <a:pt x="636722" y="364262"/>
                      <a:pt x="688128" y="316221"/>
                      <a:pt x="727200" y="258748"/>
                    </a:cubicBezTo>
                    <a:cubicBezTo>
                      <a:pt x="727764" y="258947"/>
                      <a:pt x="728363" y="259020"/>
                      <a:pt x="728957" y="258963"/>
                    </a:cubicBezTo>
                    <a:cubicBezTo>
                      <a:pt x="786452" y="253806"/>
                      <a:pt x="854695" y="245825"/>
                      <a:pt x="890768" y="301953"/>
                    </a:cubicBezTo>
                    <a:cubicBezTo>
                      <a:pt x="906661" y="326680"/>
                      <a:pt x="907904" y="351888"/>
                      <a:pt x="904992" y="380145"/>
                    </a:cubicBezTo>
                    <a:cubicBezTo>
                      <a:pt x="902691" y="392850"/>
                      <a:pt x="904330" y="405955"/>
                      <a:pt x="909688" y="417704"/>
                    </a:cubicBezTo>
                    <a:cubicBezTo>
                      <a:pt x="916146" y="427008"/>
                      <a:pt x="923955" y="435297"/>
                      <a:pt x="932858" y="442301"/>
                    </a:cubicBezTo>
                    <a:cubicBezTo>
                      <a:pt x="956223" y="465209"/>
                      <a:pt x="930727" y="486993"/>
                      <a:pt x="919619" y="508653"/>
                    </a:cubicBezTo>
                    <a:cubicBezTo>
                      <a:pt x="908011" y="531288"/>
                      <a:pt x="913239" y="553362"/>
                      <a:pt x="924506" y="574938"/>
                    </a:cubicBezTo>
                    <a:cubicBezTo>
                      <a:pt x="937927" y="600640"/>
                      <a:pt x="954598" y="623080"/>
                      <a:pt x="952826" y="653591"/>
                    </a:cubicBezTo>
                    <a:cubicBezTo>
                      <a:pt x="950982" y="682990"/>
                      <a:pt x="934267" y="709421"/>
                      <a:pt x="908487" y="7237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3" name="Google Shape;1463;p21"/>
          <p:cNvSpPr txBox="1">
            <a:spLocks noGrp="1"/>
          </p:cNvSpPr>
          <p:nvPr>
            <p:ph type="title"/>
          </p:nvPr>
        </p:nvSpPr>
        <p:spPr>
          <a:xfrm>
            <a:off x="4924550" y="553150"/>
            <a:ext cx="3187200" cy="9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 sz="61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64" name="Google Shape;1464;p21"/>
          <p:cNvSpPr txBox="1">
            <a:spLocks noGrp="1"/>
          </p:cNvSpPr>
          <p:nvPr>
            <p:ph type="subTitle" idx="1"/>
          </p:nvPr>
        </p:nvSpPr>
        <p:spPr>
          <a:xfrm>
            <a:off x="4924550" y="1442493"/>
            <a:ext cx="31872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5" name="Google Shape;1465;p21"/>
          <p:cNvSpPr txBox="1"/>
          <p:nvPr/>
        </p:nvSpPr>
        <p:spPr>
          <a:xfrm>
            <a:off x="5117700" y="3220675"/>
            <a:ext cx="2994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</a:t>
            </a:r>
            <a:r>
              <a:rPr lang="en" sz="11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endParaRPr sz="11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7" name="Google Shape;1467;p22"/>
          <p:cNvGrpSpPr/>
          <p:nvPr/>
        </p:nvGrpSpPr>
        <p:grpSpPr>
          <a:xfrm>
            <a:off x="-1023863" y="-438451"/>
            <a:ext cx="10638957" cy="6112874"/>
            <a:chOff x="-1023863" y="-438451"/>
            <a:chExt cx="10638957" cy="6112874"/>
          </a:xfrm>
        </p:grpSpPr>
        <p:sp>
          <p:nvSpPr>
            <p:cNvPr id="1468" name="Google Shape;1468;p22"/>
            <p:cNvSpPr/>
            <p:nvPr/>
          </p:nvSpPr>
          <p:spPr>
            <a:xfrm>
              <a:off x="-1023863" y="3674410"/>
              <a:ext cx="3180095" cy="2000013"/>
            </a:xfrm>
            <a:custGeom>
              <a:avLst/>
              <a:gdLst/>
              <a:ahLst/>
              <a:cxnLst/>
              <a:rect l="l" t="t" r="r" b="b"/>
              <a:pathLst>
                <a:path w="3180095" h="2000013" extrusionOk="0">
                  <a:moveTo>
                    <a:pt x="3172796" y="1942841"/>
                  </a:moveTo>
                  <a:cubicBezTo>
                    <a:pt x="3147735" y="1765812"/>
                    <a:pt x="3104043" y="1586710"/>
                    <a:pt x="3015254" y="1430001"/>
                  </a:cubicBezTo>
                  <a:cubicBezTo>
                    <a:pt x="2927762" y="1275581"/>
                    <a:pt x="2794142" y="1154673"/>
                    <a:pt x="2625187" y="1096150"/>
                  </a:cubicBezTo>
                  <a:cubicBezTo>
                    <a:pt x="2569089" y="1075896"/>
                    <a:pt x="2509039" y="1068985"/>
                    <a:pt x="2449801" y="1075967"/>
                  </a:cubicBezTo>
                  <a:cubicBezTo>
                    <a:pt x="2389172" y="1083208"/>
                    <a:pt x="2330390" y="1101014"/>
                    <a:pt x="2269808" y="1108549"/>
                  </a:cubicBezTo>
                  <a:cubicBezTo>
                    <a:pt x="2213476" y="1115557"/>
                    <a:pt x="2157983" y="1111477"/>
                    <a:pt x="2106156" y="1086989"/>
                  </a:cubicBezTo>
                  <a:cubicBezTo>
                    <a:pt x="2066370" y="1067576"/>
                    <a:pt x="2032759" y="1037511"/>
                    <a:pt x="2009064" y="1000142"/>
                  </a:cubicBezTo>
                  <a:cubicBezTo>
                    <a:pt x="1982503" y="959744"/>
                    <a:pt x="1964402" y="914405"/>
                    <a:pt x="1944329" y="870635"/>
                  </a:cubicBezTo>
                  <a:cubicBezTo>
                    <a:pt x="1921287" y="818760"/>
                    <a:pt x="1893140" y="769302"/>
                    <a:pt x="1860303" y="722991"/>
                  </a:cubicBezTo>
                  <a:cubicBezTo>
                    <a:pt x="1804418" y="646096"/>
                    <a:pt x="1729889" y="583787"/>
                    <a:pt x="1636672" y="559154"/>
                  </a:cubicBezTo>
                  <a:cubicBezTo>
                    <a:pt x="1551497" y="536646"/>
                    <a:pt x="1461515" y="544818"/>
                    <a:pt x="1375796" y="559733"/>
                  </a:cubicBezTo>
                  <a:cubicBezTo>
                    <a:pt x="1279146" y="576549"/>
                    <a:pt x="1184885" y="604305"/>
                    <a:pt x="1088600" y="622617"/>
                  </a:cubicBezTo>
                  <a:cubicBezTo>
                    <a:pt x="1029641" y="634617"/>
                    <a:pt x="968634" y="631951"/>
                    <a:pt x="910949" y="614853"/>
                  </a:cubicBezTo>
                  <a:cubicBezTo>
                    <a:pt x="857964" y="597356"/>
                    <a:pt x="809001" y="569485"/>
                    <a:pt x="766921" y="532867"/>
                  </a:cubicBezTo>
                  <a:cubicBezTo>
                    <a:pt x="673714" y="454640"/>
                    <a:pt x="604880" y="351547"/>
                    <a:pt x="531201" y="255929"/>
                  </a:cubicBezTo>
                  <a:cubicBezTo>
                    <a:pt x="461487" y="165455"/>
                    <a:pt x="383090" y="68624"/>
                    <a:pt x="274693" y="23559"/>
                  </a:cubicBezTo>
                  <a:cubicBezTo>
                    <a:pt x="183506" y="-14353"/>
                    <a:pt x="88476" y="-2547"/>
                    <a:pt x="27" y="31137"/>
                  </a:cubicBezTo>
                  <a:lnTo>
                    <a:pt x="27" y="2000029"/>
                  </a:lnTo>
                  <a:lnTo>
                    <a:pt x="3180123" y="2000029"/>
                  </a:lnTo>
                  <a:cubicBezTo>
                    <a:pt x="3177856" y="1980948"/>
                    <a:pt x="3175490" y="1961877"/>
                    <a:pt x="3172796" y="1942841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22"/>
            <p:cNvSpPr/>
            <p:nvPr/>
          </p:nvSpPr>
          <p:spPr>
            <a:xfrm>
              <a:off x="7308413" y="-438451"/>
              <a:ext cx="2306681" cy="1846410"/>
            </a:xfrm>
            <a:custGeom>
              <a:avLst/>
              <a:gdLst/>
              <a:ahLst/>
              <a:cxnLst/>
              <a:rect l="l" t="t" r="r" b="b"/>
              <a:pathLst>
                <a:path w="1910295" h="1428557" extrusionOk="0">
                  <a:moveTo>
                    <a:pt x="1480" y="127504"/>
                  </a:moveTo>
                  <a:cubicBezTo>
                    <a:pt x="7493" y="222312"/>
                    <a:pt x="31556" y="315102"/>
                    <a:pt x="72378" y="400899"/>
                  </a:cubicBezTo>
                  <a:cubicBezTo>
                    <a:pt x="110845" y="483518"/>
                    <a:pt x="167193" y="556573"/>
                    <a:pt x="237353" y="614791"/>
                  </a:cubicBezTo>
                  <a:cubicBezTo>
                    <a:pt x="307983" y="672515"/>
                    <a:pt x="393879" y="708491"/>
                    <a:pt x="484596" y="718341"/>
                  </a:cubicBezTo>
                  <a:cubicBezTo>
                    <a:pt x="578735" y="727954"/>
                    <a:pt x="674929" y="720933"/>
                    <a:pt x="767344" y="744935"/>
                  </a:cubicBezTo>
                  <a:cubicBezTo>
                    <a:pt x="855881" y="767931"/>
                    <a:pt x="924709" y="824671"/>
                    <a:pt x="980750" y="895276"/>
                  </a:cubicBezTo>
                  <a:cubicBezTo>
                    <a:pt x="1016957" y="940892"/>
                    <a:pt x="1048977" y="989883"/>
                    <a:pt x="1082712" y="1037324"/>
                  </a:cubicBezTo>
                  <a:cubicBezTo>
                    <a:pt x="1116422" y="1084727"/>
                    <a:pt x="1151031" y="1131585"/>
                    <a:pt x="1189078" y="1175639"/>
                  </a:cubicBezTo>
                  <a:cubicBezTo>
                    <a:pt x="1269228" y="1268442"/>
                    <a:pt x="1365456" y="1345055"/>
                    <a:pt x="1481068" y="1388602"/>
                  </a:cubicBezTo>
                  <a:cubicBezTo>
                    <a:pt x="1545696" y="1413206"/>
                    <a:pt x="1614025" y="1426708"/>
                    <a:pt x="1683163" y="1428538"/>
                  </a:cubicBezTo>
                  <a:cubicBezTo>
                    <a:pt x="1747187" y="1429140"/>
                    <a:pt x="1811055" y="1422121"/>
                    <a:pt x="1873418" y="1407629"/>
                  </a:cubicBezTo>
                  <a:cubicBezTo>
                    <a:pt x="1885767" y="1404934"/>
                    <a:pt x="1898046" y="1401964"/>
                    <a:pt x="1910323" y="1398997"/>
                  </a:cubicBezTo>
                  <a:lnTo>
                    <a:pt x="1910323" y="16"/>
                  </a:lnTo>
                  <a:lnTo>
                    <a:pt x="4711" y="16"/>
                  </a:lnTo>
                  <a:cubicBezTo>
                    <a:pt x="-148" y="42332"/>
                    <a:pt x="-1229" y="84997"/>
                    <a:pt x="1481" y="127504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470" name="Google Shape;1470;p22"/>
          <p:cNvGrpSpPr/>
          <p:nvPr/>
        </p:nvGrpSpPr>
        <p:grpSpPr>
          <a:xfrm>
            <a:off x="-511942" y="903935"/>
            <a:ext cx="9781639" cy="2483548"/>
            <a:chOff x="-511942" y="903935"/>
            <a:chExt cx="9781639" cy="2483548"/>
          </a:xfrm>
        </p:grpSpPr>
        <p:grpSp>
          <p:nvGrpSpPr>
            <p:cNvPr id="1471" name="Google Shape;1471;p22"/>
            <p:cNvGrpSpPr/>
            <p:nvPr/>
          </p:nvGrpSpPr>
          <p:grpSpPr>
            <a:xfrm>
              <a:off x="-511942" y="903935"/>
              <a:ext cx="1166447" cy="549813"/>
              <a:chOff x="4496533" y="-114840"/>
              <a:chExt cx="1166447" cy="549813"/>
            </a:xfrm>
          </p:grpSpPr>
          <p:sp>
            <p:nvSpPr>
              <p:cNvPr id="1472" name="Google Shape;1472;p22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22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4" name="Google Shape;1474;p22"/>
            <p:cNvGrpSpPr/>
            <p:nvPr/>
          </p:nvGrpSpPr>
          <p:grpSpPr>
            <a:xfrm>
              <a:off x="8483510" y="2969320"/>
              <a:ext cx="786187" cy="418163"/>
              <a:chOff x="8037685" y="2312945"/>
              <a:chExt cx="786187" cy="418163"/>
            </a:xfrm>
          </p:grpSpPr>
          <p:sp>
            <p:nvSpPr>
              <p:cNvPr id="1475" name="Google Shape;1475;p22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22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77" name="Google Shape;1477;p22"/>
          <p:cNvGrpSpPr/>
          <p:nvPr/>
        </p:nvGrpSpPr>
        <p:grpSpPr>
          <a:xfrm>
            <a:off x="2716833" y="1732772"/>
            <a:ext cx="6311947" cy="3268145"/>
            <a:chOff x="2716833" y="1732772"/>
            <a:chExt cx="6311947" cy="3268145"/>
          </a:xfrm>
        </p:grpSpPr>
        <p:grpSp>
          <p:nvGrpSpPr>
            <p:cNvPr id="1478" name="Google Shape;1478;p22"/>
            <p:cNvGrpSpPr/>
            <p:nvPr/>
          </p:nvGrpSpPr>
          <p:grpSpPr>
            <a:xfrm>
              <a:off x="8390657" y="1732772"/>
              <a:ext cx="638124" cy="347759"/>
              <a:chOff x="482844" y="1192072"/>
              <a:chExt cx="638124" cy="347759"/>
            </a:xfrm>
          </p:grpSpPr>
          <p:sp>
            <p:nvSpPr>
              <p:cNvPr id="1479" name="Google Shape;1479;p22"/>
              <p:cNvSpPr/>
              <p:nvPr/>
            </p:nvSpPr>
            <p:spPr>
              <a:xfrm>
                <a:off x="9077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22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1" name="Google Shape;1481;p22"/>
            <p:cNvGrpSpPr/>
            <p:nvPr/>
          </p:nvGrpSpPr>
          <p:grpSpPr>
            <a:xfrm>
              <a:off x="2716833" y="4552488"/>
              <a:ext cx="940207" cy="448429"/>
              <a:chOff x="1155133" y="2916238"/>
              <a:chExt cx="940207" cy="448429"/>
            </a:xfrm>
          </p:grpSpPr>
          <p:sp>
            <p:nvSpPr>
              <p:cNvPr id="1482" name="Google Shape;1482;p22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22"/>
              <p:cNvSpPr/>
              <p:nvPr/>
            </p:nvSpPr>
            <p:spPr>
              <a:xfrm>
                <a:off x="19691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84" name="Google Shape;1484;p22"/>
          <p:cNvGrpSpPr/>
          <p:nvPr/>
        </p:nvGrpSpPr>
        <p:grpSpPr>
          <a:xfrm>
            <a:off x="7562443" y="3852375"/>
            <a:ext cx="2414231" cy="1765600"/>
            <a:chOff x="7562443" y="3852375"/>
            <a:chExt cx="2414231" cy="1765600"/>
          </a:xfrm>
        </p:grpSpPr>
        <p:grpSp>
          <p:nvGrpSpPr>
            <p:cNvPr id="1485" name="Google Shape;1485;p22"/>
            <p:cNvGrpSpPr/>
            <p:nvPr/>
          </p:nvGrpSpPr>
          <p:grpSpPr>
            <a:xfrm rot="-3063123">
              <a:off x="8398581" y="4408297"/>
              <a:ext cx="1683792" cy="532248"/>
              <a:chOff x="-214172" y="5156855"/>
              <a:chExt cx="1683830" cy="532260"/>
            </a:xfrm>
          </p:grpSpPr>
          <p:sp>
            <p:nvSpPr>
              <p:cNvPr id="1486" name="Google Shape;1486;p22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22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22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22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22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22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22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22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22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22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22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22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22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9" name="Google Shape;1499;p22"/>
            <p:cNvGrpSpPr/>
            <p:nvPr/>
          </p:nvGrpSpPr>
          <p:grpSpPr>
            <a:xfrm rot="-6665632">
              <a:off x="7758786" y="4450571"/>
              <a:ext cx="944511" cy="1068895"/>
              <a:chOff x="-294374" y="3862138"/>
              <a:chExt cx="944503" cy="1068886"/>
            </a:xfrm>
          </p:grpSpPr>
          <p:grpSp>
            <p:nvGrpSpPr>
              <p:cNvPr id="1500" name="Google Shape;1500;p22"/>
              <p:cNvGrpSpPr/>
              <p:nvPr/>
            </p:nvGrpSpPr>
            <p:grpSpPr>
              <a:xfrm>
                <a:off x="-286470" y="3869088"/>
                <a:ext cx="928273" cy="1055381"/>
                <a:chOff x="-286470" y="3869088"/>
                <a:chExt cx="928273" cy="1055381"/>
              </a:xfrm>
            </p:grpSpPr>
            <p:sp>
              <p:nvSpPr>
                <p:cNvPr id="1501" name="Google Shape;1501;p22"/>
                <p:cNvSpPr/>
                <p:nvPr/>
              </p:nvSpPr>
              <p:spPr>
                <a:xfrm>
                  <a:off x="-139129" y="4787956"/>
                  <a:ext cx="346519" cy="136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8" h="79484" extrusionOk="0">
                      <a:moveTo>
                        <a:pt x="1045" y="74404"/>
                      </a:moveTo>
                      <a:cubicBezTo>
                        <a:pt x="6595" y="53342"/>
                        <a:pt x="12871" y="32500"/>
                        <a:pt x="19875" y="11878"/>
                      </a:cubicBezTo>
                      <a:cubicBezTo>
                        <a:pt x="79078" y="-4635"/>
                        <a:pt x="141762" y="-3917"/>
                        <a:pt x="200571" y="13949"/>
                      </a:cubicBezTo>
                      <a:lnTo>
                        <a:pt x="201759" y="13983"/>
                      </a:lnTo>
                      <a:cubicBezTo>
                        <a:pt x="201679" y="16589"/>
                        <a:pt x="201217" y="19170"/>
                        <a:pt x="200386" y="21641"/>
                      </a:cubicBezTo>
                      <a:cubicBezTo>
                        <a:pt x="196092" y="34599"/>
                        <a:pt x="182452" y="41761"/>
                        <a:pt x="169783" y="46944"/>
                      </a:cubicBezTo>
                      <a:cubicBezTo>
                        <a:pt x="115927" y="69010"/>
                        <a:pt x="58198" y="80067"/>
                        <a:pt x="0" y="79461"/>
                      </a:cubicBezTo>
                      <a:lnTo>
                        <a:pt x="783" y="75335"/>
                      </a:lnTo>
                      <a:cubicBezTo>
                        <a:pt x="853" y="74997"/>
                        <a:pt x="975" y="74742"/>
                        <a:pt x="1045" y="744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2" name="Google Shape;1502;p22"/>
                <p:cNvSpPr/>
                <p:nvPr/>
              </p:nvSpPr>
              <p:spPr>
                <a:xfrm>
                  <a:off x="-286470" y="4456966"/>
                  <a:ext cx="181485" cy="458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68" h="267131" extrusionOk="0">
                      <a:moveTo>
                        <a:pt x="37011" y="1908"/>
                      </a:moveTo>
                      <a:cubicBezTo>
                        <a:pt x="69605" y="65793"/>
                        <a:pt x="92256" y="134279"/>
                        <a:pt x="104180" y="205001"/>
                      </a:cubicBezTo>
                      <a:cubicBezTo>
                        <a:pt x="104694" y="204896"/>
                        <a:pt x="105155" y="204710"/>
                        <a:pt x="105668" y="204605"/>
                      </a:cubicBezTo>
                      <a:cubicBezTo>
                        <a:pt x="98663" y="225226"/>
                        <a:pt x="92387" y="246068"/>
                        <a:pt x="86838" y="267131"/>
                      </a:cubicBezTo>
                      <a:cubicBezTo>
                        <a:pt x="75140" y="247564"/>
                        <a:pt x="63495" y="228077"/>
                        <a:pt x="51796" y="208509"/>
                      </a:cubicBezTo>
                      <a:cubicBezTo>
                        <a:pt x="26009" y="165295"/>
                        <a:pt x="-638" y="119092"/>
                        <a:pt x="12" y="68691"/>
                      </a:cubicBezTo>
                      <a:cubicBezTo>
                        <a:pt x="368" y="44868"/>
                        <a:pt x="8117" y="19621"/>
                        <a:pt x="27108" y="5273"/>
                      </a:cubicBezTo>
                      <a:cubicBezTo>
                        <a:pt x="29934" y="3140"/>
                        <a:pt x="33016" y="1369"/>
                        <a:pt x="362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3" name="Google Shape;1503;p22"/>
                <p:cNvSpPr/>
                <p:nvPr/>
              </p:nvSpPr>
              <p:spPr>
                <a:xfrm>
                  <a:off x="-224163" y="4118728"/>
                  <a:ext cx="230877" cy="69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26" h="401947" extrusionOk="0">
                      <a:moveTo>
                        <a:pt x="133048" y="251018"/>
                      </a:moveTo>
                      <a:cubicBezTo>
                        <a:pt x="133480" y="250967"/>
                        <a:pt x="133993" y="250862"/>
                        <a:pt x="134426" y="250811"/>
                      </a:cubicBezTo>
                      <a:cubicBezTo>
                        <a:pt x="108656" y="299193"/>
                        <a:pt x="86903" y="349609"/>
                        <a:pt x="69388" y="401552"/>
                      </a:cubicBezTo>
                      <a:cubicBezTo>
                        <a:pt x="68874" y="401657"/>
                        <a:pt x="68413" y="401843"/>
                        <a:pt x="67900" y="401948"/>
                      </a:cubicBezTo>
                      <a:cubicBezTo>
                        <a:pt x="55975" y="331227"/>
                        <a:pt x="33325" y="262740"/>
                        <a:pt x="731" y="198855"/>
                      </a:cubicBezTo>
                      <a:lnTo>
                        <a:pt x="0" y="196947"/>
                      </a:lnTo>
                      <a:cubicBezTo>
                        <a:pt x="18748" y="188874"/>
                        <a:pt x="43237" y="192812"/>
                        <a:pt x="53545" y="210265"/>
                      </a:cubicBezTo>
                      <a:cubicBezTo>
                        <a:pt x="44823" y="138905"/>
                        <a:pt x="54587" y="66501"/>
                        <a:pt x="81900" y="0"/>
                      </a:cubicBezTo>
                      <a:cubicBezTo>
                        <a:pt x="120498" y="76788"/>
                        <a:pt x="127163" y="165249"/>
                        <a:pt x="133048" y="2510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4" name="Google Shape;1504;p22"/>
                <p:cNvSpPr/>
                <p:nvPr/>
              </p:nvSpPr>
              <p:spPr>
                <a:xfrm>
                  <a:off x="-83506" y="3969226"/>
                  <a:ext cx="243710" cy="580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98" h="338069" extrusionOk="0">
                      <a:moveTo>
                        <a:pt x="137415" y="202611"/>
                      </a:moveTo>
                      <a:cubicBezTo>
                        <a:pt x="137780" y="202546"/>
                        <a:pt x="138227" y="202428"/>
                        <a:pt x="138591" y="202363"/>
                      </a:cubicBezTo>
                      <a:cubicBezTo>
                        <a:pt x="106381" y="245194"/>
                        <a:pt x="77603" y="290501"/>
                        <a:pt x="52526" y="337863"/>
                      </a:cubicBezTo>
                      <a:cubicBezTo>
                        <a:pt x="52093" y="337914"/>
                        <a:pt x="51579" y="338019"/>
                        <a:pt x="51147" y="338070"/>
                      </a:cubicBezTo>
                      <a:cubicBezTo>
                        <a:pt x="45262" y="252300"/>
                        <a:pt x="38597" y="163839"/>
                        <a:pt x="0" y="87052"/>
                      </a:cubicBezTo>
                      <a:cubicBezTo>
                        <a:pt x="1701" y="82905"/>
                        <a:pt x="3455" y="78840"/>
                        <a:pt x="5276" y="74788"/>
                      </a:cubicBezTo>
                      <a:cubicBezTo>
                        <a:pt x="12000" y="59942"/>
                        <a:pt x="23704" y="43104"/>
                        <a:pt x="39930" y="45193"/>
                      </a:cubicBezTo>
                      <a:cubicBezTo>
                        <a:pt x="46910" y="46633"/>
                        <a:pt x="53289" y="50157"/>
                        <a:pt x="58223" y="55300"/>
                      </a:cubicBezTo>
                      <a:cubicBezTo>
                        <a:pt x="72549" y="68235"/>
                        <a:pt x="84103" y="83942"/>
                        <a:pt x="92185" y="101470"/>
                      </a:cubicBezTo>
                      <a:cubicBezTo>
                        <a:pt x="94985" y="65396"/>
                        <a:pt x="106579" y="30558"/>
                        <a:pt x="125953" y="0"/>
                      </a:cubicBezTo>
                      <a:lnTo>
                        <a:pt x="127445" y="941"/>
                      </a:lnTo>
                      <a:cubicBezTo>
                        <a:pt x="142415" y="67081"/>
                        <a:pt x="145788" y="135317"/>
                        <a:pt x="137415" y="2026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22"/>
                <p:cNvSpPr/>
                <p:nvPr/>
              </p:nvSpPr>
              <p:spPr>
                <a:xfrm>
                  <a:off x="132806" y="3869088"/>
                  <a:ext cx="199453" cy="44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30" h="260918" extrusionOk="0">
                      <a:moveTo>
                        <a:pt x="103348" y="58165"/>
                      </a:moveTo>
                      <a:cubicBezTo>
                        <a:pt x="107092" y="55354"/>
                        <a:pt x="110957" y="52639"/>
                        <a:pt x="114914" y="50153"/>
                      </a:cubicBezTo>
                      <a:lnTo>
                        <a:pt x="116130" y="52092"/>
                      </a:lnTo>
                      <a:cubicBezTo>
                        <a:pt x="114036" y="90106"/>
                        <a:pt x="106217" y="127587"/>
                        <a:pt x="92937" y="163267"/>
                      </a:cubicBezTo>
                      <a:cubicBezTo>
                        <a:pt x="94114" y="163018"/>
                        <a:pt x="95222" y="162755"/>
                        <a:pt x="96412" y="162439"/>
                      </a:cubicBezTo>
                      <a:cubicBezTo>
                        <a:pt x="66452" y="193391"/>
                        <a:pt x="38472" y="226200"/>
                        <a:pt x="12638" y="260670"/>
                      </a:cubicBezTo>
                      <a:cubicBezTo>
                        <a:pt x="12274" y="260735"/>
                        <a:pt x="11828" y="260853"/>
                        <a:pt x="11462" y="260918"/>
                      </a:cubicBezTo>
                      <a:cubicBezTo>
                        <a:pt x="19835" y="193625"/>
                        <a:pt x="16462" y="125388"/>
                        <a:pt x="1492" y="59248"/>
                      </a:cubicBezTo>
                      <a:lnTo>
                        <a:pt x="0" y="58307"/>
                      </a:lnTo>
                      <a:cubicBezTo>
                        <a:pt x="9497" y="43189"/>
                        <a:pt x="20842" y="29314"/>
                        <a:pt x="33771" y="17003"/>
                      </a:cubicBezTo>
                      <a:cubicBezTo>
                        <a:pt x="43496" y="7697"/>
                        <a:pt x="55661" y="-1174"/>
                        <a:pt x="69098" y="128"/>
                      </a:cubicBezTo>
                      <a:cubicBezTo>
                        <a:pt x="81425" y="2256"/>
                        <a:pt x="91754" y="10649"/>
                        <a:pt x="96358" y="22280"/>
                      </a:cubicBezTo>
                      <a:cubicBezTo>
                        <a:pt x="100767" y="33741"/>
                        <a:pt x="103134" y="45886"/>
                        <a:pt x="103348" y="581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22"/>
                <p:cNvSpPr/>
                <p:nvPr/>
              </p:nvSpPr>
              <p:spPr>
                <a:xfrm>
                  <a:off x="292414" y="3893575"/>
                  <a:ext cx="188849" cy="25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56" h="149010" extrusionOk="0">
                      <a:moveTo>
                        <a:pt x="109520" y="14"/>
                      </a:moveTo>
                      <a:cubicBezTo>
                        <a:pt x="111717" y="23350"/>
                        <a:pt x="105569" y="46709"/>
                        <a:pt x="92167" y="65938"/>
                      </a:cubicBezTo>
                      <a:cubicBezTo>
                        <a:pt x="92680" y="65834"/>
                        <a:pt x="93261" y="65743"/>
                        <a:pt x="93775" y="65638"/>
                      </a:cubicBezTo>
                      <a:cubicBezTo>
                        <a:pt x="62022" y="91288"/>
                        <a:pt x="31866" y="118854"/>
                        <a:pt x="3475" y="148182"/>
                      </a:cubicBezTo>
                      <a:cubicBezTo>
                        <a:pt x="2285" y="148498"/>
                        <a:pt x="1176" y="148761"/>
                        <a:pt x="0" y="149010"/>
                      </a:cubicBezTo>
                      <a:cubicBezTo>
                        <a:pt x="13279" y="113329"/>
                        <a:pt x="21098" y="75849"/>
                        <a:pt x="23193" y="37835"/>
                      </a:cubicBezTo>
                      <a:lnTo>
                        <a:pt x="21978" y="35896"/>
                      </a:lnTo>
                      <a:cubicBezTo>
                        <a:pt x="45356" y="20407"/>
                        <a:pt x="71216" y="9041"/>
                        <a:pt x="98436" y="2291"/>
                      </a:cubicBezTo>
                      <a:cubicBezTo>
                        <a:pt x="101992" y="1410"/>
                        <a:pt x="105736" y="638"/>
                        <a:pt x="1094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22"/>
                <p:cNvSpPr/>
                <p:nvPr/>
              </p:nvSpPr>
              <p:spPr>
                <a:xfrm>
                  <a:off x="450701" y="3890690"/>
                  <a:ext cx="125742" cy="116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2" h="67617" extrusionOk="0">
                      <a:moveTo>
                        <a:pt x="73213" y="11976"/>
                      </a:moveTo>
                      <a:lnTo>
                        <a:pt x="71312" y="15730"/>
                      </a:lnTo>
                      <a:cubicBezTo>
                        <a:pt x="47315" y="31855"/>
                        <a:pt x="23999" y="49104"/>
                        <a:pt x="1608" y="67318"/>
                      </a:cubicBezTo>
                      <a:cubicBezTo>
                        <a:pt x="1095" y="67422"/>
                        <a:pt x="514" y="67513"/>
                        <a:pt x="0" y="67618"/>
                      </a:cubicBezTo>
                      <a:cubicBezTo>
                        <a:pt x="13402" y="48388"/>
                        <a:pt x="19551" y="25029"/>
                        <a:pt x="17353" y="1693"/>
                      </a:cubicBezTo>
                      <a:cubicBezTo>
                        <a:pt x="37178" y="-1728"/>
                        <a:pt x="58270" y="-742"/>
                        <a:pt x="73213" y="119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8" name="Google Shape;1508;p22"/>
                <p:cNvSpPr/>
                <p:nvPr/>
              </p:nvSpPr>
              <p:spPr>
                <a:xfrm>
                  <a:off x="453463" y="3911257"/>
                  <a:ext cx="151252" cy="101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65" h="59064" extrusionOk="0">
                      <a:moveTo>
                        <a:pt x="69704" y="3754"/>
                      </a:moveTo>
                      <a:lnTo>
                        <a:pt x="71605" y="0"/>
                      </a:lnTo>
                      <a:cubicBezTo>
                        <a:pt x="87902" y="13982"/>
                        <a:pt x="91270" y="38153"/>
                        <a:pt x="85330" y="59065"/>
                      </a:cubicBezTo>
                      <a:lnTo>
                        <a:pt x="78701" y="57132"/>
                      </a:lnTo>
                      <a:cubicBezTo>
                        <a:pt x="52916" y="50773"/>
                        <a:pt x="26048" y="50162"/>
                        <a:pt x="0" y="55342"/>
                      </a:cubicBezTo>
                      <a:cubicBezTo>
                        <a:pt x="22391" y="37128"/>
                        <a:pt x="45707" y="19879"/>
                        <a:pt x="69704" y="37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9" name="Google Shape;1509;p22"/>
                <p:cNvSpPr/>
                <p:nvPr/>
              </p:nvSpPr>
              <p:spPr>
                <a:xfrm>
                  <a:off x="154510" y="4122614"/>
                  <a:ext cx="487293" cy="246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22" h="143612" extrusionOk="0">
                      <a:moveTo>
                        <a:pt x="83774" y="14817"/>
                      </a:moveTo>
                      <a:cubicBezTo>
                        <a:pt x="123100" y="5798"/>
                        <a:pt x="163288" y="-2974"/>
                        <a:pt x="203450" y="971"/>
                      </a:cubicBezTo>
                      <a:lnTo>
                        <a:pt x="206685" y="1640"/>
                      </a:lnTo>
                      <a:cubicBezTo>
                        <a:pt x="206250" y="2041"/>
                        <a:pt x="205830" y="2377"/>
                        <a:pt x="205395" y="2778"/>
                      </a:cubicBezTo>
                      <a:cubicBezTo>
                        <a:pt x="207178" y="2655"/>
                        <a:pt x="208961" y="2532"/>
                        <a:pt x="210783" y="2556"/>
                      </a:cubicBezTo>
                      <a:cubicBezTo>
                        <a:pt x="233077" y="2515"/>
                        <a:pt x="254347" y="11917"/>
                        <a:pt x="269322" y="28434"/>
                      </a:cubicBezTo>
                      <a:cubicBezTo>
                        <a:pt x="279656" y="39110"/>
                        <a:pt x="284838" y="53750"/>
                        <a:pt x="283521" y="68550"/>
                      </a:cubicBezTo>
                      <a:cubicBezTo>
                        <a:pt x="281248" y="83964"/>
                        <a:pt x="269709" y="96268"/>
                        <a:pt x="257899" y="106478"/>
                      </a:cubicBezTo>
                      <a:cubicBezTo>
                        <a:pt x="241187" y="120928"/>
                        <a:pt x="222855" y="133389"/>
                        <a:pt x="203271" y="143612"/>
                      </a:cubicBezTo>
                      <a:lnTo>
                        <a:pt x="201818" y="140782"/>
                      </a:lnTo>
                      <a:cubicBezTo>
                        <a:pt x="140209" y="107142"/>
                        <a:pt x="68399" y="97274"/>
                        <a:pt x="0" y="113049"/>
                      </a:cubicBezTo>
                      <a:cubicBezTo>
                        <a:pt x="25834" y="78578"/>
                        <a:pt x="53814" y="45769"/>
                        <a:pt x="83774" y="1481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0" name="Google Shape;1510;p22"/>
                <p:cNvSpPr/>
                <p:nvPr/>
              </p:nvSpPr>
              <p:spPr>
                <a:xfrm>
                  <a:off x="298382" y="4000327"/>
                  <a:ext cx="301643" cy="147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29" h="86022" extrusionOk="0">
                      <a:moveTo>
                        <a:pt x="169001" y="5269"/>
                      </a:moveTo>
                      <a:lnTo>
                        <a:pt x="175630" y="7202"/>
                      </a:lnTo>
                      <a:cubicBezTo>
                        <a:pt x="174600" y="10873"/>
                        <a:pt x="173272" y="14454"/>
                        <a:pt x="171659" y="17908"/>
                      </a:cubicBezTo>
                      <a:cubicBezTo>
                        <a:pt x="161202" y="40276"/>
                        <a:pt x="141940" y="56958"/>
                        <a:pt x="122911" y="72845"/>
                      </a:cubicBezTo>
                      <a:lnTo>
                        <a:pt x="119676" y="72176"/>
                      </a:lnTo>
                      <a:cubicBezTo>
                        <a:pt x="79515" y="68231"/>
                        <a:pt x="39327" y="77003"/>
                        <a:pt x="0" y="86022"/>
                      </a:cubicBezTo>
                      <a:cubicBezTo>
                        <a:pt x="28391" y="56694"/>
                        <a:pt x="58547" y="29128"/>
                        <a:pt x="90300" y="3479"/>
                      </a:cubicBezTo>
                      <a:cubicBezTo>
                        <a:pt x="116348" y="-1701"/>
                        <a:pt x="143216" y="-1090"/>
                        <a:pt x="169001" y="5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1" name="Google Shape;1511;p22"/>
                <p:cNvSpPr/>
                <p:nvPr/>
              </p:nvSpPr>
              <p:spPr>
                <a:xfrm>
                  <a:off x="6700" y="4304169"/>
                  <a:ext cx="496935" cy="312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36" h="181996" extrusionOk="0">
                      <a:moveTo>
                        <a:pt x="86066" y="7333"/>
                      </a:moveTo>
                      <a:cubicBezTo>
                        <a:pt x="154465" y="-8441"/>
                        <a:pt x="226275" y="1427"/>
                        <a:pt x="287884" y="35066"/>
                      </a:cubicBezTo>
                      <a:lnTo>
                        <a:pt x="289337" y="37897"/>
                      </a:lnTo>
                      <a:cubicBezTo>
                        <a:pt x="256979" y="54910"/>
                        <a:pt x="221683" y="65621"/>
                        <a:pt x="185327" y="69461"/>
                      </a:cubicBezTo>
                      <a:cubicBezTo>
                        <a:pt x="208714" y="77760"/>
                        <a:pt x="231251" y="88280"/>
                        <a:pt x="252633" y="100875"/>
                      </a:cubicBezTo>
                      <a:cubicBezTo>
                        <a:pt x="265663" y="108559"/>
                        <a:pt x="279355" y="118488"/>
                        <a:pt x="282620" y="133291"/>
                      </a:cubicBezTo>
                      <a:cubicBezTo>
                        <a:pt x="286923" y="152595"/>
                        <a:pt x="272073" y="169696"/>
                        <a:pt x="255754" y="181997"/>
                      </a:cubicBezTo>
                      <a:lnTo>
                        <a:pt x="254536" y="180409"/>
                      </a:lnTo>
                      <a:cubicBezTo>
                        <a:pt x="175302" y="142893"/>
                        <a:pt x="86694" y="129812"/>
                        <a:pt x="0" y="142833"/>
                      </a:cubicBezTo>
                      <a:cubicBezTo>
                        <a:pt x="25077" y="95471"/>
                        <a:pt x="53855" y="50164"/>
                        <a:pt x="86066" y="73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2" name="Google Shape;1512;p22"/>
                <p:cNvSpPr/>
                <p:nvPr/>
              </p:nvSpPr>
              <p:spPr>
                <a:xfrm>
                  <a:off x="-104998" y="4541060"/>
                  <a:ext cx="550960" cy="27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792" h="157743" extrusionOk="0">
                      <a:moveTo>
                        <a:pt x="314446" y="48583"/>
                      </a:moveTo>
                      <a:cubicBezTo>
                        <a:pt x="263821" y="82376"/>
                        <a:pt x="206337" y="104530"/>
                        <a:pt x="146128" y="113453"/>
                      </a:cubicBezTo>
                      <a:cubicBezTo>
                        <a:pt x="162975" y="123753"/>
                        <a:pt x="182272" y="139549"/>
                        <a:pt x="181884" y="157743"/>
                      </a:cubicBezTo>
                      <a:lnTo>
                        <a:pt x="180696" y="157709"/>
                      </a:lnTo>
                      <a:cubicBezTo>
                        <a:pt x="121887" y="139844"/>
                        <a:pt x="59203" y="139125"/>
                        <a:pt x="0" y="155639"/>
                      </a:cubicBezTo>
                      <a:cubicBezTo>
                        <a:pt x="17515" y="103696"/>
                        <a:pt x="39268" y="53279"/>
                        <a:pt x="65039" y="4898"/>
                      </a:cubicBezTo>
                      <a:cubicBezTo>
                        <a:pt x="151733" y="-8123"/>
                        <a:pt x="240341" y="4958"/>
                        <a:pt x="319574" y="42474"/>
                      </a:cubicBezTo>
                      <a:lnTo>
                        <a:pt x="320793" y="44061"/>
                      </a:lnTo>
                      <a:cubicBezTo>
                        <a:pt x="318703" y="45668"/>
                        <a:pt x="316561" y="47193"/>
                        <a:pt x="314446" y="485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13" name="Google Shape;1513;p22"/>
              <p:cNvSpPr/>
              <p:nvPr/>
            </p:nvSpPr>
            <p:spPr>
              <a:xfrm>
                <a:off x="-294374" y="3862138"/>
                <a:ext cx="944503" cy="1068886"/>
              </a:xfrm>
              <a:custGeom>
                <a:avLst/>
                <a:gdLst/>
                <a:ahLst/>
                <a:cxnLst/>
                <a:rect l="l" t="t" r="r" b="b"/>
                <a:pathLst>
                  <a:path w="549929" h="622350" extrusionOk="0">
                    <a:moveTo>
                      <a:pt x="538841" y="182607"/>
                    </a:moveTo>
                    <a:cubicBezTo>
                      <a:pt x="524670" y="163792"/>
                      <a:pt x="503181" y="151875"/>
                      <a:pt x="479717" y="149819"/>
                    </a:cubicBezTo>
                    <a:cubicBezTo>
                      <a:pt x="498340" y="133741"/>
                      <a:pt x="516540" y="115771"/>
                      <a:pt x="524408" y="92080"/>
                    </a:cubicBezTo>
                    <a:cubicBezTo>
                      <a:pt x="531856" y="69654"/>
                      <a:pt x="529066" y="41554"/>
                      <a:pt x="510187" y="25476"/>
                    </a:cubicBezTo>
                    <a:cubicBezTo>
                      <a:pt x="489717" y="8045"/>
                      <a:pt x="459931" y="11029"/>
                      <a:pt x="435752" y="17375"/>
                    </a:cubicBezTo>
                    <a:cubicBezTo>
                      <a:pt x="407023" y="25034"/>
                      <a:pt x="379869" y="37699"/>
                      <a:pt x="355539" y="54790"/>
                    </a:cubicBezTo>
                    <a:cubicBezTo>
                      <a:pt x="353468" y="34386"/>
                      <a:pt x="348404" y="11853"/>
                      <a:pt x="327966" y="2766"/>
                    </a:cubicBezTo>
                    <a:cubicBezTo>
                      <a:pt x="305085" y="-7407"/>
                      <a:pt x="284122" y="12617"/>
                      <a:pt x="269835" y="28153"/>
                    </a:cubicBezTo>
                    <a:cubicBezTo>
                      <a:pt x="238775" y="62262"/>
                      <a:pt x="218800" y="104994"/>
                      <a:pt x="212549" y="150700"/>
                    </a:cubicBezTo>
                    <a:cubicBezTo>
                      <a:pt x="207031" y="141053"/>
                      <a:pt x="200454" y="132051"/>
                      <a:pt x="192941" y="123863"/>
                    </a:cubicBezTo>
                    <a:cubicBezTo>
                      <a:pt x="184502" y="114757"/>
                      <a:pt x="173603" y="103496"/>
                      <a:pt x="160192" y="103400"/>
                    </a:cubicBezTo>
                    <a:cubicBezTo>
                      <a:pt x="134256" y="103213"/>
                      <a:pt x="122917" y="137915"/>
                      <a:pt x="115512" y="157139"/>
                    </a:cubicBezTo>
                    <a:cubicBezTo>
                      <a:pt x="92297" y="218250"/>
                      <a:pt x="83468" y="283887"/>
                      <a:pt x="89709" y="348962"/>
                    </a:cubicBezTo>
                    <a:cubicBezTo>
                      <a:pt x="79176" y="339964"/>
                      <a:pt x="65072" y="336346"/>
                      <a:pt x="51508" y="339163"/>
                    </a:cubicBezTo>
                    <a:cubicBezTo>
                      <a:pt x="31431" y="343329"/>
                      <a:pt x="14949" y="357604"/>
                      <a:pt x="7958" y="376880"/>
                    </a:cubicBezTo>
                    <a:cubicBezTo>
                      <a:pt x="-12502" y="425840"/>
                      <a:pt x="10226" y="481530"/>
                      <a:pt x="34005" y="524792"/>
                    </a:cubicBezTo>
                    <a:cubicBezTo>
                      <a:pt x="50959" y="555636"/>
                      <a:pt x="69894" y="585456"/>
                      <a:pt x="88464" y="615343"/>
                    </a:cubicBezTo>
                    <a:lnTo>
                      <a:pt x="88553" y="615436"/>
                    </a:lnTo>
                    <a:cubicBezTo>
                      <a:pt x="87415" y="616117"/>
                      <a:pt x="86731" y="617358"/>
                      <a:pt x="86763" y="618684"/>
                    </a:cubicBezTo>
                    <a:cubicBezTo>
                      <a:pt x="86831" y="620644"/>
                      <a:pt x="88404" y="622217"/>
                      <a:pt x="90364" y="622285"/>
                    </a:cubicBezTo>
                    <a:cubicBezTo>
                      <a:pt x="147757" y="623288"/>
                      <a:pt x="204779" y="612893"/>
                      <a:pt x="258126" y="591701"/>
                    </a:cubicBezTo>
                    <a:cubicBezTo>
                      <a:pt x="275361" y="584789"/>
                      <a:pt x="296522" y="574437"/>
                      <a:pt x="296652" y="552854"/>
                    </a:cubicBezTo>
                    <a:cubicBezTo>
                      <a:pt x="296758" y="535010"/>
                      <a:pt x="282637" y="521266"/>
                      <a:pt x="268359" y="511190"/>
                    </a:cubicBezTo>
                    <a:cubicBezTo>
                      <a:pt x="299063" y="505810"/>
                      <a:pt x="329070" y="497021"/>
                      <a:pt x="357824" y="484986"/>
                    </a:cubicBezTo>
                    <a:cubicBezTo>
                      <a:pt x="386974" y="472690"/>
                      <a:pt x="418416" y="457480"/>
                      <a:pt x="442110" y="436093"/>
                    </a:cubicBezTo>
                    <a:cubicBezTo>
                      <a:pt x="462661" y="417544"/>
                      <a:pt x="471841" y="390170"/>
                      <a:pt x="449831" y="368583"/>
                    </a:cubicBezTo>
                    <a:cubicBezTo>
                      <a:pt x="438375" y="358561"/>
                      <a:pt x="425518" y="350263"/>
                      <a:pt x="411668" y="343950"/>
                    </a:cubicBezTo>
                    <a:cubicBezTo>
                      <a:pt x="401076" y="338457"/>
                      <a:pt x="390173" y="333624"/>
                      <a:pt x="379141" y="329095"/>
                    </a:cubicBezTo>
                    <a:cubicBezTo>
                      <a:pt x="435301" y="319841"/>
                      <a:pt x="487493" y="294258"/>
                      <a:pt x="529207" y="255535"/>
                    </a:cubicBezTo>
                    <a:cubicBezTo>
                      <a:pt x="539447" y="246652"/>
                      <a:pt x="546572" y="234722"/>
                      <a:pt x="549537" y="221494"/>
                    </a:cubicBezTo>
                    <a:cubicBezTo>
                      <a:pt x="551233" y="207628"/>
                      <a:pt x="547389" y="193654"/>
                      <a:pt x="538841" y="182607"/>
                    </a:cubicBezTo>
                    <a:close/>
                    <a:moveTo>
                      <a:pt x="465249" y="149385"/>
                    </a:moveTo>
                    <a:cubicBezTo>
                      <a:pt x="465117" y="149336"/>
                      <a:pt x="464983" y="149295"/>
                      <a:pt x="464846" y="149264"/>
                    </a:cubicBezTo>
                    <a:cubicBezTo>
                      <a:pt x="428856" y="145844"/>
                      <a:pt x="393064" y="152122"/>
                      <a:pt x="357942" y="159843"/>
                    </a:cubicBezTo>
                    <a:cubicBezTo>
                      <a:pt x="366010" y="151748"/>
                      <a:pt x="374165" y="143734"/>
                      <a:pt x="382510" y="135898"/>
                    </a:cubicBezTo>
                    <a:cubicBezTo>
                      <a:pt x="400915" y="118672"/>
                      <a:pt x="419959" y="102184"/>
                      <a:pt x="439641" y="86436"/>
                    </a:cubicBezTo>
                    <a:cubicBezTo>
                      <a:pt x="464106" y="82169"/>
                      <a:pt x="489185" y="82943"/>
                      <a:pt x="513340" y="88711"/>
                    </a:cubicBezTo>
                    <a:cubicBezTo>
                      <a:pt x="514053" y="88891"/>
                      <a:pt x="514808" y="88792"/>
                      <a:pt x="515450" y="88434"/>
                    </a:cubicBezTo>
                    <a:cubicBezTo>
                      <a:pt x="515060" y="89661"/>
                      <a:pt x="514758" y="90939"/>
                      <a:pt x="514304" y="92123"/>
                    </a:cubicBezTo>
                    <a:cubicBezTo>
                      <a:pt x="505145" y="115980"/>
                      <a:pt x="484380" y="133374"/>
                      <a:pt x="465249" y="149385"/>
                    </a:cubicBezTo>
                    <a:close/>
                    <a:moveTo>
                      <a:pt x="516785" y="84140"/>
                    </a:moveTo>
                    <a:cubicBezTo>
                      <a:pt x="516402" y="83452"/>
                      <a:pt x="515740" y="82964"/>
                      <a:pt x="514969" y="82800"/>
                    </a:cubicBezTo>
                    <a:cubicBezTo>
                      <a:pt x="493576" y="77564"/>
                      <a:pt x="471426" y="76159"/>
                      <a:pt x="449543" y="78648"/>
                    </a:cubicBezTo>
                    <a:cubicBezTo>
                      <a:pt x="468372" y="63904"/>
                      <a:pt x="487652" y="49729"/>
                      <a:pt x="507504" y="36360"/>
                    </a:cubicBezTo>
                    <a:cubicBezTo>
                      <a:pt x="507671" y="36248"/>
                      <a:pt x="507743" y="36094"/>
                      <a:pt x="507887" y="35972"/>
                    </a:cubicBezTo>
                    <a:cubicBezTo>
                      <a:pt x="518308" y="49716"/>
                      <a:pt x="521607" y="67581"/>
                      <a:pt x="516785" y="84141"/>
                    </a:cubicBezTo>
                    <a:close/>
                    <a:moveTo>
                      <a:pt x="500184" y="29001"/>
                    </a:moveTo>
                    <a:cubicBezTo>
                      <a:pt x="500465" y="29188"/>
                      <a:pt x="500659" y="29442"/>
                      <a:pt x="500933" y="29634"/>
                    </a:cubicBezTo>
                    <a:cubicBezTo>
                      <a:pt x="481916" y="42612"/>
                      <a:pt x="463385" y="56184"/>
                      <a:pt x="445341" y="70351"/>
                    </a:cubicBezTo>
                    <a:cubicBezTo>
                      <a:pt x="447935" y="64652"/>
                      <a:pt x="449981" y="58721"/>
                      <a:pt x="451451" y="52635"/>
                    </a:cubicBezTo>
                    <a:cubicBezTo>
                      <a:pt x="454219" y="42683"/>
                      <a:pt x="454843" y="32258"/>
                      <a:pt x="453284" y="22047"/>
                    </a:cubicBezTo>
                    <a:cubicBezTo>
                      <a:pt x="469233" y="18311"/>
                      <a:pt x="486006" y="20798"/>
                      <a:pt x="500184" y="29001"/>
                    </a:cubicBezTo>
                    <a:close/>
                    <a:moveTo>
                      <a:pt x="449376" y="22735"/>
                    </a:moveTo>
                    <a:cubicBezTo>
                      <a:pt x="449231" y="26665"/>
                      <a:pt x="449164" y="30599"/>
                      <a:pt x="448796" y="34527"/>
                    </a:cubicBezTo>
                    <a:cubicBezTo>
                      <a:pt x="448231" y="40340"/>
                      <a:pt x="447146" y="46090"/>
                      <a:pt x="445555" y="51710"/>
                    </a:cubicBezTo>
                    <a:cubicBezTo>
                      <a:pt x="442666" y="62188"/>
                      <a:pt x="438106" y="72133"/>
                      <a:pt x="432051" y="81160"/>
                    </a:cubicBezTo>
                    <a:cubicBezTo>
                      <a:pt x="403135" y="104680"/>
                      <a:pt x="375526" y="129764"/>
                      <a:pt x="349347" y="156298"/>
                    </a:cubicBezTo>
                    <a:cubicBezTo>
                      <a:pt x="354161" y="141508"/>
                      <a:pt x="358045" y="126431"/>
                      <a:pt x="360976" y="111155"/>
                    </a:cubicBezTo>
                    <a:cubicBezTo>
                      <a:pt x="362702" y="102133"/>
                      <a:pt x="364100" y="93057"/>
                      <a:pt x="365170" y="83926"/>
                    </a:cubicBezTo>
                    <a:cubicBezTo>
                      <a:pt x="366770" y="75170"/>
                      <a:pt x="367224" y="66244"/>
                      <a:pt x="366521" y="57371"/>
                    </a:cubicBezTo>
                    <a:cubicBezTo>
                      <a:pt x="385158" y="45139"/>
                      <a:pt x="405369" y="35495"/>
                      <a:pt x="426601" y="28702"/>
                    </a:cubicBezTo>
                    <a:cubicBezTo>
                      <a:pt x="434077" y="26294"/>
                      <a:pt x="441680" y="24301"/>
                      <a:pt x="449376" y="22735"/>
                    </a:cubicBezTo>
                    <a:close/>
                    <a:moveTo>
                      <a:pt x="312307" y="8421"/>
                    </a:moveTo>
                    <a:cubicBezTo>
                      <a:pt x="341079" y="5509"/>
                      <a:pt x="346397" y="41496"/>
                      <a:pt x="347987" y="62231"/>
                    </a:cubicBezTo>
                    <a:cubicBezTo>
                      <a:pt x="348199" y="65000"/>
                      <a:pt x="351438" y="67787"/>
                      <a:pt x="354167" y="65777"/>
                    </a:cubicBezTo>
                    <a:cubicBezTo>
                      <a:pt x="356900" y="63747"/>
                      <a:pt x="359787" y="61953"/>
                      <a:pt x="362598" y="60040"/>
                    </a:cubicBezTo>
                    <a:cubicBezTo>
                      <a:pt x="361134" y="67684"/>
                      <a:pt x="360125" y="75407"/>
                      <a:pt x="359576" y="83170"/>
                    </a:cubicBezTo>
                    <a:cubicBezTo>
                      <a:pt x="358217" y="92758"/>
                      <a:pt x="356496" y="102286"/>
                      <a:pt x="354415" y="111755"/>
                    </a:cubicBezTo>
                    <a:cubicBezTo>
                      <a:pt x="350275" y="130310"/>
                      <a:pt x="344813" y="148546"/>
                      <a:pt x="338072" y="166323"/>
                    </a:cubicBezTo>
                    <a:cubicBezTo>
                      <a:pt x="337927" y="166794"/>
                      <a:pt x="337906" y="167293"/>
                      <a:pt x="338009" y="167775"/>
                    </a:cubicBezTo>
                    <a:cubicBezTo>
                      <a:pt x="312166" y="194843"/>
                      <a:pt x="287828" y="223308"/>
                      <a:pt x="265104" y="253041"/>
                    </a:cubicBezTo>
                    <a:cubicBezTo>
                      <a:pt x="268212" y="222757"/>
                      <a:pt x="268955" y="192276"/>
                      <a:pt x="267325" y="161876"/>
                    </a:cubicBezTo>
                    <a:cubicBezTo>
                      <a:pt x="266421" y="145614"/>
                      <a:pt x="264823" y="129414"/>
                      <a:pt x="262532" y="113277"/>
                    </a:cubicBezTo>
                    <a:cubicBezTo>
                      <a:pt x="260938" y="96830"/>
                      <a:pt x="257391" y="80631"/>
                      <a:pt x="251965" y="65023"/>
                    </a:cubicBezTo>
                    <a:cubicBezTo>
                      <a:pt x="255408" y="59540"/>
                      <a:pt x="259012" y="54147"/>
                      <a:pt x="262948" y="48962"/>
                    </a:cubicBezTo>
                    <a:cubicBezTo>
                      <a:pt x="274410" y="33913"/>
                      <a:pt x="292068" y="10469"/>
                      <a:pt x="312307" y="8421"/>
                    </a:cubicBezTo>
                    <a:close/>
                    <a:moveTo>
                      <a:pt x="150716" y="113960"/>
                    </a:moveTo>
                    <a:cubicBezTo>
                      <a:pt x="165005" y="105738"/>
                      <a:pt x="178259" y="119659"/>
                      <a:pt x="187339" y="129466"/>
                    </a:cubicBezTo>
                    <a:cubicBezTo>
                      <a:pt x="197218" y="140274"/>
                      <a:pt x="205368" y="152545"/>
                      <a:pt x="211498" y="165843"/>
                    </a:cubicBezTo>
                    <a:cubicBezTo>
                      <a:pt x="213329" y="169739"/>
                      <a:pt x="218615" y="167371"/>
                      <a:pt x="218908" y="163836"/>
                    </a:cubicBezTo>
                    <a:cubicBezTo>
                      <a:pt x="221742" y="130269"/>
                      <a:pt x="232244" y="97801"/>
                      <a:pt x="249606" y="68933"/>
                    </a:cubicBezTo>
                    <a:cubicBezTo>
                      <a:pt x="250922" y="84068"/>
                      <a:pt x="254237" y="99093"/>
                      <a:pt x="256199" y="114134"/>
                    </a:cubicBezTo>
                    <a:cubicBezTo>
                      <a:pt x="258344" y="130588"/>
                      <a:pt x="259798" y="147116"/>
                      <a:pt x="260562" y="163719"/>
                    </a:cubicBezTo>
                    <a:cubicBezTo>
                      <a:pt x="262046" y="197375"/>
                      <a:pt x="260696" y="231096"/>
                      <a:pt x="256526" y="264526"/>
                    </a:cubicBezTo>
                    <a:cubicBezTo>
                      <a:pt x="226954" y="304296"/>
                      <a:pt x="200311" y="346162"/>
                      <a:pt x="176806" y="389794"/>
                    </a:cubicBezTo>
                    <a:cubicBezTo>
                      <a:pt x="174470" y="349754"/>
                      <a:pt x="170076" y="309861"/>
                      <a:pt x="163640" y="270272"/>
                    </a:cubicBezTo>
                    <a:cubicBezTo>
                      <a:pt x="156609" y="230323"/>
                      <a:pt x="146572" y="187947"/>
                      <a:pt x="125945" y="152472"/>
                    </a:cubicBezTo>
                    <a:cubicBezTo>
                      <a:pt x="127321" y="149100"/>
                      <a:pt x="128587" y="145685"/>
                      <a:pt x="130056" y="142352"/>
                    </a:cubicBezTo>
                    <a:cubicBezTo>
                      <a:pt x="133855" y="130986"/>
                      <a:pt x="141070" y="121071"/>
                      <a:pt x="150716" y="113961"/>
                    </a:cubicBezTo>
                    <a:close/>
                    <a:moveTo>
                      <a:pt x="91189" y="361591"/>
                    </a:moveTo>
                    <a:cubicBezTo>
                      <a:pt x="93026" y="364444"/>
                      <a:pt x="98745" y="363686"/>
                      <a:pt x="98251" y="359678"/>
                    </a:cubicBezTo>
                    <a:cubicBezTo>
                      <a:pt x="91146" y="301235"/>
                      <a:pt x="96478" y="241950"/>
                      <a:pt x="113899" y="185714"/>
                    </a:cubicBezTo>
                    <a:cubicBezTo>
                      <a:pt x="116904" y="175939"/>
                      <a:pt x="120425" y="166339"/>
                      <a:pt x="124175" y="156829"/>
                    </a:cubicBezTo>
                    <a:cubicBezTo>
                      <a:pt x="138878" y="193466"/>
                      <a:pt x="149936" y="231463"/>
                      <a:pt x="157188" y="270269"/>
                    </a:cubicBezTo>
                    <a:cubicBezTo>
                      <a:pt x="164455" y="313309"/>
                      <a:pt x="167107" y="356972"/>
                      <a:pt x="170397" y="400447"/>
                    </a:cubicBezTo>
                    <a:cubicBezTo>
                      <a:pt x="170426" y="400748"/>
                      <a:pt x="170493" y="401043"/>
                      <a:pt x="170598" y="401326"/>
                    </a:cubicBezTo>
                    <a:cubicBezTo>
                      <a:pt x="159940" y="421742"/>
                      <a:pt x="149946" y="442536"/>
                      <a:pt x="140617" y="463710"/>
                    </a:cubicBezTo>
                    <a:cubicBezTo>
                      <a:pt x="129618" y="488875"/>
                      <a:pt x="118973" y="514902"/>
                      <a:pt x="109903" y="541401"/>
                    </a:cubicBezTo>
                    <a:cubicBezTo>
                      <a:pt x="103908" y="508673"/>
                      <a:pt x="95632" y="476403"/>
                      <a:pt x="85137" y="444829"/>
                    </a:cubicBezTo>
                    <a:cubicBezTo>
                      <a:pt x="74934" y="411760"/>
                      <a:pt x="61171" y="379896"/>
                      <a:pt x="44089" y="349798"/>
                    </a:cubicBezTo>
                    <a:cubicBezTo>
                      <a:pt x="60637" y="343128"/>
                      <a:pt x="80670" y="345261"/>
                      <a:pt x="91189" y="361591"/>
                    </a:cubicBezTo>
                    <a:close/>
                    <a:moveTo>
                      <a:pt x="44791" y="526369"/>
                    </a:moveTo>
                    <a:cubicBezTo>
                      <a:pt x="29268" y="500779"/>
                      <a:pt x="18001" y="472840"/>
                      <a:pt x="11429" y="443640"/>
                    </a:cubicBezTo>
                    <a:cubicBezTo>
                      <a:pt x="6343" y="416689"/>
                      <a:pt x="7264" y="383892"/>
                      <a:pt x="26300" y="362148"/>
                    </a:cubicBezTo>
                    <a:cubicBezTo>
                      <a:pt x="30469" y="357466"/>
                      <a:pt x="35542" y="353678"/>
                      <a:pt x="41215" y="351010"/>
                    </a:cubicBezTo>
                    <a:cubicBezTo>
                      <a:pt x="54627" y="383274"/>
                      <a:pt x="69260" y="414732"/>
                      <a:pt x="80212" y="448010"/>
                    </a:cubicBezTo>
                    <a:cubicBezTo>
                      <a:pt x="91369" y="482035"/>
                      <a:pt x="99954" y="516851"/>
                      <a:pt x="105893" y="552163"/>
                    </a:cubicBezTo>
                    <a:cubicBezTo>
                      <a:pt x="105963" y="552342"/>
                      <a:pt x="106052" y="552514"/>
                      <a:pt x="106157" y="552676"/>
                    </a:cubicBezTo>
                    <a:cubicBezTo>
                      <a:pt x="100357" y="570513"/>
                      <a:pt x="95538" y="588654"/>
                      <a:pt x="91721" y="607017"/>
                    </a:cubicBezTo>
                    <a:cubicBezTo>
                      <a:pt x="76164" y="580088"/>
                      <a:pt x="60007" y="553487"/>
                      <a:pt x="44791" y="526369"/>
                    </a:cubicBezTo>
                    <a:close/>
                    <a:moveTo>
                      <a:pt x="285514" y="561441"/>
                    </a:moveTo>
                    <a:cubicBezTo>
                      <a:pt x="280436" y="570067"/>
                      <a:pt x="272460" y="576609"/>
                      <a:pt x="263007" y="579901"/>
                    </a:cubicBezTo>
                    <a:cubicBezTo>
                      <a:pt x="251925" y="584799"/>
                      <a:pt x="240576" y="589071"/>
                      <a:pt x="229014" y="592696"/>
                    </a:cubicBezTo>
                    <a:cubicBezTo>
                      <a:pt x="185612" y="606852"/>
                      <a:pt x="140300" y="614284"/>
                      <a:pt x="94650" y="614735"/>
                    </a:cubicBezTo>
                    <a:cubicBezTo>
                      <a:pt x="95047" y="613787"/>
                      <a:pt x="95000" y="612711"/>
                      <a:pt x="94523" y="611800"/>
                    </a:cubicBezTo>
                    <a:lnTo>
                      <a:pt x="94522" y="611802"/>
                    </a:lnTo>
                    <a:cubicBezTo>
                      <a:pt x="94247" y="611321"/>
                      <a:pt x="93958" y="610847"/>
                      <a:pt x="93682" y="610366"/>
                    </a:cubicBezTo>
                    <a:cubicBezTo>
                      <a:pt x="100229" y="591356"/>
                      <a:pt x="106526" y="572339"/>
                      <a:pt x="113030" y="553409"/>
                    </a:cubicBezTo>
                    <a:cubicBezTo>
                      <a:pt x="170208" y="538086"/>
                      <a:pt x="230467" y="538514"/>
                      <a:pt x="287422" y="554650"/>
                    </a:cubicBezTo>
                    <a:cubicBezTo>
                      <a:pt x="287150" y="557001"/>
                      <a:pt x="286506" y="559293"/>
                      <a:pt x="285514" y="561442"/>
                    </a:cubicBezTo>
                    <a:close/>
                    <a:moveTo>
                      <a:pt x="255172" y="504371"/>
                    </a:moveTo>
                    <a:cubicBezTo>
                      <a:pt x="251067" y="504990"/>
                      <a:pt x="251061" y="510823"/>
                      <a:pt x="254084" y="512696"/>
                    </a:cubicBezTo>
                    <a:cubicBezTo>
                      <a:pt x="266233" y="520222"/>
                      <a:pt x="285586" y="533651"/>
                      <a:pt x="287471" y="549616"/>
                    </a:cubicBezTo>
                    <a:cubicBezTo>
                      <a:pt x="231388" y="533230"/>
                      <a:pt x="171932" y="532226"/>
                      <a:pt x="115328" y="546709"/>
                    </a:cubicBezTo>
                    <a:cubicBezTo>
                      <a:pt x="123165" y="524147"/>
                      <a:pt x="131422" y="501735"/>
                      <a:pt x="140972" y="479649"/>
                    </a:cubicBezTo>
                    <a:cubicBezTo>
                      <a:pt x="152181" y="453725"/>
                      <a:pt x="164430" y="428343"/>
                      <a:pt x="177718" y="403503"/>
                    </a:cubicBezTo>
                    <a:cubicBezTo>
                      <a:pt x="241339" y="393931"/>
                      <a:pt x="306290" y="398569"/>
                      <a:pt x="367905" y="417084"/>
                    </a:cubicBezTo>
                    <a:cubicBezTo>
                      <a:pt x="387356" y="422955"/>
                      <a:pt x="405771" y="430874"/>
                      <a:pt x="424507" y="438510"/>
                    </a:cubicBezTo>
                    <a:cubicBezTo>
                      <a:pt x="422875" y="439696"/>
                      <a:pt x="421241" y="440839"/>
                      <a:pt x="419620" y="441904"/>
                    </a:cubicBezTo>
                    <a:cubicBezTo>
                      <a:pt x="369960" y="474360"/>
                      <a:pt x="313857" y="495671"/>
                      <a:pt x="255172" y="504371"/>
                    </a:cubicBezTo>
                    <a:close/>
                    <a:moveTo>
                      <a:pt x="441265" y="373101"/>
                    </a:moveTo>
                    <a:cubicBezTo>
                      <a:pt x="465657" y="394529"/>
                      <a:pt x="449391" y="418568"/>
                      <a:pt x="429485" y="434676"/>
                    </a:cubicBezTo>
                    <a:cubicBezTo>
                      <a:pt x="390069" y="414943"/>
                      <a:pt x="347566" y="402105"/>
                      <a:pt x="303817" y="396718"/>
                    </a:cubicBezTo>
                    <a:cubicBezTo>
                      <a:pt x="263384" y="390983"/>
                      <a:pt x="222364" y="390703"/>
                      <a:pt x="181857" y="395885"/>
                    </a:cubicBezTo>
                    <a:cubicBezTo>
                      <a:pt x="206110" y="351291"/>
                      <a:pt x="233611" y="308542"/>
                      <a:pt x="264138" y="267983"/>
                    </a:cubicBezTo>
                    <a:cubicBezTo>
                      <a:pt x="313638" y="256949"/>
                      <a:pt x="365187" y="259331"/>
                      <a:pt x="413458" y="274884"/>
                    </a:cubicBezTo>
                    <a:cubicBezTo>
                      <a:pt x="428639" y="280247"/>
                      <a:pt x="443538" y="286377"/>
                      <a:pt x="458098" y="293249"/>
                    </a:cubicBezTo>
                    <a:cubicBezTo>
                      <a:pt x="427584" y="308607"/>
                      <a:pt x="394564" y="318373"/>
                      <a:pt x="360605" y="322086"/>
                    </a:cubicBezTo>
                    <a:cubicBezTo>
                      <a:pt x="357965" y="322174"/>
                      <a:pt x="355896" y="324386"/>
                      <a:pt x="355984" y="327027"/>
                    </a:cubicBezTo>
                    <a:cubicBezTo>
                      <a:pt x="356052" y="329060"/>
                      <a:pt x="357398" y="330828"/>
                      <a:pt x="359340" y="331434"/>
                    </a:cubicBezTo>
                    <a:cubicBezTo>
                      <a:pt x="374534" y="336844"/>
                      <a:pt x="389386" y="343169"/>
                      <a:pt x="403816" y="350374"/>
                    </a:cubicBezTo>
                    <a:cubicBezTo>
                      <a:pt x="417200" y="356353"/>
                      <a:pt x="429781" y="363989"/>
                      <a:pt x="441264" y="373101"/>
                    </a:cubicBezTo>
                    <a:close/>
                    <a:moveTo>
                      <a:pt x="508414" y="260993"/>
                    </a:moveTo>
                    <a:cubicBezTo>
                      <a:pt x="494652" y="271943"/>
                      <a:pt x="479908" y="281599"/>
                      <a:pt x="464371" y="289839"/>
                    </a:cubicBezTo>
                    <a:cubicBezTo>
                      <a:pt x="435353" y="270494"/>
                      <a:pt x="397730" y="260749"/>
                      <a:pt x="363562" y="256192"/>
                    </a:cubicBezTo>
                    <a:cubicBezTo>
                      <a:pt x="332782" y="252136"/>
                      <a:pt x="301551" y="253048"/>
                      <a:pt x="271060" y="258893"/>
                    </a:cubicBezTo>
                    <a:cubicBezTo>
                      <a:pt x="295092" y="227683"/>
                      <a:pt x="320887" y="197871"/>
                      <a:pt x="348317" y="169602"/>
                    </a:cubicBezTo>
                    <a:cubicBezTo>
                      <a:pt x="385786" y="160920"/>
                      <a:pt x="423611" y="152904"/>
                      <a:pt x="462268" y="155864"/>
                    </a:cubicBezTo>
                    <a:cubicBezTo>
                      <a:pt x="462491" y="156651"/>
                      <a:pt x="462910" y="157368"/>
                      <a:pt x="463487" y="157947"/>
                    </a:cubicBezTo>
                    <a:cubicBezTo>
                      <a:pt x="464378" y="158801"/>
                      <a:pt x="465557" y="159289"/>
                      <a:pt x="466790" y="159315"/>
                    </a:cubicBezTo>
                    <a:cubicBezTo>
                      <a:pt x="493656" y="157158"/>
                      <a:pt x="519512" y="170036"/>
                      <a:pt x="533977" y="192777"/>
                    </a:cubicBezTo>
                    <a:cubicBezTo>
                      <a:pt x="550558" y="221233"/>
                      <a:pt x="529891" y="243638"/>
                      <a:pt x="508414" y="2609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4" name="Google Shape;1514;p22"/>
            <p:cNvGrpSpPr/>
            <p:nvPr/>
          </p:nvGrpSpPr>
          <p:grpSpPr>
            <a:xfrm rot="-6333158">
              <a:off x="8084595" y="4679257"/>
              <a:ext cx="1142455" cy="402624"/>
              <a:chOff x="-396587" y="4771415"/>
              <a:chExt cx="1142555" cy="402659"/>
            </a:xfrm>
          </p:grpSpPr>
          <p:grpSp>
            <p:nvGrpSpPr>
              <p:cNvPr id="1515" name="Google Shape;1515;p22"/>
              <p:cNvGrpSpPr/>
              <p:nvPr/>
            </p:nvGrpSpPr>
            <p:grpSpPr>
              <a:xfrm>
                <a:off x="-388799" y="4779440"/>
                <a:ext cx="1127010" cy="386620"/>
                <a:chOff x="-373874" y="4605765"/>
                <a:chExt cx="1127010" cy="386620"/>
              </a:xfrm>
            </p:grpSpPr>
            <p:sp>
              <p:nvSpPr>
                <p:cNvPr id="1516" name="Google Shape;1516;p22"/>
                <p:cNvSpPr/>
                <p:nvPr/>
              </p:nvSpPr>
              <p:spPr>
                <a:xfrm>
                  <a:off x="473828" y="4615252"/>
                  <a:ext cx="277342" cy="208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80" h="121506" extrusionOk="0">
                      <a:moveTo>
                        <a:pt x="0" y="121506"/>
                      </a:moveTo>
                      <a:cubicBezTo>
                        <a:pt x="31131" y="85682"/>
                        <a:pt x="63128" y="46904"/>
                        <a:pt x="69401" y="0"/>
                      </a:cubicBezTo>
                      <a:cubicBezTo>
                        <a:pt x="87497" y="4113"/>
                        <a:pt x="104842" y="11018"/>
                        <a:pt x="120813" y="20468"/>
                      </a:cubicBezTo>
                      <a:cubicBezTo>
                        <a:pt x="139485" y="31603"/>
                        <a:pt x="156795" y="48060"/>
                        <a:pt x="161480" y="69121"/>
                      </a:cubicBezTo>
                      <a:lnTo>
                        <a:pt x="161388" y="69151"/>
                      </a:lnTo>
                      <a:cubicBezTo>
                        <a:pt x="108513" y="89323"/>
                        <a:pt x="54648" y="106797"/>
                        <a:pt x="0" y="12150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7" name="Google Shape;1517;p22"/>
                <p:cNvSpPr/>
                <p:nvPr/>
              </p:nvSpPr>
              <p:spPr>
                <a:xfrm>
                  <a:off x="183635" y="4605765"/>
                  <a:ext cx="409404" cy="280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72" h="163339" extrusionOk="0">
                      <a:moveTo>
                        <a:pt x="168972" y="127030"/>
                      </a:moveTo>
                      <a:cubicBezTo>
                        <a:pt x="113320" y="142073"/>
                        <a:pt x="56919" y="154192"/>
                        <a:pt x="0" y="163339"/>
                      </a:cubicBezTo>
                      <a:cubicBezTo>
                        <a:pt x="45153" y="128306"/>
                        <a:pt x="74997" y="77157"/>
                        <a:pt x="83278" y="20610"/>
                      </a:cubicBezTo>
                      <a:lnTo>
                        <a:pt x="83063" y="19963"/>
                      </a:lnTo>
                      <a:cubicBezTo>
                        <a:pt x="94380" y="15786"/>
                        <a:pt x="105901" y="12183"/>
                        <a:pt x="117582" y="9169"/>
                      </a:cubicBezTo>
                      <a:cubicBezTo>
                        <a:pt x="156978" y="-1669"/>
                        <a:pt x="198395" y="-2918"/>
                        <a:pt x="238373" y="5525"/>
                      </a:cubicBezTo>
                      <a:cubicBezTo>
                        <a:pt x="232101" y="52428"/>
                        <a:pt x="200103" y="91207"/>
                        <a:pt x="168972" y="12703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8" name="Google Shape;1518;p22"/>
                <p:cNvSpPr/>
                <p:nvPr/>
              </p:nvSpPr>
              <p:spPr>
                <a:xfrm>
                  <a:off x="-19974" y="4640050"/>
                  <a:ext cx="346652" cy="27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35" h="158227" extrusionOk="0">
                      <a:moveTo>
                        <a:pt x="0" y="158227"/>
                      </a:moveTo>
                      <a:cubicBezTo>
                        <a:pt x="28420" y="140633"/>
                        <a:pt x="46948" y="110734"/>
                        <a:pt x="50054" y="77453"/>
                      </a:cubicBezTo>
                      <a:lnTo>
                        <a:pt x="49132" y="75759"/>
                      </a:lnTo>
                      <a:cubicBezTo>
                        <a:pt x="57664" y="71183"/>
                        <a:pt x="66135" y="66575"/>
                        <a:pt x="74543" y="61938"/>
                      </a:cubicBezTo>
                      <a:cubicBezTo>
                        <a:pt x="115879" y="39238"/>
                        <a:pt x="157491" y="15985"/>
                        <a:pt x="201621" y="0"/>
                      </a:cubicBezTo>
                      <a:lnTo>
                        <a:pt x="201836" y="647"/>
                      </a:lnTo>
                      <a:cubicBezTo>
                        <a:pt x="193554" y="57194"/>
                        <a:pt x="163711" y="108342"/>
                        <a:pt x="118558" y="143376"/>
                      </a:cubicBezTo>
                      <a:lnTo>
                        <a:pt x="118527" y="143437"/>
                      </a:lnTo>
                      <a:cubicBezTo>
                        <a:pt x="79211" y="149824"/>
                        <a:pt x="39702" y="154754"/>
                        <a:pt x="0" y="15822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9" name="Google Shape;1519;p22"/>
                <p:cNvSpPr/>
                <p:nvPr/>
              </p:nvSpPr>
              <p:spPr>
                <a:xfrm>
                  <a:off x="-169591" y="4770158"/>
                  <a:ext cx="235591" cy="15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1" h="88646" extrusionOk="0">
                      <a:moveTo>
                        <a:pt x="1323" y="88647"/>
                      </a:moveTo>
                      <a:cubicBezTo>
                        <a:pt x="903" y="88271"/>
                        <a:pt x="462" y="87921"/>
                        <a:pt x="0" y="87599"/>
                      </a:cubicBezTo>
                      <a:cubicBezTo>
                        <a:pt x="12710" y="80336"/>
                        <a:pt x="22252" y="68591"/>
                        <a:pt x="26757" y="54663"/>
                      </a:cubicBezTo>
                      <a:lnTo>
                        <a:pt x="26419" y="53954"/>
                      </a:lnTo>
                      <a:cubicBezTo>
                        <a:pt x="63837" y="38146"/>
                        <a:pt x="100397" y="19443"/>
                        <a:pt x="136250" y="0"/>
                      </a:cubicBezTo>
                      <a:lnTo>
                        <a:pt x="137171" y="1694"/>
                      </a:lnTo>
                      <a:cubicBezTo>
                        <a:pt x="134065" y="34975"/>
                        <a:pt x="115537" y="64874"/>
                        <a:pt x="87118" y="82468"/>
                      </a:cubicBezTo>
                      <a:cubicBezTo>
                        <a:pt x="84593" y="82742"/>
                        <a:pt x="82007" y="82985"/>
                        <a:pt x="79452" y="83167"/>
                      </a:cubicBezTo>
                      <a:cubicBezTo>
                        <a:pt x="56918" y="85111"/>
                        <a:pt x="34414" y="86531"/>
                        <a:pt x="11912" y="87951"/>
                      </a:cubicBezTo>
                      <a:cubicBezTo>
                        <a:pt x="8403" y="88193"/>
                        <a:pt x="4832" y="88404"/>
                        <a:pt x="1323" y="8864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0" name="Google Shape;1520;p22"/>
                <p:cNvSpPr/>
                <p:nvPr/>
              </p:nvSpPr>
              <p:spPr>
                <a:xfrm>
                  <a:off x="-362666" y="4862819"/>
                  <a:ext cx="239040" cy="7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79" h="41977" extrusionOk="0">
                      <a:moveTo>
                        <a:pt x="113745" y="34693"/>
                      </a:moveTo>
                      <a:cubicBezTo>
                        <a:pt x="75880" y="37111"/>
                        <a:pt x="38036" y="39539"/>
                        <a:pt x="213" y="41977"/>
                      </a:cubicBezTo>
                      <a:lnTo>
                        <a:pt x="0" y="40408"/>
                      </a:lnTo>
                      <a:cubicBezTo>
                        <a:pt x="47852" y="33084"/>
                        <a:pt x="94533" y="19498"/>
                        <a:pt x="138842" y="0"/>
                      </a:cubicBezTo>
                      <a:lnTo>
                        <a:pt x="139179" y="709"/>
                      </a:lnTo>
                      <a:cubicBezTo>
                        <a:pt x="134674" y="14637"/>
                        <a:pt x="125132" y="26382"/>
                        <a:pt x="112422" y="33644"/>
                      </a:cubicBezTo>
                      <a:cubicBezTo>
                        <a:pt x="112884" y="33967"/>
                        <a:pt x="113326" y="34317"/>
                        <a:pt x="113745" y="3469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1" name="Google Shape;1521;p22"/>
                <p:cNvSpPr/>
                <p:nvPr/>
              </p:nvSpPr>
              <p:spPr>
                <a:xfrm>
                  <a:off x="-373874" y="4922400"/>
                  <a:ext cx="240756" cy="59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178" h="34467" extrusionOk="0">
                      <a:moveTo>
                        <a:pt x="6740" y="7285"/>
                      </a:moveTo>
                      <a:cubicBezTo>
                        <a:pt x="44605" y="4867"/>
                        <a:pt x="82449" y="2438"/>
                        <a:pt x="120272" y="0"/>
                      </a:cubicBezTo>
                      <a:cubicBezTo>
                        <a:pt x="131054" y="8535"/>
                        <a:pt x="138173" y="20863"/>
                        <a:pt x="140178" y="34468"/>
                      </a:cubicBezTo>
                      <a:cubicBezTo>
                        <a:pt x="119710" y="32597"/>
                        <a:pt x="99273" y="30203"/>
                        <a:pt x="78869" y="27439"/>
                      </a:cubicBezTo>
                      <a:cubicBezTo>
                        <a:pt x="51941" y="24747"/>
                        <a:pt x="25496" y="18452"/>
                        <a:pt x="244" y="8724"/>
                      </a:cubicBezTo>
                      <a:lnTo>
                        <a:pt x="0" y="6599"/>
                      </a:lnTo>
                      <a:cubicBezTo>
                        <a:pt x="2124" y="6356"/>
                        <a:pt x="4341" y="6081"/>
                        <a:pt x="6527" y="57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2" name="Google Shape;1522;p22"/>
                <p:cNvSpPr/>
                <p:nvPr/>
              </p:nvSpPr>
              <p:spPr>
                <a:xfrm>
                  <a:off x="-167320" y="4911789"/>
                  <a:ext cx="199333" cy="7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60" h="46361" extrusionOk="0">
                      <a:moveTo>
                        <a:pt x="19906" y="40646"/>
                      </a:moveTo>
                      <a:cubicBezTo>
                        <a:pt x="17901" y="27041"/>
                        <a:pt x="10782" y="14714"/>
                        <a:pt x="0" y="6178"/>
                      </a:cubicBezTo>
                      <a:cubicBezTo>
                        <a:pt x="3509" y="5936"/>
                        <a:pt x="7080" y="5724"/>
                        <a:pt x="10590" y="5482"/>
                      </a:cubicBezTo>
                      <a:cubicBezTo>
                        <a:pt x="33092" y="4063"/>
                        <a:pt x="55595" y="2642"/>
                        <a:pt x="78130" y="698"/>
                      </a:cubicBezTo>
                      <a:cubicBezTo>
                        <a:pt x="80685" y="517"/>
                        <a:pt x="83271" y="274"/>
                        <a:pt x="85795" y="0"/>
                      </a:cubicBezTo>
                      <a:cubicBezTo>
                        <a:pt x="101543" y="10917"/>
                        <a:pt x="112403" y="27553"/>
                        <a:pt x="116061" y="46361"/>
                      </a:cubicBezTo>
                      <a:cubicBezTo>
                        <a:pt x="83956" y="45585"/>
                        <a:pt x="51905" y="43679"/>
                        <a:pt x="19906" y="4064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3" name="Google Shape;1523;p22"/>
                <p:cNvSpPr/>
                <p:nvPr/>
              </p:nvSpPr>
              <p:spPr>
                <a:xfrm>
                  <a:off x="-19974" y="4886388"/>
                  <a:ext cx="312465" cy="105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930" h="61716" extrusionOk="0">
                      <a:moveTo>
                        <a:pt x="181930" y="57513"/>
                      </a:moveTo>
                      <a:cubicBezTo>
                        <a:pt x="131472" y="61342"/>
                        <a:pt x="80849" y="62557"/>
                        <a:pt x="30265" y="61152"/>
                      </a:cubicBezTo>
                      <a:cubicBezTo>
                        <a:pt x="26607" y="42343"/>
                        <a:pt x="15747" y="25707"/>
                        <a:pt x="0" y="14790"/>
                      </a:cubicBezTo>
                      <a:cubicBezTo>
                        <a:pt x="39651" y="11266"/>
                        <a:pt x="79160" y="6336"/>
                        <a:pt x="118526" y="0"/>
                      </a:cubicBezTo>
                      <a:cubicBezTo>
                        <a:pt x="146833" y="8484"/>
                        <a:pt x="169976" y="28988"/>
                        <a:pt x="181809" y="5606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4" name="Google Shape;1524;p22"/>
                <p:cNvSpPr/>
                <p:nvPr/>
              </p:nvSpPr>
              <p:spPr>
                <a:xfrm>
                  <a:off x="183582" y="4823926"/>
                  <a:ext cx="442249" cy="161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496" h="93883" extrusionOk="0">
                      <a:moveTo>
                        <a:pt x="244807" y="61652"/>
                      </a:moveTo>
                      <a:cubicBezTo>
                        <a:pt x="212960" y="73949"/>
                        <a:pt x="179602" y="81903"/>
                        <a:pt x="145632" y="85299"/>
                      </a:cubicBezTo>
                      <a:cubicBezTo>
                        <a:pt x="118325" y="88930"/>
                        <a:pt x="90915" y="91791"/>
                        <a:pt x="63404" y="93883"/>
                      </a:cubicBezTo>
                      <a:lnTo>
                        <a:pt x="63283" y="92437"/>
                      </a:lnTo>
                      <a:cubicBezTo>
                        <a:pt x="51450" y="65358"/>
                        <a:pt x="28307" y="44854"/>
                        <a:pt x="0" y="36370"/>
                      </a:cubicBezTo>
                      <a:lnTo>
                        <a:pt x="31" y="36309"/>
                      </a:lnTo>
                      <a:cubicBezTo>
                        <a:pt x="56950" y="27161"/>
                        <a:pt x="113351" y="15042"/>
                        <a:pt x="169003" y="0"/>
                      </a:cubicBezTo>
                      <a:cubicBezTo>
                        <a:pt x="168448" y="646"/>
                        <a:pt x="167863" y="1353"/>
                        <a:pt x="167308" y="1999"/>
                      </a:cubicBezTo>
                      <a:cubicBezTo>
                        <a:pt x="202013" y="8170"/>
                        <a:pt x="233459" y="26309"/>
                        <a:pt x="256176" y="53262"/>
                      </a:cubicBezTo>
                      <a:lnTo>
                        <a:pt x="257496" y="55696"/>
                      </a:lnTo>
                      <a:cubicBezTo>
                        <a:pt x="253338" y="57846"/>
                        <a:pt x="249119" y="59811"/>
                        <a:pt x="244807" y="6165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5" name="Google Shape;1525;p22"/>
                <p:cNvSpPr/>
                <p:nvPr/>
              </p:nvSpPr>
              <p:spPr>
                <a:xfrm>
                  <a:off x="470917" y="4733960"/>
                  <a:ext cx="282220" cy="185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20" h="108081" extrusionOk="0">
                      <a:moveTo>
                        <a:pt x="163635" y="2002"/>
                      </a:moveTo>
                      <a:cubicBezTo>
                        <a:pt x="165901" y="18332"/>
                        <a:pt x="162514" y="34945"/>
                        <a:pt x="154038" y="49086"/>
                      </a:cubicBezTo>
                      <a:cubicBezTo>
                        <a:pt x="139139" y="74698"/>
                        <a:pt x="116896" y="95249"/>
                        <a:pt x="90189" y="108081"/>
                      </a:cubicBezTo>
                      <a:lnTo>
                        <a:pt x="88869" y="105647"/>
                      </a:lnTo>
                      <a:cubicBezTo>
                        <a:pt x="66151" y="78694"/>
                        <a:pt x="34706" y="60555"/>
                        <a:pt x="0" y="54384"/>
                      </a:cubicBezTo>
                      <a:cubicBezTo>
                        <a:pt x="555" y="53738"/>
                        <a:pt x="1141" y="53031"/>
                        <a:pt x="1696" y="52385"/>
                      </a:cubicBezTo>
                      <a:cubicBezTo>
                        <a:pt x="56343" y="37676"/>
                        <a:pt x="110208" y="20202"/>
                        <a:pt x="163084" y="30"/>
                      </a:cubicBezTo>
                      <a:lnTo>
                        <a:pt x="163176" y="0"/>
                      </a:lnTo>
                      <a:cubicBezTo>
                        <a:pt x="163376" y="656"/>
                        <a:pt x="163529" y="1324"/>
                        <a:pt x="163635" y="200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26" name="Google Shape;1526;p22"/>
              <p:cNvSpPr/>
              <p:nvPr/>
            </p:nvSpPr>
            <p:spPr>
              <a:xfrm>
                <a:off x="-396587" y="4771415"/>
                <a:ext cx="1142555" cy="402659"/>
              </a:xfrm>
              <a:custGeom>
                <a:avLst/>
                <a:gdLst/>
                <a:ahLst/>
                <a:cxnLst/>
                <a:rect l="l" t="t" r="r" b="b"/>
                <a:pathLst>
                  <a:path w="665243" h="234445" extrusionOk="0">
                    <a:moveTo>
                      <a:pt x="664664" y="83685"/>
                    </a:moveTo>
                    <a:cubicBezTo>
                      <a:pt x="659198" y="42807"/>
                      <a:pt x="614423" y="19205"/>
                      <a:pt x="578928" y="8752"/>
                    </a:cubicBezTo>
                    <a:cubicBezTo>
                      <a:pt x="485501" y="-18760"/>
                      <a:pt x="391463" y="23497"/>
                      <a:pt x="310716" y="67494"/>
                    </a:cubicBezTo>
                    <a:cubicBezTo>
                      <a:pt x="262172" y="93944"/>
                      <a:pt x="214056" y="121236"/>
                      <a:pt x="163646" y="144057"/>
                    </a:cubicBezTo>
                    <a:cubicBezTo>
                      <a:pt x="112011" y="167586"/>
                      <a:pt x="57559" y="184362"/>
                      <a:pt x="1635" y="193970"/>
                    </a:cubicBezTo>
                    <a:cubicBezTo>
                      <a:pt x="-400" y="194317"/>
                      <a:pt x="-417" y="197022"/>
                      <a:pt x="932" y="198083"/>
                    </a:cubicBezTo>
                    <a:cubicBezTo>
                      <a:pt x="954" y="199771"/>
                      <a:pt x="1985" y="201282"/>
                      <a:pt x="3550" y="201916"/>
                    </a:cubicBezTo>
                    <a:cubicBezTo>
                      <a:pt x="27137" y="211000"/>
                      <a:pt x="51783" y="217047"/>
                      <a:pt x="76896" y="219912"/>
                    </a:cubicBezTo>
                    <a:cubicBezTo>
                      <a:pt x="99016" y="223054"/>
                      <a:pt x="121214" y="225576"/>
                      <a:pt x="143462" y="227690"/>
                    </a:cubicBezTo>
                    <a:cubicBezTo>
                      <a:pt x="144044" y="228582"/>
                      <a:pt x="145238" y="228834"/>
                      <a:pt x="146131" y="228253"/>
                    </a:cubicBezTo>
                    <a:cubicBezTo>
                      <a:pt x="146246" y="228177"/>
                      <a:pt x="146353" y="228090"/>
                      <a:pt x="146450" y="227992"/>
                    </a:cubicBezTo>
                    <a:cubicBezTo>
                      <a:pt x="149123" y="228240"/>
                      <a:pt x="151787" y="228567"/>
                      <a:pt x="154462" y="228801"/>
                    </a:cubicBezTo>
                    <a:cubicBezTo>
                      <a:pt x="207122" y="233418"/>
                      <a:pt x="259992" y="235205"/>
                      <a:pt x="312843" y="234153"/>
                    </a:cubicBezTo>
                    <a:cubicBezTo>
                      <a:pt x="365697" y="233029"/>
                      <a:pt x="418447" y="228967"/>
                      <a:pt x="470849" y="221983"/>
                    </a:cubicBezTo>
                    <a:cubicBezTo>
                      <a:pt x="516740" y="215927"/>
                      <a:pt x="564203" y="207866"/>
                      <a:pt x="603863" y="182462"/>
                    </a:cubicBezTo>
                    <a:cubicBezTo>
                      <a:pt x="635719" y="162056"/>
                      <a:pt x="670147" y="124689"/>
                      <a:pt x="664664" y="83685"/>
                    </a:cubicBezTo>
                    <a:close/>
                    <a:moveTo>
                      <a:pt x="638866" y="52287"/>
                    </a:moveTo>
                    <a:cubicBezTo>
                      <a:pt x="646398" y="59834"/>
                      <a:pt x="651677" y="69331"/>
                      <a:pt x="654109" y="79712"/>
                    </a:cubicBezTo>
                    <a:cubicBezTo>
                      <a:pt x="615135" y="91732"/>
                      <a:pt x="576996" y="106256"/>
                      <a:pt x="537740" y="117531"/>
                    </a:cubicBezTo>
                    <a:cubicBezTo>
                      <a:pt x="527853" y="120371"/>
                      <a:pt x="517945" y="123134"/>
                      <a:pt x="508015" y="125821"/>
                    </a:cubicBezTo>
                    <a:cubicBezTo>
                      <a:pt x="521372" y="110291"/>
                      <a:pt x="533660" y="93873"/>
                      <a:pt x="544794" y="76680"/>
                    </a:cubicBezTo>
                    <a:cubicBezTo>
                      <a:pt x="557192" y="58269"/>
                      <a:pt x="565348" y="37335"/>
                      <a:pt x="568673" y="15389"/>
                    </a:cubicBezTo>
                    <a:cubicBezTo>
                      <a:pt x="595117" y="20726"/>
                      <a:pt x="619477" y="33531"/>
                      <a:pt x="638866" y="52287"/>
                    </a:cubicBezTo>
                    <a:close/>
                    <a:moveTo>
                      <a:pt x="517290" y="9549"/>
                    </a:moveTo>
                    <a:cubicBezTo>
                      <a:pt x="533106" y="9570"/>
                      <a:pt x="548879" y="11203"/>
                      <a:pt x="564363" y="14423"/>
                    </a:cubicBezTo>
                    <a:cubicBezTo>
                      <a:pt x="558988" y="35756"/>
                      <a:pt x="550318" y="56120"/>
                      <a:pt x="538665" y="74780"/>
                    </a:cubicBezTo>
                    <a:cubicBezTo>
                      <a:pt x="525614" y="93739"/>
                      <a:pt x="511362" y="111843"/>
                      <a:pt x="495997" y="128981"/>
                    </a:cubicBezTo>
                    <a:cubicBezTo>
                      <a:pt x="468861" y="136148"/>
                      <a:pt x="441586" y="142783"/>
                      <a:pt x="414142" y="148668"/>
                    </a:cubicBezTo>
                    <a:cubicBezTo>
                      <a:pt x="389699" y="153816"/>
                      <a:pt x="365159" y="158426"/>
                      <a:pt x="340522" y="162496"/>
                    </a:cubicBezTo>
                    <a:cubicBezTo>
                      <a:pt x="359296" y="146154"/>
                      <a:pt x="375187" y="126770"/>
                      <a:pt x="387529" y="105155"/>
                    </a:cubicBezTo>
                    <a:cubicBezTo>
                      <a:pt x="401628" y="82112"/>
                      <a:pt x="410412" y="56215"/>
                      <a:pt x="413244" y="29350"/>
                    </a:cubicBezTo>
                    <a:cubicBezTo>
                      <a:pt x="446483" y="16653"/>
                      <a:pt x="481711" y="9949"/>
                      <a:pt x="517290" y="9549"/>
                    </a:cubicBezTo>
                    <a:close/>
                    <a:moveTo>
                      <a:pt x="409429" y="30797"/>
                    </a:moveTo>
                    <a:cubicBezTo>
                      <a:pt x="403580" y="56206"/>
                      <a:pt x="394359" y="80719"/>
                      <a:pt x="382012" y="103684"/>
                    </a:cubicBezTo>
                    <a:cubicBezTo>
                      <a:pt x="368220" y="126937"/>
                      <a:pt x="350321" y="147494"/>
                      <a:pt x="329187" y="164355"/>
                    </a:cubicBezTo>
                    <a:cubicBezTo>
                      <a:pt x="293470" y="170082"/>
                      <a:pt x="257604" y="174731"/>
                      <a:pt x="221589" y="178300"/>
                    </a:cubicBezTo>
                    <a:cubicBezTo>
                      <a:pt x="244843" y="160567"/>
                      <a:pt x="259495" y="133812"/>
                      <a:pt x="261912" y="104667"/>
                    </a:cubicBezTo>
                    <a:cubicBezTo>
                      <a:pt x="309562" y="78965"/>
                      <a:pt x="358092" y="49966"/>
                      <a:pt x="409429" y="30797"/>
                    </a:cubicBezTo>
                    <a:close/>
                    <a:moveTo>
                      <a:pt x="257946" y="106807"/>
                    </a:moveTo>
                    <a:cubicBezTo>
                      <a:pt x="255380" y="120817"/>
                      <a:pt x="250473" y="134295"/>
                      <a:pt x="243433" y="146677"/>
                    </a:cubicBezTo>
                    <a:cubicBezTo>
                      <a:pt x="235380" y="159716"/>
                      <a:pt x="224550" y="170818"/>
                      <a:pt x="211716" y="179193"/>
                    </a:cubicBezTo>
                    <a:cubicBezTo>
                      <a:pt x="194365" y="180800"/>
                      <a:pt x="176994" y="182221"/>
                      <a:pt x="159596" y="183318"/>
                    </a:cubicBezTo>
                    <a:cubicBezTo>
                      <a:pt x="150027" y="183957"/>
                      <a:pt x="140458" y="184589"/>
                      <a:pt x="130889" y="185215"/>
                    </a:cubicBezTo>
                    <a:cubicBezTo>
                      <a:pt x="134643" y="182199"/>
                      <a:pt x="138142" y="178879"/>
                      <a:pt x="141350" y="175289"/>
                    </a:cubicBezTo>
                    <a:cubicBezTo>
                      <a:pt x="145090" y="170544"/>
                      <a:pt x="148054" y="165236"/>
                      <a:pt x="150134" y="159564"/>
                    </a:cubicBezTo>
                    <a:cubicBezTo>
                      <a:pt x="187276" y="143976"/>
                      <a:pt x="223267" y="125415"/>
                      <a:pt x="257946" y="106806"/>
                    </a:cubicBezTo>
                    <a:close/>
                    <a:moveTo>
                      <a:pt x="56293" y="190275"/>
                    </a:moveTo>
                    <a:cubicBezTo>
                      <a:pt x="86874" y="183210"/>
                      <a:pt x="116794" y="173537"/>
                      <a:pt x="145725" y="161363"/>
                    </a:cubicBezTo>
                    <a:cubicBezTo>
                      <a:pt x="143740" y="165516"/>
                      <a:pt x="141292" y="169431"/>
                      <a:pt x="138427" y="173033"/>
                    </a:cubicBezTo>
                    <a:cubicBezTo>
                      <a:pt x="134394" y="178348"/>
                      <a:pt x="129213" y="182684"/>
                      <a:pt x="123271" y="185719"/>
                    </a:cubicBezTo>
                    <a:cubicBezTo>
                      <a:pt x="100941" y="187186"/>
                      <a:pt x="78615" y="188705"/>
                      <a:pt x="56293" y="190275"/>
                    </a:cubicBezTo>
                    <a:close/>
                    <a:moveTo>
                      <a:pt x="2257" y="198564"/>
                    </a:moveTo>
                    <a:lnTo>
                      <a:pt x="2257" y="198564"/>
                    </a:lnTo>
                    <a:close/>
                    <a:moveTo>
                      <a:pt x="20532" y="199347"/>
                    </a:moveTo>
                    <a:cubicBezTo>
                      <a:pt x="55633" y="197519"/>
                      <a:pt x="90796" y="195715"/>
                      <a:pt x="125935" y="193501"/>
                    </a:cubicBezTo>
                    <a:cubicBezTo>
                      <a:pt x="133437" y="200493"/>
                      <a:pt x="138818" y="209457"/>
                      <a:pt x="141462" y="219365"/>
                    </a:cubicBezTo>
                    <a:cubicBezTo>
                      <a:pt x="123256" y="217662"/>
                      <a:pt x="105070" y="215744"/>
                      <a:pt x="86928" y="213356"/>
                    </a:cubicBezTo>
                    <a:cubicBezTo>
                      <a:pt x="64358" y="211077"/>
                      <a:pt x="42098" y="206381"/>
                      <a:pt x="20532" y="199346"/>
                    </a:cubicBezTo>
                    <a:close/>
                    <a:moveTo>
                      <a:pt x="145794" y="219749"/>
                    </a:moveTo>
                    <a:cubicBezTo>
                      <a:pt x="143703" y="209776"/>
                      <a:pt x="138920" y="200566"/>
                      <a:pt x="131964" y="193120"/>
                    </a:cubicBezTo>
                    <a:cubicBezTo>
                      <a:pt x="158439" y="191412"/>
                      <a:pt x="184895" y="189452"/>
                      <a:pt x="211291" y="186994"/>
                    </a:cubicBezTo>
                    <a:cubicBezTo>
                      <a:pt x="223955" y="196527"/>
                      <a:pt x="233181" y="209913"/>
                      <a:pt x="237583" y="225140"/>
                    </a:cubicBezTo>
                    <a:cubicBezTo>
                      <a:pt x="214875" y="224517"/>
                      <a:pt x="192176" y="223508"/>
                      <a:pt x="169512" y="221847"/>
                    </a:cubicBezTo>
                    <a:cubicBezTo>
                      <a:pt x="161596" y="221260"/>
                      <a:pt x="153698" y="220465"/>
                      <a:pt x="145794" y="219749"/>
                    </a:cubicBezTo>
                    <a:close/>
                    <a:moveTo>
                      <a:pt x="241572" y="225264"/>
                    </a:moveTo>
                    <a:cubicBezTo>
                      <a:pt x="237979" y="210200"/>
                      <a:pt x="229857" y="196599"/>
                      <a:pt x="218299" y="186290"/>
                    </a:cubicBezTo>
                    <a:cubicBezTo>
                      <a:pt x="237284" y="184459"/>
                      <a:pt x="256242" y="182420"/>
                      <a:pt x="275146" y="179988"/>
                    </a:cubicBezTo>
                    <a:cubicBezTo>
                      <a:pt x="293595" y="177652"/>
                      <a:pt x="311987" y="174935"/>
                      <a:pt x="330334" y="171961"/>
                    </a:cubicBezTo>
                    <a:cubicBezTo>
                      <a:pt x="355739" y="180079"/>
                      <a:pt x="376845" y="198015"/>
                      <a:pt x="388956" y="221778"/>
                    </a:cubicBezTo>
                    <a:cubicBezTo>
                      <a:pt x="371150" y="223059"/>
                      <a:pt x="353328" y="224128"/>
                      <a:pt x="335481" y="224738"/>
                    </a:cubicBezTo>
                    <a:cubicBezTo>
                      <a:pt x="304186" y="225938"/>
                      <a:pt x="272869" y="226038"/>
                      <a:pt x="241572" y="225264"/>
                    </a:cubicBezTo>
                    <a:close/>
                    <a:moveTo>
                      <a:pt x="392494" y="221514"/>
                    </a:moveTo>
                    <a:cubicBezTo>
                      <a:pt x="382176" y="198793"/>
                      <a:pt x="363998" y="180563"/>
                      <a:pt x="341307" y="170178"/>
                    </a:cubicBezTo>
                    <a:cubicBezTo>
                      <a:pt x="392714" y="161479"/>
                      <a:pt x="443615" y="150301"/>
                      <a:pt x="494009" y="136641"/>
                    </a:cubicBezTo>
                    <a:cubicBezTo>
                      <a:pt x="494375" y="136975"/>
                      <a:pt x="494808" y="137227"/>
                      <a:pt x="495280" y="137381"/>
                    </a:cubicBezTo>
                    <a:cubicBezTo>
                      <a:pt x="528443" y="143862"/>
                      <a:pt x="558706" y="160668"/>
                      <a:pt x="581738" y="185394"/>
                    </a:cubicBezTo>
                    <a:cubicBezTo>
                      <a:pt x="551835" y="198831"/>
                      <a:pt x="520042" y="207589"/>
                      <a:pt x="487476" y="211359"/>
                    </a:cubicBezTo>
                    <a:cubicBezTo>
                      <a:pt x="455937" y="215848"/>
                      <a:pt x="424252" y="219149"/>
                      <a:pt x="392494" y="221514"/>
                    </a:cubicBezTo>
                    <a:close/>
                    <a:moveTo>
                      <a:pt x="614763" y="164526"/>
                    </a:moveTo>
                    <a:cubicBezTo>
                      <a:pt x="606002" y="171695"/>
                      <a:pt x="596520" y="177935"/>
                      <a:pt x="586470" y="183145"/>
                    </a:cubicBezTo>
                    <a:cubicBezTo>
                      <a:pt x="566228" y="158242"/>
                      <a:pt x="538428" y="140607"/>
                      <a:pt x="507273" y="132908"/>
                    </a:cubicBezTo>
                    <a:cubicBezTo>
                      <a:pt x="513336" y="131206"/>
                      <a:pt x="519408" y="129544"/>
                      <a:pt x="525452" y="127771"/>
                    </a:cubicBezTo>
                    <a:cubicBezTo>
                      <a:pt x="569539" y="115909"/>
                      <a:pt x="612749" y="101002"/>
                      <a:pt x="654771" y="83157"/>
                    </a:cubicBezTo>
                    <a:cubicBezTo>
                      <a:pt x="659503" y="112925"/>
                      <a:pt x="639030" y="144519"/>
                      <a:pt x="614763" y="1645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"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8" name="Google Shape;1528;p23"/>
          <p:cNvGrpSpPr/>
          <p:nvPr/>
        </p:nvGrpSpPr>
        <p:grpSpPr>
          <a:xfrm>
            <a:off x="-396191" y="-1211244"/>
            <a:ext cx="9609944" cy="6765008"/>
            <a:chOff x="-396191" y="-1211244"/>
            <a:chExt cx="9609944" cy="6765008"/>
          </a:xfrm>
        </p:grpSpPr>
        <p:sp>
          <p:nvSpPr>
            <p:cNvPr id="1529" name="Google Shape;1529;p23"/>
            <p:cNvSpPr/>
            <p:nvPr/>
          </p:nvSpPr>
          <p:spPr>
            <a:xfrm rot="10800000">
              <a:off x="-396191" y="-1211244"/>
              <a:ext cx="3047683" cy="2313454"/>
            </a:xfrm>
            <a:custGeom>
              <a:avLst/>
              <a:gdLst/>
              <a:ahLst/>
              <a:cxnLst/>
              <a:rect l="l" t="t" r="r" b="b"/>
              <a:pathLst>
                <a:path w="3047683" h="2313454" extrusionOk="0">
                  <a:moveTo>
                    <a:pt x="2643224" y="18843"/>
                  </a:moveTo>
                  <a:cubicBezTo>
                    <a:pt x="2552762" y="42901"/>
                    <a:pt x="2468544" y="86138"/>
                    <a:pt x="2396299" y="145614"/>
                  </a:cubicBezTo>
                  <a:cubicBezTo>
                    <a:pt x="2309891" y="215639"/>
                    <a:pt x="2243347" y="302693"/>
                    <a:pt x="2184049" y="396040"/>
                  </a:cubicBezTo>
                  <a:cubicBezTo>
                    <a:pt x="2127546" y="484987"/>
                    <a:pt x="2074763" y="576262"/>
                    <a:pt x="2003589" y="654675"/>
                  </a:cubicBezTo>
                  <a:cubicBezTo>
                    <a:pt x="1962247" y="700221"/>
                    <a:pt x="1913465" y="744078"/>
                    <a:pt x="1850065" y="752175"/>
                  </a:cubicBezTo>
                  <a:cubicBezTo>
                    <a:pt x="1783252" y="760710"/>
                    <a:pt x="1713314" y="737810"/>
                    <a:pt x="1649126" y="722531"/>
                  </a:cubicBezTo>
                  <a:cubicBezTo>
                    <a:pt x="1562516" y="701915"/>
                    <a:pt x="1470528" y="688707"/>
                    <a:pt x="1381689" y="701839"/>
                  </a:cubicBezTo>
                  <a:cubicBezTo>
                    <a:pt x="1317499" y="710990"/>
                    <a:pt x="1257043" y="737529"/>
                    <a:pt x="1206880" y="778575"/>
                  </a:cubicBezTo>
                  <a:cubicBezTo>
                    <a:pt x="1155326" y="821002"/>
                    <a:pt x="1114976" y="875297"/>
                    <a:pt x="1078281" y="930571"/>
                  </a:cubicBezTo>
                  <a:cubicBezTo>
                    <a:pt x="1033397" y="998183"/>
                    <a:pt x="992308" y="1068361"/>
                    <a:pt x="949757" y="1137441"/>
                  </a:cubicBezTo>
                  <a:cubicBezTo>
                    <a:pt x="906751" y="1209357"/>
                    <a:pt x="841212" y="1265102"/>
                    <a:pt x="763290" y="1296043"/>
                  </a:cubicBezTo>
                  <a:cubicBezTo>
                    <a:pt x="690062" y="1324778"/>
                    <a:pt x="611144" y="1333692"/>
                    <a:pt x="534801" y="1350646"/>
                  </a:cubicBezTo>
                  <a:cubicBezTo>
                    <a:pt x="448602" y="1369789"/>
                    <a:pt x="362086" y="1401228"/>
                    <a:pt x="295524" y="1461290"/>
                  </a:cubicBezTo>
                  <a:cubicBezTo>
                    <a:pt x="168004" y="1576355"/>
                    <a:pt x="96013" y="1749801"/>
                    <a:pt x="51839" y="1912049"/>
                  </a:cubicBezTo>
                  <a:cubicBezTo>
                    <a:pt x="16758" y="2040897"/>
                    <a:pt x="-4345" y="2178402"/>
                    <a:pt x="794" y="2313471"/>
                  </a:cubicBezTo>
                  <a:lnTo>
                    <a:pt x="3047711" y="2313471"/>
                  </a:lnTo>
                  <a:lnTo>
                    <a:pt x="3047711" y="44890"/>
                  </a:lnTo>
                  <a:cubicBezTo>
                    <a:pt x="2917836" y="-68"/>
                    <a:pt x="2778005" y="-15777"/>
                    <a:pt x="2643224" y="1884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23"/>
            <p:cNvSpPr/>
            <p:nvPr/>
          </p:nvSpPr>
          <p:spPr>
            <a:xfrm rot="10800000">
              <a:off x="7415512" y="4017374"/>
              <a:ext cx="1798241" cy="1536390"/>
            </a:xfrm>
            <a:custGeom>
              <a:avLst/>
              <a:gdLst/>
              <a:ahLst/>
              <a:cxnLst/>
              <a:rect l="l" t="t" r="r" b="b"/>
              <a:pathLst>
                <a:path w="1798241" h="1536390" extrusionOk="0">
                  <a:moveTo>
                    <a:pt x="1608" y="1474223"/>
                  </a:moveTo>
                  <a:cubicBezTo>
                    <a:pt x="54416" y="1511072"/>
                    <a:pt x="116499" y="1532405"/>
                    <a:pt x="180822" y="1535805"/>
                  </a:cubicBezTo>
                  <a:cubicBezTo>
                    <a:pt x="229694" y="1538652"/>
                    <a:pt x="278627" y="1531364"/>
                    <a:pt x="324543" y="1514400"/>
                  </a:cubicBezTo>
                  <a:cubicBezTo>
                    <a:pt x="394477" y="1486854"/>
                    <a:pt x="438033" y="1427945"/>
                    <a:pt x="468525" y="1361746"/>
                  </a:cubicBezTo>
                  <a:cubicBezTo>
                    <a:pt x="499757" y="1293938"/>
                    <a:pt x="520588" y="1221496"/>
                    <a:pt x="558298" y="1156684"/>
                  </a:cubicBezTo>
                  <a:cubicBezTo>
                    <a:pt x="577205" y="1123341"/>
                    <a:pt x="601393" y="1093278"/>
                    <a:pt x="629922" y="1067663"/>
                  </a:cubicBezTo>
                  <a:cubicBezTo>
                    <a:pt x="675520" y="1028895"/>
                    <a:pt x="731454" y="1004269"/>
                    <a:pt x="790861" y="996806"/>
                  </a:cubicBezTo>
                  <a:cubicBezTo>
                    <a:pt x="853772" y="987956"/>
                    <a:pt x="917234" y="994498"/>
                    <a:pt x="980224" y="998780"/>
                  </a:cubicBezTo>
                  <a:cubicBezTo>
                    <a:pt x="1043608" y="1003088"/>
                    <a:pt x="1105471" y="1002525"/>
                    <a:pt x="1167474" y="987172"/>
                  </a:cubicBezTo>
                  <a:cubicBezTo>
                    <a:pt x="1284483" y="958197"/>
                    <a:pt x="1389169" y="891037"/>
                    <a:pt x="1474645" y="807336"/>
                  </a:cubicBezTo>
                  <a:cubicBezTo>
                    <a:pt x="1558829" y="725388"/>
                    <a:pt x="1625789" y="627472"/>
                    <a:pt x="1671598" y="519330"/>
                  </a:cubicBezTo>
                  <a:cubicBezTo>
                    <a:pt x="1711616" y="420433"/>
                    <a:pt x="1742463" y="318075"/>
                    <a:pt x="1763751" y="213544"/>
                  </a:cubicBezTo>
                  <a:cubicBezTo>
                    <a:pt x="1778949" y="143013"/>
                    <a:pt x="1790471" y="71741"/>
                    <a:pt x="1798269" y="16"/>
                  </a:cubicBezTo>
                  <a:lnTo>
                    <a:pt x="27" y="16"/>
                  </a:lnTo>
                  <a:lnTo>
                    <a:pt x="27" y="1473057"/>
                  </a:lnTo>
                  <a:cubicBezTo>
                    <a:pt x="565" y="1473431"/>
                    <a:pt x="1069" y="1473852"/>
                    <a:pt x="1608" y="1474223"/>
                  </a:cubicBezTo>
                  <a:close/>
                </a:path>
              </a:pathLst>
            </a:custGeom>
            <a:solidFill>
              <a:srgbClr val="FFFFFF">
                <a:alpha val="597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1" name="Google Shape;1531;p23"/>
          <p:cNvGrpSpPr/>
          <p:nvPr/>
        </p:nvGrpSpPr>
        <p:grpSpPr>
          <a:xfrm>
            <a:off x="-514505" y="685048"/>
            <a:ext cx="10104960" cy="2212276"/>
            <a:chOff x="-514505" y="685048"/>
            <a:chExt cx="10104960" cy="2212276"/>
          </a:xfrm>
        </p:grpSpPr>
        <p:grpSp>
          <p:nvGrpSpPr>
            <p:cNvPr id="1532" name="Google Shape;1532;p23"/>
            <p:cNvGrpSpPr/>
            <p:nvPr/>
          </p:nvGrpSpPr>
          <p:grpSpPr>
            <a:xfrm>
              <a:off x="-514505" y="2453746"/>
              <a:ext cx="1145683" cy="443578"/>
              <a:chOff x="-269530" y="2387071"/>
              <a:chExt cx="1145683" cy="443578"/>
            </a:xfrm>
          </p:grpSpPr>
          <p:sp>
            <p:nvSpPr>
              <p:cNvPr id="1533" name="Google Shape;1533;p23"/>
              <p:cNvSpPr/>
              <p:nvPr/>
            </p:nvSpPr>
            <p:spPr>
              <a:xfrm>
                <a:off x="-260954" y="2393198"/>
                <a:ext cx="1130586" cy="431009"/>
              </a:xfrm>
              <a:custGeom>
                <a:avLst/>
                <a:gdLst/>
                <a:ahLst/>
                <a:cxnLst/>
                <a:rect l="l" t="t" r="r" b="b"/>
                <a:pathLst>
                  <a:path w="1130586" h="431009" extrusionOk="0">
                    <a:moveTo>
                      <a:pt x="1130776" y="423438"/>
                    </a:moveTo>
                    <a:lnTo>
                      <a:pt x="1129363" y="430585"/>
                    </a:lnTo>
                    <a:cubicBezTo>
                      <a:pt x="753002" y="425820"/>
                      <a:pt x="376611" y="425967"/>
                      <a:pt x="190" y="431026"/>
                    </a:cubicBezTo>
                    <a:lnTo>
                      <a:pt x="190" y="427849"/>
                    </a:lnTo>
                    <a:cubicBezTo>
                      <a:pt x="49839" y="363156"/>
                      <a:pt x="135596" y="337882"/>
                      <a:pt x="212429" y="365298"/>
                    </a:cubicBezTo>
                    <a:cubicBezTo>
                      <a:pt x="204659" y="335919"/>
                      <a:pt x="187002" y="309893"/>
                      <a:pt x="179057" y="280514"/>
                    </a:cubicBezTo>
                    <a:cubicBezTo>
                      <a:pt x="171199" y="251135"/>
                      <a:pt x="177026" y="213728"/>
                      <a:pt x="204218" y="200141"/>
                    </a:cubicBezTo>
                    <a:cubicBezTo>
                      <a:pt x="233264" y="185584"/>
                      <a:pt x="268049" y="206317"/>
                      <a:pt x="288619" y="231373"/>
                    </a:cubicBezTo>
                    <a:cubicBezTo>
                      <a:pt x="309101" y="256517"/>
                      <a:pt x="324198" y="287572"/>
                      <a:pt x="351920" y="304423"/>
                    </a:cubicBezTo>
                    <a:cubicBezTo>
                      <a:pt x="331349" y="251312"/>
                      <a:pt x="312015" y="195818"/>
                      <a:pt x="315723" y="139001"/>
                    </a:cubicBezTo>
                    <a:cubicBezTo>
                      <a:pt x="319343" y="82273"/>
                      <a:pt x="351567" y="23603"/>
                      <a:pt x="405598" y="5605"/>
                    </a:cubicBezTo>
                    <a:cubicBezTo>
                      <a:pt x="451241" y="-9481"/>
                      <a:pt x="502977" y="7458"/>
                      <a:pt x="539615" y="38601"/>
                    </a:cubicBezTo>
                    <a:cubicBezTo>
                      <a:pt x="576254" y="69745"/>
                      <a:pt x="600179" y="113063"/>
                      <a:pt x="620043" y="156823"/>
                    </a:cubicBezTo>
                    <a:cubicBezTo>
                      <a:pt x="648153" y="218727"/>
                      <a:pt x="669723" y="283393"/>
                      <a:pt x="684404" y="349771"/>
                    </a:cubicBezTo>
                    <a:cubicBezTo>
                      <a:pt x="698529" y="299747"/>
                      <a:pt x="724839" y="239578"/>
                      <a:pt x="776751" y="237725"/>
                    </a:cubicBezTo>
                    <a:cubicBezTo>
                      <a:pt x="820099" y="236225"/>
                      <a:pt x="854000" y="290660"/>
                      <a:pt x="833518" y="328773"/>
                    </a:cubicBezTo>
                    <a:cubicBezTo>
                      <a:pt x="909090" y="262480"/>
                      <a:pt x="1024131" y="269960"/>
                      <a:pt x="1090469" y="345479"/>
                    </a:cubicBezTo>
                    <a:cubicBezTo>
                      <a:pt x="1110068" y="367790"/>
                      <a:pt x="1123906" y="394555"/>
                      <a:pt x="1130776" y="4234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3"/>
              <p:cNvSpPr/>
              <p:nvPr/>
            </p:nvSpPr>
            <p:spPr>
              <a:xfrm>
                <a:off x="-269530" y="2387071"/>
                <a:ext cx="1145683" cy="443578"/>
              </a:xfrm>
              <a:custGeom>
                <a:avLst/>
                <a:gdLst/>
                <a:ahLst/>
                <a:cxnLst/>
                <a:rect l="l" t="t" r="r" b="b"/>
                <a:pathLst>
                  <a:path w="1145683" h="443578" extrusionOk="0">
                    <a:moveTo>
                      <a:pt x="1145642" y="427875"/>
                    </a:moveTo>
                    <a:cubicBezTo>
                      <a:pt x="1121548" y="326817"/>
                      <a:pt x="1020036" y="264411"/>
                      <a:pt x="918908" y="288488"/>
                    </a:cubicBezTo>
                    <a:cubicBezTo>
                      <a:pt x="895467" y="294069"/>
                      <a:pt x="873317" y="304095"/>
                      <a:pt x="853659" y="318023"/>
                    </a:cubicBezTo>
                    <a:cubicBezTo>
                      <a:pt x="858804" y="276909"/>
                      <a:pt x="823891" y="232928"/>
                      <a:pt x="779796" y="237809"/>
                    </a:cubicBezTo>
                    <a:cubicBezTo>
                      <a:pt x="732932" y="242998"/>
                      <a:pt x="708345" y="289308"/>
                      <a:pt x="693859" y="331404"/>
                    </a:cubicBezTo>
                    <a:cubicBezTo>
                      <a:pt x="680270" y="276510"/>
                      <a:pt x="662023" y="222874"/>
                      <a:pt x="639316" y="171077"/>
                    </a:cubicBezTo>
                    <a:cubicBezTo>
                      <a:pt x="617256" y="120793"/>
                      <a:pt x="590392" y="69194"/>
                      <a:pt x="546013" y="34960"/>
                    </a:cubicBezTo>
                    <a:cubicBezTo>
                      <a:pt x="506006" y="4099"/>
                      <a:pt x="450409" y="-11342"/>
                      <a:pt x="402391" y="9697"/>
                    </a:cubicBezTo>
                    <a:cubicBezTo>
                      <a:pt x="359747" y="28381"/>
                      <a:pt x="332419" y="71499"/>
                      <a:pt x="322360" y="115673"/>
                    </a:cubicBezTo>
                    <a:cubicBezTo>
                      <a:pt x="308850" y="175002"/>
                      <a:pt x="325950" y="235316"/>
                      <a:pt x="346682" y="291306"/>
                    </a:cubicBezTo>
                    <a:cubicBezTo>
                      <a:pt x="327073" y="271739"/>
                      <a:pt x="314359" y="245857"/>
                      <a:pt x="294927" y="225836"/>
                    </a:cubicBezTo>
                    <a:cubicBezTo>
                      <a:pt x="274510" y="204801"/>
                      <a:pt x="242124" y="186802"/>
                      <a:pt x="212667" y="199635"/>
                    </a:cubicBezTo>
                    <a:cubicBezTo>
                      <a:pt x="185923" y="211286"/>
                      <a:pt x="176512" y="242359"/>
                      <a:pt x="178691" y="269441"/>
                    </a:cubicBezTo>
                    <a:cubicBezTo>
                      <a:pt x="181374" y="302813"/>
                      <a:pt x="200767" y="331465"/>
                      <a:pt x="211883" y="362481"/>
                    </a:cubicBezTo>
                    <a:cubicBezTo>
                      <a:pt x="135193" y="340385"/>
                      <a:pt x="52814" y="367899"/>
                      <a:pt x="4832" y="431636"/>
                    </a:cubicBezTo>
                    <a:cubicBezTo>
                      <a:pt x="4408" y="432203"/>
                      <a:pt x="4130" y="432866"/>
                      <a:pt x="4024" y="433567"/>
                    </a:cubicBezTo>
                    <a:lnTo>
                      <a:pt x="3687" y="433580"/>
                    </a:lnTo>
                    <a:cubicBezTo>
                      <a:pt x="1687" y="433649"/>
                      <a:pt x="122" y="435326"/>
                      <a:pt x="192" y="437325"/>
                    </a:cubicBezTo>
                    <a:cubicBezTo>
                      <a:pt x="259" y="439225"/>
                      <a:pt x="1785" y="440750"/>
                      <a:pt x="3687" y="440817"/>
                    </a:cubicBezTo>
                    <a:cubicBezTo>
                      <a:pt x="77642" y="442524"/>
                      <a:pt x="151732" y="440915"/>
                      <a:pt x="225701" y="440577"/>
                    </a:cubicBezTo>
                    <a:cubicBezTo>
                      <a:pt x="298975" y="440241"/>
                      <a:pt x="372250" y="439991"/>
                      <a:pt x="445526" y="439825"/>
                    </a:cubicBezTo>
                    <a:cubicBezTo>
                      <a:pt x="592812" y="439615"/>
                      <a:pt x="740096" y="439947"/>
                      <a:pt x="887379" y="440821"/>
                    </a:cubicBezTo>
                    <a:cubicBezTo>
                      <a:pt x="929146" y="441102"/>
                      <a:pt x="970912" y="441444"/>
                      <a:pt x="1012678" y="441845"/>
                    </a:cubicBezTo>
                    <a:cubicBezTo>
                      <a:pt x="1054167" y="442243"/>
                      <a:pt x="1096596" y="445312"/>
                      <a:pt x="1137972" y="442248"/>
                    </a:cubicBezTo>
                    <a:cubicBezTo>
                      <a:pt x="1140952" y="442207"/>
                      <a:pt x="1143334" y="439760"/>
                      <a:pt x="1143293" y="436783"/>
                    </a:cubicBezTo>
                    <a:cubicBezTo>
                      <a:pt x="1143284" y="436092"/>
                      <a:pt x="1143142" y="435409"/>
                      <a:pt x="1142874" y="434772"/>
                    </a:cubicBezTo>
                    <a:cubicBezTo>
                      <a:pt x="1145260" y="433370"/>
                      <a:pt x="1146398" y="430536"/>
                      <a:pt x="1145642" y="427875"/>
                    </a:cubicBezTo>
                    <a:close/>
                    <a:moveTo>
                      <a:pt x="1028065" y="428995"/>
                    </a:moveTo>
                    <a:cubicBezTo>
                      <a:pt x="990695" y="428612"/>
                      <a:pt x="953326" y="428278"/>
                      <a:pt x="915956" y="427993"/>
                    </a:cubicBezTo>
                    <a:cubicBezTo>
                      <a:pt x="842682" y="427432"/>
                      <a:pt x="769407" y="427066"/>
                      <a:pt x="696130" y="426893"/>
                    </a:cubicBezTo>
                    <a:cubicBezTo>
                      <a:pt x="548846" y="426631"/>
                      <a:pt x="401562" y="427219"/>
                      <a:pt x="254277" y="428658"/>
                    </a:cubicBezTo>
                    <a:cubicBezTo>
                      <a:pt x="174713" y="429565"/>
                      <a:pt x="94937" y="429547"/>
                      <a:pt x="15426" y="433132"/>
                    </a:cubicBezTo>
                    <a:cubicBezTo>
                      <a:pt x="64847" y="373412"/>
                      <a:pt x="146395" y="351002"/>
                      <a:pt x="219423" y="377074"/>
                    </a:cubicBezTo>
                    <a:cubicBezTo>
                      <a:pt x="223706" y="378687"/>
                      <a:pt x="227660" y="373891"/>
                      <a:pt x="226583" y="369919"/>
                    </a:cubicBezTo>
                    <a:cubicBezTo>
                      <a:pt x="217882" y="337845"/>
                      <a:pt x="197043" y="309513"/>
                      <a:pt x="191580" y="276559"/>
                    </a:cubicBezTo>
                    <a:cubicBezTo>
                      <a:pt x="187349" y="251037"/>
                      <a:pt x="194250" y="216070"/>
                      <a:pt x="223308" y="208794"/>
                    </a:cubicBezTo>
                    <a:cubicBezTo>
                      <a:pt x="254742" y="200921"/>
                      <a:pt x="283192" y="228412"/>
                      <a:pt x="300115" y="251294"/>
                    </a:cubicBezTo>
                    <a:cubicBezTo>
                      <a:pt x="317386" y="274649"/>
                      <a:pt x="332316" y="299906"/>
                      <a:pt x="357416" y="315839"/>
                    </a:cubicBezTo>
                    <a:cubicBezTo>
                      <a:pt x="361682" y="318547"/>
                      <a:pt x="368411" y="313970"/>
                      <a:pt x="366450" y="308898"/>
                    </a:cubicBezTo>
                    <a:cubicBezTo>
                      <a:pt x="345961" y="255891"/>
                      <a:pt x="325966" y="199809"/>
                      <a:pt x="330695" y="142060"/>
                    </a:cubicBezTo>
                    <a:cubicBezTo>
                      <a:pt x="334322" y="97772"/>
                      <a:pt x="356192" y="51095"/>
                      <a:pt x="395151" y="27438"/>
                    </a:cubicBezTo>
                    <a:cubicBezTo>
                      <a:pt x="439118" y="741"/>
                      <a:pt x="494411" y="12794"/>
                      <a:pt x="534146" y="41655"/>
                    </a:cubicBezTo>
                    <a:cubicBezTo>
                      <a:pt x="577371" y="73051"/>
                      <a:pt x="603349" y="122404"/>
                      <a:pt x="624730" y="170026"/>
                    </a:cubicBezTo>
                    <a:cubicBezTo>
                      <a:pt x="651666" y="230310"/>
                      <a:pt x="672432" y="293162"/>
                      <a:pt x="686710" y="357623"/>
                    </a:cubicBezTo>
                    <a:cubicBezTo>
                      <a:pt x="687765" y="361078"/>
                      <a:pt x="691423" y="363024"/>
                      <a:pt x="694880" y="361970"/>
                    </a:cubicBezTo>
                    <a:cubicBezTo>
                      <a:pt x="696964" y="361335"/>
                      <a:pt x="698595" y="359705"/>
                      <a:pt x="699230" y="357623"/>
                    </a:cubicBezTo>
                    <a:cubicBezTo>
                      <a:pt x="710125" y="319503"/>
                      <a:pt x="728231" y="265346"/>
                      <a:pt x="770980" y="252720"/>
                    </a:cubicBezTo>
                    <a:cubicBezTo>
                      <a:pt x="814686" y="239811"/>
                      <a:pt x="857019" y="290851"/>
                      <a:pt x="836461" y="331670"/>
                    </a:cubicBezTo>
                    <a:cubicBezTo>
                      <a:pt x="834742" y="334833"/>
                      <a:pt x="835915" y="338790"/>
                      <a:pt x="839081" y="340508"/>
                    </a:cubicBezTo>
                    <a:cubicBezTo>
                      <a:pt x="841553" y="341850"/>
                      <a:pt x="844607" y="341456"/>
                      <a:pt x="846658" y="339532"/>
                    </a:cubicBezTo>
                    <a:cubicBezTo>
                      <a:pt x="919722" y="275772"/>
                      <a:pt x="1030676" y="283273"/>
                      <a:pt x="1094480" y="356288"/>
                    </a:cubicBezTo>
                    <a:cubicBezTo>
                      <a:pt x="1113174" y="377680"/>
                      <a:pt x="1126394" y="403287"/>
                      <a:pt x="1133005" y="430909"/>
                    </a:cubicBezTo>
                    <a:cubicBezTo>
                      <a:pt x="1098321" y="427924"/>
                      <a:pt x="1062827" y="429350"/>
                      <a:pt x="1028065" y="4289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5" name="Google Shape;1535;p23"/>
            <p:cNvGrpSpPr/>
            <p:nvPr/>
          </p:nvGrpSpPr>
          <p:grpSpPr>
            <a:xfrm>
              <a:off x="8424008" y="685047"/>
              <a:ext cx="1166447" cy="549813"/>
              <a:chOff x="4496533" y="-114840"/>
              <a:chExt cx="1166447" cy="549813"/>
            </a:xfrm>
          </p:grpSpPr>
          <p:sp>
            <p:nvSpPr>
              <p:cNvPr id="1536" name="Google Shape;1536;p23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3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8" name="Google Shape;1538;p23"/>
          <p:cNvGrpSpPr/>
          <p:nvPr/>
        </p:nvGrpSpPr>
        <p:grpSpPr>
          <a:xfrm>
            <a:off x="1739106" y="167263"/>
            <a:ext cx="5783108" cy="4751793"/>
            <a:chOff x="1739106" y="167263"/>
            <a:chExt cx="5783108" cy="4751793"/>
          </a:xfrm>
        </p:grpSpPr>
        <p:grpSp>
          <p:nvGrpSpPr>
            <p:cNvPr id="1539" name="Google Shape;1539;p23"/>
            <p:cNvGrpSpPr/>
            <p:nvPr/>
          </p:nvGrpSpPr>
          <p:grpSpPr>
            <a:xfrm>
              <a:off x="1739106" y="4571297"/>
              <a:ext cx="714324" cy="347759"/>
              <a:chOff x="482844" y="1192072"/>
              <a:chExt cx="714324" cy="347759"/>
            </a:xfrm>
          </p:grpSpPr>
          <p:sp>
            <p:nvSpPr>
              <p:cNvPr id="1540" name="Google Shape;1540;p23"/>
              <p:cNvSpPr/>
              <p:nvPr/>
            </p:nvSpPr>
            <p:spPr>
              <a:xfrm>
                <a:off x="9839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3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2" name="Google Shape;1542;p23"/>
            <p:cNvGrpSpPr/>
            <p:nvPr/>
          </p:nvGrpSpPr>
          <p:grpSpPr>
            <a:xfrm>
              <a:off x="6751382" y="167263"/>
              <a:ext cx="770832" cy="372229"/>
              <a:chOff x="749957" y="2992438"/>
              <a:chExt cx="770832" cy="372229"/>
            </a:xfrm>
          </p:grpSpPr>
          <p:sp>
            <p:nvSpPr>
              <p:cNvPr id="1543" name="Google Shape;1543;p23"/>
              <p:cNvSpPr/>
              <p:nvPr/>
            </p:nvSpPr>
            <p:spPr>
              <a:xfrm>
                <a:off x="1307533" y="29924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23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45" name="Google Shape;1545;p23"/>
          <p:cNvGrpSpPr/>
          <p:nvPr/>
        </p:nvGrpSpPr>
        <p:grpSpPr>
          <a:xfrm>
            <a:off x="-396191" y="3884117"/>
            <a:ext cx="1827234" cy="1488094"/>
            <a:chOff x="-396191" y="3884117"/>
            <a:chExt cx="1827234" cy="1488094"/>
          </a:xfrm>
        </p:grpSpPr>
        <p:grpSp>
          <p:nvGrpSpPr>
            <p:cNvPr id="1546" name="Google Shape;1546;p23"/>
            <p:cNvGrpSpPr/>
            <p:nvPr/>
          </p:nvGrpSpPr>
          <p:grpSpPr>
            <a:xfrm rot="168500" flipH="1">
              <a:off x="33849" y="3903025"/>
              <a:ext cx="806197" cy="1401960"/>
              <a:chOff x="3484347" y="4604001"/>
              <a:chExt cx="806115" cy="1401818"/>
            </a:xfrm>
          </p:grpSpPr>
          <p:sp>
            <p:nvSpPr>
              <p:cNvPr id="1547" name="Google Shape;1547;p23"/>
              <p:cNvSpPr/>
              <p:nvPr/>
            </p:nvSpPr>
            <p:spPr>
              <a:xfrm>
                <a:off x="4037609" y="4918083"/>
                <a:ext cx="114243" cy="196263"/>
              </a:xfrm>
              <a:custGeom>
                <a:avLst/>
                <a:gdLst/>
                <a:ahLst/>
                <a:cxnLst/>
                <a:rect l="l" t="t" r="r" b="b"/>
                <a:pathLst>
                  <a:path w="83086" h="142737" extrusionOk="0">
                    <a:moveTo>
                      <a:pt x="83277" y="54286"/>
                    </a:moveTo>
                    <a:cubicBezTo>
                      <a:pt x="83237" y="67076"/>
                      <a:pt x="82137" y="79839"/>
                      <a:pt x="79989" y="92447"/>
                    </a:cubicBezTo>
                    <a:lnTo>
                      <a:pt x="79550" y="92398"/>
                    </a:lnTo>
                    <a:cubicBezTo>
                      <a:pt x="49368" y="102433"/>
                      <a:pt x="22116" y="119725"/>
                      <a:pt x="190" y="142753"/>
                    </a:cubicBezTo>
                    <a:cubicBezTo>
                      <a:pt x="5717" y="109992"/>
                      <a:pt x="12374" y="77444"/>
                      <a:pt x="20163" y="45112"/>
                    </a:cubicBezTo>
                    <a:cubicBezTo>
                      <a:pt x="33894" y="25690"/>
                      <a:pt x="52613" y="10330"/>
                      <a:pt x="74347" y="647"/>
                    </a:cubicBezTo>
                    <a:lnTo>
                      <a:pt x="77438" y="16"/>
                    </a:lnTo>
                    <a:cubicBezTo>
                      <a:pt x="81188" y="17866"/>
                      <a:pt x="83144" y="36047"/>
                      <a:pt x="83277" y="542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23"/>
              <p:cNvSpPr/>
              <p:nvPr/>
            </p:nvSpPr>
            <p:spPr>
              <a:xfrm>
                <a:off x="4065082" y="4811150"/>
                <a:ext cx="78752" cy="168900"/>
              </a:xfrm>
              <a:custGeom>
                <a:avLst/>
                <a:gdLst/>
                <a:ahLst/>
                <a:cxnLst/>
                <a:rect l="l" t="t" r="r" b="b"/>
                <a:pathLst>
                  <a:path w="57274" h="122836" extrusionOk="0">
                    <a:moveTo>
                      <a:pt x="35416" y="16"/>
                    </a:moveTo>
                    <a:cubicBezTo>
                      <a:pt x="44227" y="25493"/>
                      <a:pt x="51588" y="51448"/>
                      <a:pt x="57465" y="77756"/>
                    </a:cubicBezTo>
                    <a:lnTo>
                      <a:pt x="54374" y="78388"/>
                    </a:lnTo>
                    <a:cubicBezTo>
                      <a:pt x="32640" y="88070"/>
                      <a:pt x="13921" y="103431"/>
                      <a:pt x="190" y="122852"/>
                    </a:cubicBezTo>
                    <a:cubicBezTo>
                      <a:pt x="10061" y="81432"/>
                      <a:pt x="21741" y="40509"/>
                      <a:pt x="35231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23"/>
              <p:cNvSpPr/>
              <p:nvPr/>
            </p:nvSpPr>
            <p:spPr>
              <a:xfrm>
                <a:off x="4022785" y="5045158"/>
                <a:ext cx="124541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5" h="125319" extrusionOk="0">
                    <a:moveTo>
                      <a:pt x="90326" y="16"/>
                    </a:moveTo>
                    <a:lnTo>
                      <a:pt x="90765" y="64"/>
                    </a:lnTo>
                    <a:cubicBezTo>
                      <a:pt x="84449" y="34139"/>
                      <a:pt x="73043" y="67070"/>
                      <a:pt x="56928" y="97756"/>
                    </a:cubicBezTo>
                    <a:lnTo>
                      <a:pt x="56344" y="97425"/>
                    </a:lnTo>
                    <a:cubicBezTo>
                      <a:pt x="35410" y="101379"/>
                      <a:pt x="15976" y="111038"/>
                      <a:pt x="190" y="125335"/>
                    </a:cubicBezTo>
                    <a:cubicBezTo>
                      <a:pt x="3168" y="100278"/>
                      <a:pt x="6760" y="75290"/>
                      <a:pt x="10966" y="50370"/>
                    </a:cubicBezTo>
                    <a:cubicBezTo>
                      <a:pt x="32892" y="27342"/>
                      <a:pt x="60145" y="10051"/>
                      <a:pt x="90326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23"/>
              <p:cNvSpPr/>
              <p:nvPr/>
            </p:nvSpPr>
            <p:spPr>
              <a:xfrm>
                <a:off x="3700198" y="5172341"/>
                <a:ext cx="121648" cy="162162"/>
              </a:xfrm>
              <a:custGeom>
                <a:avLst/>
                <a:gdLst/>
                <a:ahLst/>
                <a:cxnLst/>
                <a:rect l="l" t="t" r="r" b="b"/>
                <a:pathLst>
                  <a:path w="88471" h="117936" extrusionOk="0">
                    <a:moveTo>
                      <a:pt x="76752" y="58388"/>
                    </a:moveTo>
                    <a:cubicBezTo>
                      <a:pt x="75509" y="78937"/>
                      <a:pt x="79611" y="99458"/>
                      <a:pt x="88661" y="117952"/>
                    </a:cubicBezTo>
                    <a:cubicBezTo>
                      <a:pt x="66392" y="103393"/>
                      <a:pt x="43615" y="89400"/>
                      <a:pt x="20487" y="76165"/>
                    </a:cubicBezTo>
                    <a:cubicBezTo>
                      <a:pt x="22096" y="76079"/>
                      <a:pt x="23617" y="75983"/>
                      <a:pt x="25215" y="75983"/>
                    </a:cubicBezTo>
                    <a:cubicBezTo>
                      <a:pt x="13002" y="53873"/>
                      <a:pt x="4545" y="29890"/>
                      <a:pt x="190" y="5012"/>
                    </a:cubicBezTo>
                    <a:lnTo>
                      <a:pt x="2347" y="16"/>
                    </a:lnTo>
                    <a:cubicBezTo>
                      <a:pt x="20625" y="7886"/>
                      <a:pt x="37565" y="18552"/>
                      <a:pt x="52559" y="31630"/>
                    </a:cubicBezTo>
                    <a:cubicBezTo>
                      <a:pt x="61653" y="39580"/>
                      <a:pt x="70071" y="48269"/>
                      <a:pt x="77728" y="576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23"/>
              <p:cNvSpPr/>
              <p:nvPr/>
            </p:nvSpPr>
            <p:spPr>
              <a:xfrm>
                <a:off x="3498389" y="5152703"/>
                <a:ext cx="236141" cy="124336"/>
              </a:xfrm>
              <a:custGeom>
                <a:avLst/>
                <a:gdLst/>
                <a:ahLst/>
                <a:cxnLst/>
                <a:rect l="l" t="t" r="r" b="b"/>
                <a:pathLst>
                  <a:path w="171739" h="90426" extrusionOk="0">
                    <a:moveTo>
                      <a:pt x="37650" y="3279"/>
                    </a:moveTo>
                    <a:cubicBezTo>
                      <a:pt x="54100" y="947"/>
                      <a:pt x="70702" y="-138"/>
                      <a:pt x="87315" y="33"/>
                    </a:cubicBezTo>
                    <a:cubicBezTo>
                      <a:pt x="108607" y="901"/>
                      <a:pt x="129548" y="5737"/>
                      <a:pt x="149061" y="14293"/>
                    </a:cubicBezTo>
                    <a:lnTo>
                      <a:pt x="146904" y="19289"/>
                    </a:lnTo>
                    <a:cubicBezTo>
                      <a:pt x="151259" y="44167"/>
                      <a:pt x="159716" y="68150"/>
                      <a:pt x="171929" y="90261"/>
                    </a:cubicBezTo>
                    <a:cubicBezTo>
                      <a:pt x="170331" y="90260"/>
                      <a:pt x="168810" y="90356"/>
                      <a:pt x="167201" y="90443"/>
                    </a:cubicBezTo>
                    <a:cubicBezTo>
                      <a:pt x="113427" y="59397"/>
                      <a:pt x="57642" y="31967"/>
                      <a:pt x="219" y="8333"/>
                    </a:cubicBezTo>
                    <a:lnTo>
                      <a:pt x="190" y="7798"/>
                    </a:lnTo>
                    <a:cubicBezTo>
                      <a:pt x="12709" y="6265"/>
                      <a:pt x="25131" y="4812"/>
                      <a:pt x="37650" y="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23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23"/>
              <p:cNvSpPr/>
              <p:nvPr/>
            </p:nvSpPr>
            <p:spPr>
              <a:xfrm>
                <a:off x="3750306" y="4893183"/>
                <a:ext cx="87614" cy="197332"/>
              </a:xfrm>
              <a:custGeom>
                <a:avLst/>
                <a:gdLst/>
                <a:ahLst/>
                <a:cxnLst/>
                <a:rect l="l" t="t" r="r" b="b"/>
                <a:pathLst>
                  <a:path w="63719" h="143514" extrusionOk="0">
                    <a:moveTo>
                      <a:pt x="63909" y="87663"/>
                    </a:moveTo>
                    <a:lnTo>
                      <a:pt x="62301" y="87750"/>
                    </a:lnTo>
                    <a:cubicBezTo>
                      <a:pt x="48918" y="104189"/>
                      <a:pt x="39001" y="123162"/>
                      <a:pt x="33147" y="143530"/>
                    </a:cubicBezTo>
                    <a:cubicBezTo>
                      <a:pt x="30935" y="142662"/>
                      <a:pt x="28722" y="141794"/>
                      <a:pt x="26509" y="140925"/>
                    </a:cubicBezTo>
                    <a:cubicBezTo>
                      <a:pt x="17610" y="121201"/>
                      <a:pt x="8837" y="101402"/>
                      <a:pt x="190" y="81528"/>
                    </a:cubicBezTo>
                    <a:cubicBezTo>
                      <a:pt x="9791" y="51676"/>
                      <a:pt x="25137" y="23986"/>
                      <a:pt x="45367" y="16"/>
                    </a:cubicBezTo>
                    <a:cubicBezTo>
                      <a:pt x="55547" y="28242"/>
                      <a:pt x="61787" y="57735"/>
                      <a:pt x="63909" y="876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23"/>
              <p:cNvSpPr/>
              <p:nvPr/>
            </p:nvSpPr>
            <p:spPr>
              <a:xfrm>
                <a:off x="3594050" y="4615799"/>
                <a:ext cx="218314" cy="389359"/>
              </a:xfrm>
              <a:custGeom>
                <a:avLst/>
                <a:gdLst/>
                <a:ahLst/>
                <a:cxnLst/>
                <a:rect l="l" t="t" r="r" b="b"/>
                <a:pathLst>
                  <a:path w="158774" h="283170" extrusionOk="0">
                    <a:moveTo>
                      <a:pt x="144573" y="167489"/>
                    </a:moveTo>
                    <a:cubicBezTo>
                      <a:pt x="149987" y="178615"/>
                      <a:pt x="154791" y="190027"/>
                      <a:pt x="158964" y="201674"/>
                    </a:cubicBezTo>
                    <a:cubicBezTo>
                      <a:pt x="138735" y="225644"/>
                      <a:pt x="123388" y="253334"/>
                      <a:pt x="113787" y="283187"/>
                    </a:cubicBezTo>
                    <a:cubicBezTo>
                      <a:pt x="73038" y="189954"/>
                      <a:pt x="35172" y="95564"/>
                      <a:pt x="190" y="16"/>
                    </a:cubicBezTo>
                    <a:cubicBezTo>
                      <a:pt x="59597" y="44730"/>
                      <a:pt x="111989" y="100557"/>
                      <a:pt x="144573" y="167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23"/>
              <p:cNvSpPr/>
              <p:nvPr/>
            </p:nvSpPr>
            <p:spPr>
              <a:xfrm>
                <a:off x="3944369" y="5040972"/>
                <a:ext cx="93203" cy="181625"/>
              </a:xfrm>
              <a:custGeom>
                <a:avLst/>
                <a:gdLst/>
                <a:ahLst/>
                <a:cxnLst/>
                <a:rect l="l" t="t" r="r" b="b"/>
                <a:pathLst>
                  <a:path w="67784" h="132091" extrusionOk="0">
                    <a:moveTo>
                      <a:pt x="66667" y="54776"/>
                    </a:moveTo>
                    <a:cubicBezTo>
                      <a:pt x="67077" y="54289"/>
                      <a:pt x="67575" y="53813"/>
                      <a:pt x="67975" y="53413"/>
                    </a:cubicBezTo>
                    <a:cubicBezTo>
                      <a:pt x="63768" y="78333"/>
                      <a:pt x="60175" y="103321"/>
                      <a:pt x="57198" y="128378"/>
                    </a:cubicBezTo>
                    <a:cubicBezTo>
                      <a:pt x="55822" y="129556"/>
                      <a:pt x="54525" y="130831"/>
                      <a:pt x="53227" y="132107"/>
                    </a:cubicBezTo>
                    <a:cubicBezTo>
                      <a:pt x="42595" y="111279"/>
                      <a:pt x="25441" y="94495"/>
                      <a:pt x="4381" y="84310"/>
                    </a:cubicBezTo>
                    <a:cubicBezTo>
                      <a:pt x="2133" y="72621"/>
                      <a:pt x="784" y="60778"/>
                      <a:pt x="344" y="48884"/>
                    </a:cubicBezTo>
                    <a:cubicBezTo>
                      <a:pt x="-267" y="32512"/>
                      <a:pt x="939" y="16122"/>
                      <a:pt x="3940" y="16"/>
                    </a:cubicBezTo>
                    <a:cubicBezTo>
                      <a:pt x="27559" y="14915"/>
                      <a:pt x="48720" y="33388"/>
                      <a:pt x="66667" y="54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23"/>
              <p:cNvSpPr/>
              <p:nvPr/>
            </p:nvSpPr>
            <p:spPr>
              <a:xfrm>
                <a:off x="4000744" y="4804930"/>
                <a:ext cx="112750" cy="183392"/>
              </a:xfrm>
              <a:custGeom>
                <a:avLst/>
                <a:gdLst/>
                <a:ahLst/>
                <a:cxnLst/>
                <a:rect l="l" t="t" r="r" b="b"/>
                <a:pathLst>
                  <a:path w="82000" h="133376" extrusionOk="0">
                    <a:moveTo>
                      <a:pt x="12043" y="72610"/>
                    </a:moveTo>
                    <a:cubicBezTo>
                      <a:pt x="35183" y="48382"/>
                      <a:pt x="65836" y="30054"/>
                      <a:pt x="80652" y="16"/>
                    </a:cubicBezTo>
                    <a:cubicBezTo>
                      <a:pt x="81197" y="1497"/>
                      <a:pt x="81645" y="3056"/>
                      <a:pt x="82190" y="4537"/>
                    </a:cubicBezTo>
                    <a:lnTo>
                      <a:pt x="82005" y="4605"/>
                    </a:lnTo>
                    <a:cubicBezTo>
                      <a:pt x="68517" y="45001"/>
                      <a:pt x="56837" y="85924"/>
                      <a:pt x="46964" y="127373"/>
                    </a:cubicBezTo>
                    <a:cubicBezTo>
                      <a:pt x="45501" y="129341"/>
                      <a:pt x="44125" y="131318"/>
                      <a:pt x="42827" y="133392"/>
                    </a:cubicBezTo>
                    <a:cubicBezTo>
                      <a:pt x="30009" y="116539"/>
                      <a:pt x="15743" y="100838"/>
                      <a:pt x="190" y="86466"/>
                    </a:cubicBezTo>
                    <a:cubicBezTo>
                      <a:pt x="3868" y="81621"/>
                      <a:pt x="7825" y="76994"/>
                      <a:pt x="12043" y="726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23"/>
              <p:cNvSpPr/>
              <p:nvPr/>
            </p:nvSpPr>
            <p:spPr>
              <a:xfrm>
                <a:off x="3949529" y="4923845"/>
                <a:ext cx="115510" cy="192378"/>
              </a:xfrm>
              <a:custGeom>
                <a:avLst/>
                <a:gdLst/>
                <a:ahLst/>
                <a:cxnLst/>
                <a:rect l="l" t="t" r="r" b="b"/>
                <a:pathLst>
                  <a:path w="84007" h="139911" extrusionOk="0">
                    <a:moveTo>
                      <a:pt x="80060" y="46942"/>
                    </a:moveTo>
                    <a:cubicBezTo>
                      <a:pt x="81358" y="44868"/>
                      <a:pt x="82734" y="42891"/>
                      <a:pt x="84197" y="40923"/>
                    </a:cubicBezTo>
                    <a:cubicBezTo>
                      <a:pt x="76408" y="73256"/>
                      <a:pt x="69751" y="105803"/>
                      <a:pt x="64224" y="138564"/>
                    </a:cubicBezTo>
                    <a:cubicBezTo>
                      <a:pt x="63824" y="138964"/>
                      <a:pt x="63326" y="139440"/>
                      <a:pt x="62917" y="139927"/>
                    </a:cubicBezTo>
                    <a:cubicBezTo>
                      <a:pt x="44970" y="118540"/>
                      <a:pt x="23809" y="100066"/>
                      <a:pt x="190" y="85167"/>
                    </a:cubicBezTo>
                    <a:cubicBezTo>
                      <a:pt x="5662" y="54232"/>
                      <a:pt x="18425" y="25044"/>
                      <a:pt x="37424" y="16"/>
                    </a:cubicBezTo>
                    <a:cubicBezTo>
                      <a:pt x="52976" y="14387"/>
                      <a:pt x="67243" y="30089"/>
                      <a:pt x="80060" y="469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23"/>
              <p:cNvSpPr/>
              <p:nvPr/>
            </p:nvSpPr>
            <p:spPr>
              <a:xfrm>
                <a:off x="3950134" y="5156920"/>
                <a:ext cx="72622" cy="152164"/>
              </a:xfrm>
              <a:custGeom>
                <a:avLst/>
                <a:gdLst/>
                <a:ahLst/>
                <a:cxnLst/>
                <a:rect l="l" t="t" r="r" b="b"/>
                <a:pathLst>
                  <a:path w="52816" h="110665" extrusionOk="0">
                    <a:moveTo>
                      <a:pt x="53007" y="44083"/>
                    </a:moveTo>
                    <a:cubicBezTo>
                      <a:pt x="50352" y="66247"/>
                      <a:pt x="48321" y="88392"/>
                      <a:pt x="46807" y="110682"/>
                    </a:cubicBezTo>
                    <a:cubicBezTo>
                      <a:pt x="23966" y="77308"/>
                      <a:pt x="8109" y="39666"/>
                      <a:pt x="190" y="16"/>
                    </a:cubicBezTo>
                    <a:cubicBezTo>
                      <a:pt x="21251" y="10201"/>
                      <a:pt x="38404" y="26985"/>
                      <a:pt x="49036" y="47812"/>
                    </a:cubicBezTo>
                    <a:cubicBezTo>
                      <a:pt x="50334" y="46537"/>
                      <a:pt x="51631" y="45262"/>
                      <a:pt x="53007" y="44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23"/>
              <p:cNvSpPr/>
              <p:nvPr/>
            </p:nvSpPr>
            <p:spPr>
              <a:xfrm>
                <a:off x="4022785" y="5152168"/>
                <a:ext cx="81213" cy="143773"/>
              </a:xfrm>
              <a:custGeom>
                <a:avLst/>
                <a:gdLst/>
                <a:ahLst/>
                <a:cxnLst/>
                <a:rect l="l" t="t" r="r" b="b"/>
                <a:pathLst>
                  <a:path w="59064" h="104562" extrusionOk="0">
                    <a:moveTo>
                      <a:pt x="1709" y="37709"/>
                    </a:moveTo>
                    <a:cubicBezTo>
                      <a:pt x="1791" y="60031"/>
                      <a:pt x="1256" y="82262"/>
                      <a:pt x="190" y="104578"/>
                    </a:cubicBezTo>
                    <a:cubicBezTo>
                      <a:pt x="26726" y="74056"/>
                      <a:pt x="46817" y="38490"/>
                      <a:pt x="59255" y="16"/>
                    </a:cubicBezTo>
                    <a:cubicBezTo>
                      <a:pt x="37159" y="7708"/>
                      <a:pt x="18186" y="22406"/>
                      <a:pt x="5223" y="41871"/>
                    </a:cubicBezTo>
                    <a:cubicBezTo>
                      <a:pt x="4081" y="40454"/>
                      <a:pt x="2940" y="39038"/>
                      <a:pt x="1709" y="37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23"/>
              <p:cNvSpPr/>
              <p:nvPr/>
            </p:nvSpPr>
            <p:spPr>
              <a:xfrm>
                <a:off x="3771445" y="5220073"/>
                <a:ext cx="90228" cy="139466"/>
              </a:xfrm>
              <a:custGeom>
                <a:avLst/>
                <a:gdLst/>
                <a:ahLst/>
                <a:cxnLst/>
                <a:rect l="l" t="t" r="r" b="b"/>
                <a:pathLst>
                  <a:path w="65620" h="101430" extrusionOk="0">
                    <a:moveTo>
                      <a:pt x="7557" y="68508"/>
                    </a:moveTo>
                    <a:cubicBezTo>
                      <a:pt x="27282" y="78985"/>
                      <a:pt x="46633" y="89962"/>
                      <a:pt x="65810" y="101447"/>
                    </a:cubicBezTo>
                    <a:cubicBezTo>
                      <a:pt x="51434" y="63652"/>
                      <a:pt x="29563" y="29152"/>
                      <a:pt x="1509" y="16"/>
                    </a:cubicBezTo>
                    <a:cubicBezTo>
                      <a:pt x="-2148" y="23110"/>
                      <a:pt x="1847" y="46765"/>
                      <a:pt x="12887" y="67380"/>
                    </a:cubicBezTo>
                    <a:cubicBezTo>
                      <a:pt x="11099" y="67716"/>
                      <a:pt x="9311" y="68052"/>
                      <a:pt x="7557" y="685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23"/>
              <p:cNvSpPr/>
              <p:nvPr/>
            </p:nvSpPr>
            <p:spPr>
              <a:xfrm>
                <a:off x="3709824" y="5334565"/>
                <a:ext cx="159611" cy="48720"/>
              </a:xfrm>
              <a:custGeom>
                <a:avLst/>
                <a:gdLst/>
                <a:ahLst/>
                <a:cxnLst/>
                <a:rect l="l" t="t" r="r" b="b"/>
                <a:pathLst>
                  <a:path w="116081" h="35433" extrusionOk="0">
                    <a:moveTo>
                      <a:pt x="81663" y="16"/>
                    </a:moveTo>
                    <a:cubicBezTo>
                      <a:pt x="93339" y="7622"/>
                      <a:pt x="104820" y="15384"/>
                      <a:pt x="116272" y="23409"/>
                    </a:cubicBezTo>
                    <a:lnTo>
                      <a:pt x="116066" y="23652"/>
                    </a:lnTo>
                    <a:cubicBezTo>
                      <a:pt x="102759" y="21900"/>
                      <a:pt x="89809" y="27291"/>
                      <a:pt x="76889" y="30820"/>
                    </a:cubicBezTo>
                    <a:cubicBezTo>
                      <a:pt x="51685" y="37401"/>
                      <a:pt x="25160" y="36958"/>
                      <a:pt x="190" y="29539"/>
                    </a:cubicBezTo>
                    <a:lnTo>
                      <a:pt x="717" y="28000"/>
                    </a:lnTo>
                    <a:cubicBezTo>
                      <a:pt x="26376" y="15090"/>
                      <a:pt x="53789" y="6007"/>
                      <a:pt x="82083" y="1039"/>
                    </a:cubicBezTo>
                    <a:cubicBezTo>
                      <a:pt x="81907" y="714"/>
                      <a:pt x="81767" y="371"/>
                      <a:pt x="81664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23"/>
              <p:cNvSpPr/>
              <p:nvPr/>
            </p:nvSpPr>
            <p:spPr>
              <a:xfrm>
                <a:off x="3626302" y="5277086"/>
                <a:ext cx="196092" cy="98051"/>
              </a:xfrm>
              <a:custGeom>
                <a:avLst/>
                <a:gdLst/>
                <a:ahLst/>
                <a:cxnLst/>
                <a:rect l="l" t="t" r="r" b="b"/>
                <a:pathLst>
                  <a:path w="142612" h="71310" extrusionOk="0">
                    <a:moveTo>
                      <a:pt x="142383" y="41803"/>
                    </a:moveTo>
                    <a:cubicBezTo>
                      <a:pt x="142486" y="42158"/>
                      <a:pt x="142627" y="42501"/>
                      <a:pt x="142802" y="42826"/>
                    </a:cubicBezTo>
                    <a:cubicBezTo>
                      <a:pt x="114508" y="47794"/>
                      <a:pt x="87095" y="56877"/>
                      <a:pt x="61436" y="69787"/>
                    </a:cubicBezTo>
                    <a:lnTo>
                      <a:pt x="60909" y="71326"/>
                    </a:lnTo>
                    <a:cubicBezTo>
                      <a:pt x="47621" y="67432"/>
                      <a:pt x="34982" y="61594"/>
                      <a:pt x="23403" y="54002"/>
                    </a:cubicBezTo>
                    <a:cubicBezTo>
                      <a:pt x="15089" y="48467"/>
                      <a:pt x="7317" y="42161"/>
                      <a:pt x="190" y="35165"/>
                    </a:cubicBezTo>
                    <a:cubicBezTo>
                      <a:pt x="19357" y="14286"/>
                      <a:pt x="45903" y="1680"/>
                      <a:pt x="74208" y="16"/>
                    </a:cubicBezTo>
                    <a:cubicBezTo>
                      <a:pt x="97337" y="13251"/>
                      <a:pt x="120114" y="27244"/>
                      <a:pt x="142383" y="418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23"/>
              <p:cNvSpPr/>
              <p:nvPr/>
            </p:nvSpPr>
            <p:spPr>
              <a:xfrm>
                <a:off x="3491952" y="5163407"/>
                <a:ext cx="236074" cy="161967"/>
              </a:xfrm>
              <a:custGeom>
                <a:avLst/>
                <a:gdLst/>
                <a:ahLst/>
                <a:cxnLst/>
                <a:rect l="l" t="t" r="r" b="b"/>
                <a:pathLst>
                  <a:path w="171690" h="117794" extrusionOk="0">
                    <a:moveTo>
                      <a:pt x="4899" y="551"/>
                    </a:moveTo>
                    <a:cubicBezTo>
                      <a:pt x="62322" y="24185"/>
                      <a:pt x="118107" y="51615"/>
                      <a:pt x="171881" y="82660"/>
                    </a:cubicBezTo>
                    <a:cubicBezTo>
                      <a:pt x="143576" y="84324"/>
                      <a:pt x="117029" y="96930"/>
                      <a:pt x="97862" y="117810"/>
                    </a:cubicBezTo>
                    <a:cubicBezTo>
                      <a:pt x="61691" y="82969"/>
                      <a:pt x="38574" y="33871"/>
                      <a:pt x="190" y="558"/>
                    </a:cubicBezTo>
                    <a:cubicBezTo>
                      <a:pt x="1721" y="374"/>
                      <a:pt x="3339" y="200"/>
                      <a:pt x="487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23"/>
              <p:cNvSpPr/>
              <p:nvPr/>
            </p:nvSpPr>
            <p:spPr>
              <a:xfrm>
                <a:off x="3694750" y="5067242"/>
                <a:ext cx="127471" cy="97717"/>
              </a:xfrm>
              <a:custGeom>
                <a:avLst/>
                <a:gdLst/>
                <a:ahLst/>
                <a:cxnLst/>
                <a:rect l="l" t="t" r="r" b="b"/>
                <a:pathLst>
                  <a:path w="92706" h="71067" extrusionOk="0">
                    <a:moveTo>
                      <a:pt x="92897" y="71083"/>
                    </a:moveTo>
                    <a:cubicBezTo>
                      <a:pt x="58694" y="52035"/>
                      <a:pt x="27462" y="28093"/>
                      <a:pt x="190" y="16"/>
                    </a:cubicBezTo>
                    <a:cubicBezTo>
                      <a:pt x="23007" y="1536"/>
                      <a:pt x="45480" y="6377"/>
                      <a:pt x="66898" y="14385"/>
                    </a:cubicBezTo>
                    <a:cubicBezTo>
                      <a:pt x="74376" y="30933"/>
                      <a:pt x="81874" y="47305"/>
                      <a:pt x="89459" y="63687"/>
                    </a:cubicBezTo>
                    <a:cubicBezTo>
                      <a:pt x="90599" y="66211"/>
                      <a:pt x="91748" y="68647"/>
                      <a:pt x="92897" y="710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23"/>
              <p:cNvSpPr/>
              <p:nvPr/>
            </p:nvSpPr>
            <p:spPr>
              <a:xfrm>
                <a:off x="3636502" y="4981616"/>
                <a:ext cx="149948" cy="105351"/>
              </a:xfrm>
              <a:custGeom>
                <a:avLst/>
                <a:gdLst/>
                <a:ahLst/>
                <a:cxnLst/>
                <a:rect l="l" t="t" r="r" b="b"/>
                <a:pathLst>
                  <a:path w="109053" h="76619" extrusionOk="0">
                    <a:moveTo>
                      <a:pt x="82924" y="17239"/>
                    </a:moveTo>
                    <a:cubicBezTo>
                      <a:pt x="91541" y="37109"/>
                      <a:pt x="100314" y="56908"/>
                      <a:pt x="109243" y="76636"/>
                    </a:cubicBezTo>
                    <a:cubicBezTo>
                      <a:pt x="87826" y="68627"/>
                      <a:pt x="65353" y="63787"/>
                      <a:pt x="42536" y="62266"/>
                    </a:cubicBezTo>
                    <a:cubicBezTo>
                      <a:pt x="25065" y="44005"/>
                      <a:pt x="10755" y="22968"/>
                      <a:pt x="190" y="16"/>
                    </a:cubicBezTo>
                    <a:cubicBezTo>
                      <a:pt x="28514" y="1112"/>
                      <a:pt x="56410" y="7292"/>
                      <a:pt x="82544" y="182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23"/>
              <p:cNvSpPr/>
              <p:nvPr/>
            </p:nvSpPr>
            <p:spPr>
              <a:xfrm>
                <a:off x="3586958" y="4610367"/>
                <a:ext cx="163284" cy="396195"/>
              </a:xfrm>
              <a:custGeom>
                <a:avLst/>
                <a:gdLst/>
                <a:ahLst/>
                <a:cxnLst/>
                <a:rect l="l" t="t" r="r" b="b"/>
                <a:pathLst>
                  <a:path w="118752" h="288142" extrusionOk="0">
                    <a:moveTo>
                      <a:pt x="118943" y="287136"/>
                    </a:moveTo>
                    <a:lnTo>
                      <a:pt x="118562" y="288158"/>
                    </a:lnTo>
                    <a:cubicBezTo>
                      <a:pt x="92429" y="277189"/>
                      <a:pt x="64533" y="271008"/>
                      <a:pt x="36208" y="269912"/>
                    </a:cubicBezTo>
                    <a:cubicBezTo>
                      <a:pt x="33110" y="263134"/>
                      <a:pt x="30447" y="256165"/>
                      <a:pt x="28236" y="249048"/>
                    </a:cubicBezTo>
                    <a:cubicBezTo>
                      <a:pt x="21258" y="223625"/>
                      <a:pt x="17026" y="197529"/>
                      <a:pt x="15614" y="171205"/>
                    </a:cubicBezTo>
                    <a:cubicBezTo>
                      <a:pt x="10451" y="114081"/>
                      <a:pt x="5309" y="57018"/>
                      <a:pt x="190" y="16"/>
                    </a:cubicBezTo>
                    <a:cubicBezTo>
                      <a:pt x="1915" y="1274"/>
                      <a:pt x="3630" y="2619"/>
                      <a:pt x="5346" y="3965"/>
                    </a:cubicBezTo>
                    <a:cubicBezTo>
                      <a:pt x="40332" y="99483"/>
                      <a:pt x="78197" y="193873"/>
                      <a:pt x="118943" y="2871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3"/>
              <p:cNvSpPr/>
              <p:nvPr/>
            </p:nvSpPr>
            <p:spPr>
              <a:xfrm>
                <a:off x="4124065" y="4882373"/>
                <a:ext cx="19790" cy="44505"/>
              </a:xfrm>
              <a:custGeom>
                <a:avLst/>
                <a:gdLst/>
                <a:ahLst/>
                <a:cxnLst/>
                <a:rect l="l" t="t" r="r" b="b"/>
                <a:pathLst>
                  <a:path w="14393" h="32367" extrusionOk="0">
                    <a:moveTo>
                      <a:pt x="8301" y="16"/>
                    </a:moveTo>
                    <a:cubicBezTo>
                      <a:pt x="6138" y="10945"/>
                      <a:pt x="3296" y="21831"/>
                      <a:pt x="190" y="32383"/>
                    </a:cubicBezTo>
                    <a:cubicBezTo>
                      <a:pt x="3876" y="30296"/>
                      <a:pt x="7624" y="28324"/>
                      <a:pt x="11494" y="26608"/>
                    </a:cubicBezTo>
                    <a:lnTo>
                      <a:pt x="14584" y="25977"/>
                    </a:lnTo>
                    <a:cubicBezTo>
                      <a:pt x="12798" y="17267"/>
                      <a:pt x="10617" y="8626"/>
                      <a:pt x="8301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23"/>
              <p:cNvSpPr/>
              <p:nvPr/>
            </p:nvSpPr>
            <p:spPr>
              <a:xfrm>
                <a:off x="4022786" y="5045158"/>
                <a:ext cx="124539" cy="172314"/>
              </a:xfrm>
              <a:custGeom>
                <a:avLst/>
                <a:gdLst/>
                <a:ahLst/>
                <a:cxnLst/>
                <a:rect l="l" t="t" r="r" b="b"/>
                <a:pathLst>
                  <a:path w="90574" h="125319" extrusionOk="0">
                    <a:moveTo>
                      <a:pt x="90327" y="16"/>
                    </a:moveTo>
                    <a:cubicBezTo>
                      <a:pt x="69817" y="6849"/>
                      <a:pt x="50600" y="17075"/>
                      <a:pt x="33478" y="30267"/>
                    </a:cubicBezTo>
                    <a:cubicBezTo>
                      <a:pt x="24683" y="52065"/>
                      <a:pt x="15033" y="73546"/>
                      <a:pt x="4257" y="94353"/>
                    </a:cubicBezTo>
                    <a:cubicBezTo>
                      <a:pt x="2817" y="104671"/>
                      <a:pt x="1418" y="114994"/>
                      <a:pt x="190" y="125335"/>
                    </a:cubicBezTo>
                    <a:cubicBezTo>
                      <a:pt x="15976" y="111038"/>
                      <a:pt x="35409" y="101378"/>
                      <a:pt x="56343" y="97424"/>
                    </a:cubicBezTo>
                    <a:lnTo>
                      <a:pt x="56928" y="97756"/>
                    </a:lnTo>
                    <a:cubicBezTo>
                      <a:pt x="73042" y="67070"/>
                      <a:pt x="84448" y="34139"/>
                      <a:pt x="90765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23"/>
              <p:cNvSpPr/>
              <p:nvPr/>
            </p:nvSpPr>
            <p:spPr>
              <a:xfrm>
                <a:off x="3700198" y="5172340"/>
                <a:ext cx="116331" cy="149296"/>
              </a:xfrm>
              <a:custGeom>
                <a:avLst/>
                <a:gdLst/>
                <a:ahLst/>
                <a:cxnLst/>
                <a:rect l="l" t="t" r="r" b="b"/>
                <a:pathLst>
                  <a:path w="84604" h="108579" extrusionOk="0">
                    <a:moveTo>
                      <a:pt x="84794" y="108595"/>
                    </a:moveTo>
                    <a:cubicBezTo>
                      <a:pt x="78544" y="92629"/>
                      <a:pt x="75801" y="75506"/>
                      <a:pt x="76752" y="58388"/>
                    </a:cubicBezTo>
                    <a:lnTo>
                      <a:pt x="77728" y="57610"/>
                    </a:lnTo>
                    <a:cubicBezTo>
                      <a:pt x="70070" y="48270"/>
                      <a:pt x="61653" y="39580"/>
                      <a:pt x="52559" y="31630"/>
                    </a:cubicBezTo>
                    <a:cubicBezTo>
                      <a:pt x="37565" y="18552"/>
                      <a:pt x="20624" y="7886"/>
                      <a:pt x="2346" y="16"/>
                    </a:cubicBezTo>
                    <a:lnTo>
                      <a:pt x="190" y="5013"/>
                    </a:lnTo>
                    <a:cubicBezTo>
                      <a:pt x="2949" y="20401"/>
                      <a:pt x="7284" y="35466"/>
                      <a:pt x="13127" y="49968"/>
                    </a:cubicBezTo>
                    <a:cubicBezTo>
                      <a:pt x="41056" y="63980"/>
                      <a:pt x="65532" y="84002"/>
                      <a:pt x="84794" y="1085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23"/>
              <p:cNvSpPr/>
              <p:nvPr/>
            </p:nvSpPr>
            <p:spPr>
              <a:xfrm>
                <a:off x="3498389" y="5152703"/>
                <a:ext cx="219520" cy="88314"/>
              </a:xfrm>
              <a:custGeom>
                <a:avLst/>
                <a:gdLst/>
                <a:ahLst/>
                <a:cxnLst/>
                <a:rect l="l" t="t" r="r" b="b"/>
                <a:pathLst>
                  <a:path w="159651" h="64228" extrusionOk="0">
                    <a:moveTo>
                      <a:pt x="59149" y="24209"/>
                    </a:moveTo>
                    <a:cubicBezTo>
                      <a:pt x="93851" y="34498"/>
                      <a:pt x="127552" y="47898"/>
                      <a:pt x="159841" y="64245"/>
                    </a:cubicBezTo>
                    <a:cubicBezTo>
                      <a:pt x="153998" y="49742"/>
                      <a:pt x="149663" y="34678"/>
                      <a:pt x="146904" y="19290"/>
                    </a:cubicBezTo>
                    <a:lnTo>
                      <a:pt x="149061" y="14292"/>
                    </a:lnTo>
                    <a:cubicBezTo>
                      <a:pt x="129548" y="5737"/>
                      <a:pt x="108607" y="901"/>
                      <a:pt x="87316" y="33"/>
                    </a:cubicBezTo>
                    <a:cubicBezTo>
                      <a:pt x="70703" y="-139"/>
                      <a:pt x="54100" y="946"/>
                      <a:pt x="37650" y="3279"/>
                    </a:cubicBezTo>
                    <a:cubicBezTo>
                      <a:pt x="25131" y="4811"/>
                      <a:pt x="12709" y="6266"/>
                      <a:pt x="190" y="7798"/>
                    </a:cubicBezTo>
                    <a:lnTo>
                      <a:pt x="219" y="8334"/>
                    </a:lnTo>
                    <a:cubicBezTo>
                      <a:pt x="11438" y="12952"/>
                      <a:pt x="22544" y="17836"/>
                      <a:pt x="33638" y="22744"/>
                    </a:cubicBezTo>
                    <a:cubicBezTo>
                      <a:pt x="42120" y="20944"/>
                      <a:pt x="50929" y="21450"/>
                      <a:pt x="59149" y="242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23"/>
              <p:cNvSpPr/>
              <p:nvPr/>
            </p:nvSpPr>
            <p:spPr>
              <a:xfrm>
                <a:off x="3786508" y="5013744"/>
                <a:ext cx="52438" cy="141025"/>
              </a:xfrm>
              <a:custGeom>
                <a:avLst/>
                <a:gdLst/>
                <a:ahLst/>
                <a:cxnLst/>
                <a:rect l="l" t="t" r="r" b="b"/>
                <a:pathLst>
                  <a:path w="38137" h="102564" extrusionOk="0">
                    <a:moveTo>
                      <a:pt x="37590" y="16"/>
                    </a:moveTo>
                    <a:cubicBezTo>
                      <a:pt x="40126" y="34169"/>
                      <a:pt x="36109" y="68493"/>
                      <a:pt x="25755" y="101140"/>
                    </a:cubicBezTo>
                    <a:lnTo>
                      <a:pt x="22752" y="102580"/>
                    </a:lnTo>
                    <a:cubicBezTo>
                      <a:pt x="15166" y="86198"/>
                      <a:pt x="7669" y="69826"/>
                      <a:pt x="190" y="53278"/>
                    </a:cubicBezTo>
                    <a:cubicBezTo>
                      <a:pt x="2403" y="54147"/>
                      <a:pt x="4615" y="55015"/>
                      <a:pt x="6828" y="55883"/>
                    </a:cubicBezTo>
                    <a:cubicBezTo>
                      <a:pt x="12682" y="35515"/>
                      <a:pt x="22599" y="16541"/>
                      <a:pt x="35982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23"/>
              <p:cNvSpPr/>
              <p:nvPr/>
            </p:nvSpPr>
            <p:spPr>
              <a:xfrm>
                <a:off x="4009455" y="5174921"/>
                <a:ext cx="18917" cy="47728"/>
              </a:xfrm>
              <a:custGeom>
                <a:avLst/>
                <a:gdLst/>
                <a:ahLst/>
                <a:cxnLst/>
                <a:rect l="l" t="t" r="r" b="b"/>
                <a:pathLst>
                  <a:path w="13758" h="34711" extrusionOk="0">
                    <a:moveTo>
                      <a:pt x="190" y="24966"/>
                    </a:moveTo>
                    <a:cubicBezTo>
                      <a:pt x="2273" y="28113"/>
                      <a:pt x="4183" y="31372"/>
                      <a:pt x="5910" y="34727"/>
                    </a:cubicBezTo>
                    <a:cubicBezTo>
                      <a:pt x="7208" y="33451"/>
                      <a:pt x="8505" y="32175"/>
                      <a:pt x="9881" y="30998"/>
                    </a:cubicBezTo>
                    <a:cubicBezTo>
                      <a:pt x="11110" y="20657"/>
                      <a:pt x="12509" y="10334"/>
                      <a:pt x="13948" y="16"/>
                    </a:cubicBezTo>
                    <a:cubicBezTo>
                      <a:pt x="9572" y="8466"/>
                      <a:pt x="4950" y="16762"/>
                      <a:pt x="190" y="249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23"/>
              <p:cNvSpPr/>
              <p:nvPr/>
            </p:nvSpPr>
            <p:spPr>
              <a:xfrm>
                <a:off x="3980221" y="5209240"/>
                <a:ext cx="42549" cy="99866"/>
              </a:xfrm>
              <a:custGeom>
                <a:avLst/>
                <a:gdLst/>
                <a:ahLst/>
                <a:cxnLst/>
                <a:rect l="l" t="t" r="r" b="b"/>
                <a:pathLst>
                  <a:path w="30945" h="72630" extrusionOk="0">
                    <a:moveTo>
                      <a:pt x="27164" y="9777"/>
                    </a:moveTo>
                    <a:cubicBezTo>
                      <a:pt x="25436" y="6422"/>
                      <a:pt x="23527" y="3163"/>
                      <a:pt x="21444" y="16"/>
                    </a:cubicBezTo>
                    <a:cubicBezTo>
                      <a:pt x="18389" y="5282"/>
                      <a:pt x="15329" y="10544"/>
                      <a:pt x="12104" y="15693"/>
                    </a:cubicBezTo>
                    <a:cubicBezTo>
                      <a:pt x="9000" y="20768"/>
                      <a:pt x="4957" y="25206"/>
                      <a:pt x="190" y="28768"/>
                    </a:cubicBezTo>
                    <a:cubicBezTo>
                      <a:pt x="7299" y="44007"/>
                      <a:pt x="15573" y="58676"/>
                      <a:pt x="24936" y="72646"/>
                    </a:cubicBezTo>
                    <a:cubicBezTo>
                      <a:pt x="26450" y="50355"/>
                      <a:pt x="28480" y="28211"/>
                      <a:pt x="31135" y="6048"/>
                    </a:cubicBezTo>
                    <a:cubicBezTo>
                      <a:pt x="29759" y="7226"/>
                      <a:pt x="28462" y="8501"/>
                      <a:pt x="27164" y="97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574;p23"/>
              <p:cNvSpPr/>
              <p:nvPr/>
            </p:nvSpPr>
            <p:spPr>
              <a:xfrm>
                <a:off x="3827745" y="5338521"/>
                <a:ext cx="41737" cy="30667"/>
              </a:xfrm>
              <a:custGeom>
                <a:avLst/>
                <a:gdLst/>
                <a:ahLst/>
                <a:cxnLst/>
                <a:rect l="l" t="t" r="r" b="b"/>
                <a:pathLst>
                  <a:path w="30354" h="22303" extrusionOk="0">
                    <a:moveTo>
                      <a:pt x="190" y="16"/>
                    </a:moveTo>
                    <a:cubicBezTo>
                      <a:pt x="4383" y="7134"/>
                      <a:pt x="7964" y="14595"/>
                      <a:pt x="10895" y="22319"/>
                    </a:cubicBezTo>
                    <a:cubicBezTo>
                      <a:pt x="17226" y="20616"/>
                      <a:pt x="23817" y="20093"/>
                      <a:pt x="30339" y="20777"/>
                    </a:cubicBezTo>
                    <a:lnTo>
                      <a:pt x="30544" y="20533"/>
                    </a:lnTo>
                    <a:cubicBezTo>
                      <a:pt x="20499" y="13496"/>
                      <a:pt x="10390" y="6723"/>
                      <a:pt x="190" y="16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3"/>
              <p:cNvSpPr/>
              <p:nvPr/>
            </p:nvSpPr>
            <p:spPr>
              <a:xfrm>
                <a:off x="3491953" y="5163407"/>
                <a:ext cx="524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38127" h="22400" extrusionOk="0">
                    <a:moveTo>
                      <a:pt x="38317" y="14961"/>
                    </a:moveTo>
                    <a:cubicBezTo>
                      <a:pt x="27223" y="10054"/>
                      <a:pt x="16117" y="5169"/>
                      <a:pt x="4898" y="551"/>
                    </a:cubicBezTo>
                    <a:lnTo>
                      <a:pt x="4869" y="16"/>
                    </a:lnTo>
                    <a:cubicBezTo>
                      <a:pt x="3338" y="199"/>
                      <a:pt x="1720" y="374"/>
                      <a:pt x="190" y="558"/>
                    </a:cubicBezTo>
                    <a:cubicBezTo>
                      <a:pt x="7829" y="7333"/>
                      <a:pt x="14982" y="14637"/>
                      <a:pt x="21595" y="22416"/>
                    </a:cubicBezTo>
                    <a:cubicBezTo>
                      <a:pt x="26615" y="18841"/>
                      <a:pt x="32301" y="16306"/>
                      <a:pt x="38317" y="14961"/>
                    </a:cubicBezTo>
                    <a:close/>
                  </a:path>
                </a:pathLst>
              </a:custGeom>
              <a:solidFill>
                <a:srgbClr val="71AB7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3"/>
              <p:cNvSpPr/>
              <p:nvPr/>
            </p:nvSpPr>
            <p:spPr>
              <a:xfrm>
                <a:off x="3718412" y="5074710"/>
                <a:ext cx="103819" cy="90254"/>
              </a:xfrm>
              <a:custGeom>
                <a:avLst/>
                <a:gdLst/>
                <a:ahLst/>
                <a:cxnLst/>
                <a:rect l="l" t="t" r="r" b="b"/>
                <a:pathLst>
                  <a:path w="75505" h="65639" extrusionOk="0">
                    <a:moveTo>
                      <a:pt x="190" y="11446"/>
                    </a:moveTo>
                    <a:cubicBezTo>
                      <a:pt x="23341" y="32168"/>
                      <a:pt x="48655" y="50342"/>
                      <a:pt x="75696" y="65655"/>
                    </a:cubicBezTo>
                    <a:cubicBezTo>
                      <a:pt x="74546" y="63219"/>
                      <a:pt x="73397" y="60782"/>
                      <a:pt x="72257" y="58258"/>
                    </a:cubicBezTo>
                    <a:cubicBezTo>
                      <a:pt x="64673" y="41877"/>
                      <a:pt x="57174" y="25504"/>
                      <a:pt x="49695" y="8956"/>
                    </a:cubicBezTo>
                    <a:cubicBezTo>
                      <a:pt x="39846" y="5314"/>
                      <a:pt x="29767" y="2327"/>
                      <a:pt x="19523" y="16"/>
                    </a:cubicBezTo>
                    <a:cubicBezTo>
                      <a:pt x="14102" y="5337"/>
                      <a:pt x="7467" y="9260"/>
                      <a:pt x="190" y="11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23"/>
              <p:cNvSpPr/>
              <p:nvPr/>
            </p:nvSpPr>
            <p:spPr>
              <a:xfrm>
                <a:off x="3745005" y="5026612"/>
                <a:ext cx="41486" cy="60372"/>
              </a:xfrm>
              <a:custGeom>
                <a:avLst/>
                <a:gdLst/>
                <a:ahLst/>
                <a:cxnLst/>
                <a:rect l="l" t="t" r="r" b="b"/>
                <a:pathLst>
                  <a:path w="30172" h="43907" extrusionOk="0">
                    <a:moveTo>
                      <a:pt x="30362" y="43923"/>
                    </a:moveTo>
                    <a:cubicBezTo>
                      <a:pt x="23783" y="29342"/>
                      <a:pt x="17344" y="14677"/>
                      <a:pt x="10908" y="16"/>
                    </a:cubicBezTo>
                    <a:cubicBezTo>
                      <a:pt x="10973" y="2817"/>
                      <a:pt x="11017" y="5552"/>
                      <a:pt x="11036" y="8178"/>
                    </a:cubicBezTo>
                    <a:cubicBezTo>
                      <a:pt x="11234" y="18218"/>
                      <a:pt x="7315" y="27902"/>
                      <a:pt x="190" y="34982"/>
                    </a:cubicBezTo>
                    <a:cubicBezTo>
                      <a:pt x="10434" y="37293"/>
                      <a:pt x="20513" y="40280"/>
                      <a:pt x="30362" y="439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3"/>
              <p:cNvSpPr/>
              <p:nvPr/>
            </p:nvSpPr>
            <p:spPr>
              <a:xfrm>
                <a:off x="3580591" y="4604001"/>
                <a:ext cx="709871" cy="1401818"/>
              </a:xfrm>
              <a:custGeom>
                <a:avLst/>
                <a:gdLst/>
                <a:ahLst/>
                <a:cxnLst/>
                <a:rect l="l" t="t" r="r" b="b"/>
                <a:pathLst>
                  <a:path w="516270" h="1019504" extrusionOk="0">
                    <a:moveTo>
                      <a:pt x="515434" y="1010234"/>
                    </a:moveTo>
                    <a:cubicBezTo>
                      <a:pt x="436259" y="886734"/>
                      <a:pt x="362295" y="760112"/>
                      <a:pt x="293542" y="630369"/>
                    </a:cubicBezTo>
                    <a:cubicBezTo>
                      <a:pt x="253650" y="554817"/>
                      <a:pt x="215638" y="478358"/>
                      <a:pt x="179507" y="400992"/>
                    </a:cubicBezTo>
                    <a:cubicBezTo>
                      <a:pt x="179659" y="400770"/>
                      <a:pt x="179790" y="400535"/>
                      <a:pt x="179899" y="400289"/>
                    </a:cubicBezTo>
                    <a:cubicBezTo>
                      <a:pt x="204206" y="324469"/>
                      <a:pt x="191904" y="240808"/>
                      <a:pt x="156769" y="170400"/>
                    </a:cubicBezTo>
                    <a:cubicBezTo>
                      <a:pt x="122601" y="101929"/>
                      <a:pt x="68135" y="45938"/>
                      <a:pt x="7178" y="635"/>
                    </a:cubicBezTo>
                    <a:cubicBezTo>
                      <a:pt x="4943" y="-647"/>
                      <a:pt x="2091" y="125"/>
                      <a:pt x="808" y="2359"/>
                    </a:cubicBezTo>
                    <a:cubicBezTo>
                      <a:pt x="409" y="3054"/>
                      <a:pt x="196" y="3841"/>
                      <a:pt x="190" y="4642"/>
                    </a:cubicBezTo>
                    <a:cubicBezTo>
                      <a:pt x="4416" y="51452"/>
                      <a:pt x="8642" y="98261"/>
                      <a:pt x="12870" y="145071"/>
                    </a:cubicBezTo>
                    <a:cubicBezTo>
                      <a:pt x="16562" y="185962"/>
                      <a:pt x="17699" y="228871"/>
                      <a:pt x="32972" y="267507"/>
                    </a:cubicBezTo>
                    <a:cubicBezTo>
                      <a:pt x="57324" y="329113"/>
                      <a:pt x="111450" y="376997"/>
                      <a:pt x="169247" y="407470"/>
                    </a:cubicBezTo>
                    <a:cubicBezTo>
                      <a:pt x="170138" y="409393"/>
                      <a:pt x="171002" y="411328"/>
                      <a:pt x="171895" y="413250"/>
                    </a:cubicBezTo>
                    <a:cubicBezTo>
                      <a:pt x="233703" y="546308"/>
                      <a:pt x="301270" y="676460"/>
                      <a:pt x="374595" y="803707"/>
                    </a:cubicBezTo>
                    <a:cubicBezTo>
                      <a:pt x="416122" y="875747"/>
                      <a:pt x="459436" y="946712"/>
                      <a:pt x="504535" y="1016600"/>
                    </a:cubicBezTo>
                    <a:cubicBezTo>
                      <a:pt x="508923" y="1023396"/>
                      <a:pt x="519835" y="1017100"/>
                      <a:pt x="515434" y="1010234"/>
                    </a:cubicBezTo>
                    <a:close/>
                    <a:moveTo>
                      <a:pt x="173558" y="388334"/>
                    </a:moveTo>
                    <a:cubicBezTo>
                      <a:pt x="168526" y="377510"/>
                      <a:pt x="163571" y="366649"/>
                      <a:pt x="158610" y="355792"/>
                    </a:cubicBezTo>
                    <a:cubicBezTo>
                      <a:pt x="158949" y="355456"/>
                      <a:pt x="159207" y="355047"/>
                      <a:pt x="159364" y="354597"/>
                    </a:cubicBezTo>
                    <a:cubicBezTo>
                      <a:pt x="164652" y="337779"/>
                      <a:pt x="172538" y="321891"/>
                      <a:pt x="182735" y="307507"/>
                    </a:cubicBezTo>
                    <a:cubicBezTo>
                      <a:pt x="183660" y="334753"/>
                      <a:pt x="180567" y="361987"/>
                      <a:pt x="173558" y="388334"/>
                    </a:cubicBezTo>
                    <a:close/>
                    <a:moveTo>
                      <a:pt x="88118" y="335217"/>
                    </a:moveTo>
                    <a:cubicBezTo>
                      <a:pt x="71544" y="318280"/>
                      <a:pt x="57771" y="298815"/>
                      <a:pt x="47318" y="277553"/>
                    </a:cubicBezTo>
                    <a:cubicBezTo>
                      <a:pt x="71688" y="280141"/>
                      <a:pt x="95635" y="285774"/>
                      <a:pt x="118600" y="294320"/>
                    </a:cubicBezTo>
                    <a:cubicBezTo>
                      <a:pt x="125927" y="311250"/>
                      <a:pt x="133352" y="328139"/>
                      <a:pt x="140873" y="344984"/>
                    </a:cubicBezTo>
                    <a:cubicBezTo>
                      <a:pt x="123864" y="339154"/>
                      <a:pt x="106088" y="335863"/>
                      <a:pt x="88118" y="335217"/>
                    </a:cubicBezTo>
                    <a:close/>
                    <a:moveTo>
                      <a:pt x="182314" y="297509"/>
                    </a:moveTo>
                    <a:cubicBezTo>
                      <a:pt x="170059" y="312534"/>
                      <a:pt x="160850" y="329801"/>
                      <a:pt x="155202" y="348345"/>
                    </a:cubicBezTo>
                    <a:cubicBezTo>
                      <a:pt x="146063" y="328267"/>
                      <a:pt x="137034" y="308136"/>
                      <a:pt x="128115" y="287955"/>
                    </a:cubicBezTo>
                    <a:cubicBezTo>
                      <a:pt x="136894" y="262676"/>
                      <a:pt x="149829" y="239036"/>
                      <a:pt x="166389" y="218009"/>
                    </a:cubicBezTo>
                    <a:cubicBezTo>
                      <a:pt x="175100" y="243713"/>
                      <a:pt x="180452" y="270434"/>
                      <a:pt x="182314" y="297509"/>
                    </a:cubicBezTo>
                    <a:close/>
                    <a:moveTo>
                      <a:pt x="147046" y="171870"/>
                    </a:moveTo>
                    <a:cubicBezTo>
                      <a:pt x="153560" y="184618"/>
                      <a:pt x="159255" y="197768"/>
                      <a:pt x="164100" y="211238"/>
                    </a:cubicBezTo>
                    <a:cubicBezTo>
                      <a:pt x="147323" y="231806"/>
                      <a:pt x="133951" y="254926"/>
                      <a:pt x="124492" y="279721"/>
                    </a:cubicBezTo>
                    <a:cubicBezTo>
                      <a:pt x="117717" y="264280"/>
                      <a:pt x="111006" y="248810"/>
                      <a:pt x="104356" y="233311"/>
                    </a:cubicBezTo>
                    <a:cubicBezTo>
                      <a:pt x="74163" y="162772"/>
                      <a:pt x="46962" y="91016"/>
                      <a:pt x="17393" y="20238"/>
                    </a:cubicBezTo>
                    <a:cubicBezTo>
                      <a:pt x="70992" y="60905"/>
                      <a:pt x="115210" y="112619"/>
                      <a:pt x="147046" y="171870"/>
                    </a:cubicBezTo>
                    <a:close/>
                    <a:moveTo>
                      <a:pt x="21272" y="136294"/>
                    </a:moveTo>
                    <a:cubicBezTo>
                      <a:pt x="17760" y="97085"/>
                      <a:pt x="14247" y="57875"/>
                      <a:pt x="10735" y="18665"/>
                    </a:cubicBezTo>
                    <a:cubicBezTo>
                      <a:pt x="31878" y="84598"/>
                      <a:pt x="58072" y="149173"/>
                      <a:pt x="84313" y="213169"/>
                    </a:cubicBezTo>
                    <a:cubicBezTo>
                      <a:pt x="94354" y="237653"/>
                      <a:pt x="104633" y="262037"/>
                      <a:pt x="115150" y="286320"/>
                    </a:cubicBezTo>
                    <a:cubicBezTo>
                      <a:pt x="92717" y="277523"/>
                      <a:pt x="68902" y="272769"/>
                      <a:pt x="44808" y="272278"/>
                    </a:cubicBezTo>
                    <a:cubicBezTo>
                      <a:pt x="42863" y="267894"/>
                      <a:pt x="41037" y="263427"/>
                      <a:pt x="39409" y="258823"/>
                    </a:cubicBezTo>
                    <a:cubicBezTo>
                      <a:pt x="25645" y="219896"/>
                      <a:pt x="24923" y="177041"/>
                      <a:pt x="21272" y="136294"/>
                    </a:cubicBezTo>
                    <a:close/>
                    <a:moveTo>
                      <a:pt x="92864" y="340006"/>
                    </a:moveTo>
                    <a:cubicBezTo>
                      <a:pt x="110269" y="342729"/>
                      <a:pt x="127424" y="346864"/>
                      <a:pt x="144157" y="352369"/>
                    </a:cubicBezTo>
                    <a:cubicBezTo>
                      <a:pt x="150807" y="367196"/>
                      <a:pt x="157533" y="381989"/>
                      <a:pt x="164336" y="396748"/>
                    </a:cubicBezTo>
                    <a:cubicBezTo>
                      <a:pt x="138769" y="380136"/>
                      <a:pt x="114838" y="361137"/>
                      <a:pt x="92864" y="3400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3"/>
              <p:cNvSpPr/>
              <p:nvPr/>
            </p:nvSpPr>
            <p:spPr>
              <a:xfrm>
                <a:off x="3484347" y="5145074"/>
                <a:ext cx="474511" cy="289409"/>
              </a:xfrm>
              <a:custGeom>
                <a:avLst/>
                <a:gdLst/>
                <a:ahLst/>
                <a:cxnLst/>
                <a:rect l="l" t="t" r="r" b="b"/>
                <a:pathLst>
                  <a:path w="345099" h="210479" extrusionOk="0">
                    <a:moveTo>
                      <a:pt x="343637" y="201281"/>
                    </a:moveTo>
                    <a:cubicBezTo>
                      <a:pt x="323447" y="185211"/>
                      <a:pt x="302472" y="170070"/>
                      <a:pt x="281143" y="155430"/>
                    </a:cubicBezTo>
                    <a:cubicBezTo>
                      <a:pt x="281699" y="154357"/>
                      <a:pt x="281768" y="153097"/>
                      <a:pt x="281331" y="151970"/>
                    </a:cubicBezTo>
                    <a:cubicBezTo>
                      <a:pt x="264322" y="98905"/>
                      <a:pt x="228737" y="53749"/>
                      <a:pt x="181105" y="24783"/>
                    </a:cubicBezTo>
                    <a:cubicBezTo>
                      <a:pt x="157724" y="11236"/>
                      <a:pt x="131648" y="2991"/>
                      <a:pt x="104724" y="633"/>
                    </a:cubicBezTo>
                    <a:cubicBezTo>
                      <a:pt x="71906" y="-2043"/>
                      <a:pt x="38199" y="4622"/>
                      <a:pt x="5681" y="8446"/>
                    </a:cubicBezTo>
                    <a:cubicBezTo>
                      <a:pt x="1489" y="8939"/>
                      <a:pt x="-2005" y="14229"/>
                      <a:pt x="1865" y="17652"/>
                    </a:cubicBezTo>
                    <a:cubicBezTo>
                      <a:pt x="44048" y="54954"/>
                      <a:pt x="66920" y="109357"/>
                      <a:pt x="110742" y="144996"/>
                    </a:cubicBezTo>
                    <a:cubicBezTo>
                      <a:pt x="132373" y="162721"/>
                      <a:pt x="158591" y="173953"/>
                      <a:pt x="186353" y="177388"/>
                    </a:cubicBezTo>
                    <a:cubicBezTo>
                      <a:pt x="200217" y="179137"/>
                      <a:pt x="214261" y="178855"/>
                      <a:pt x="228043" y="176550"/>
                    </a:cubicBezTo>
                    <a:cubicBezTo>
                      <a:pt x="244376" y="173770"/>
                      <a:pt x="259443" y="166720"/>
                      <a:pt x="275920" y="165066"/>
                    </a:cubicBezTo>
                    <a:cubicBezTo>
                      <a:pt x="296570" y="179568"/>
                      <a:pt x="317001" y="194414"/>
                      <a:pt x="337212" y="209604"/>
                    </a:cubicBezTo>
                    <a:cubicBezTo>
                      <a:pt x="341973" y="213194"/>
                      <a:pt x="348347" y="205030"/>
                      <a:pt x="343637" y="201281"/>
                    </a:cubicBezTo>
                    <a:close/>
                    <a:moveTo>
                      <a:pt x="246804" y="132689"/>
                    </a:moveTo>
                    <a:cubicBezTo>
                      <a:pt x="243152" y="124432"/>
                      <a:pt x="240441" y="115792"/>
                      <a:pt x="238722" y="106930"/>
                    </a:cubicBezTo>
                    <a:cubicBezTo>
                      <a:pt x="237751" y="101839"/>
                      <a:pt x="237125" y="96689"/>
                      <a:pt x="236848" y="91514"/>
                    </a:cubicBezTo>
                    <a:cubicBezTo>
                      <a:pt x="236811" y="90832"/>
                      <a:pt x="236845" y="90085"/>
                      <a:pt x="236858" y="89357"/>
                    </a:cubicBezTo>
                    <a:cubicBezTo>
                      <a:pt x="249897" y="107051"/>
                      <a:pt x="260593" y="126354"/>
                      <a:pt x="268680" y="146788"/>
                    </a:cubicBezTo>
                    <a:cubicBezTo>
                      <a:pt x="261464" y="141967"/>
                      <a:pt x="254117" y="137359"/>
                      <a:pt x="246804" y="132689"/>
                    </a:cubicBezTo>
                    <a:close/>
                    <a:moveTo>
                      <a:pt x="230182" y="80773"/>
                    </a:moveTo>
                    <a:cubicBezTo>
                      <a:pt x="229833" y="84610"/>
                      <a:pt x="229905" y="88473"/>
                      <a:pt x="230398" y="92294"/>
                    </a:cubicBezTo>
                    <a:cubicBezTo>
                      <a:pt x="230726" y="97788"/>
                      <a:pt x="231405" y="103256"/>
                      <a:pt x="232430" y="108664"/>
                    </a:cubicBezTo>
                    <a:cubicBezTo>
                      <a:pt x="233609" y="114787"/>
                      <a:pt x="235261" y="120810"/>
                      <a:pt x="237369" y="126678"/>
                    </a:cubicBezTo>
                    <a:cubicBezTo>
                      <a:pt x="220132" y="115879"/>
                      <a:pt x="202743" y="105346"/>
                      <a:pt x="185106" y="95330"/>
                    </a:cubicBezTo>
                    <a:cubicBezTo>
                      <a:pt x="185083" y="94955"/>
                      <a:pt x="184992" y="94587"/>
                      <a:pt x="184837" y="94245"/>
                    </a:cubicBezTo>
                    <a:cubicBezTo>
                      <a:pt x="173461" y="72462"/>
                      <a:pt x="164750" y="49390"/>
                      <a:pt x="158890" y="25527"/>
                    </a:cubicBezTo>
                    <a:cubicBezTo>
                      <a:pt x="163526" y="27579"/>
                      <a:pt x="168106" y="29760"/>
                      <a:pt x="172559" y="32195"/>
                    </a:cubicBezTo>
                    <a:cubicBezTo>
                      <a:pt x="194710" y="44539"/>
                      <a:pt x="214274" y="61032"/>
                      <a:pt x="230182" y="80773"/>
                    </a:cubicBezTo>
                    <a:close/>
                    <a:moveTo>
                      <a:pt x="93338" y="10820"/>
                    </a:moveTo>
                    <a:cubicBezTo>
                      <a:pt x="114821" y="11207"/>
                      <a:pt x="136026" y="15737"/>
                      <a:pt x="155789" y="24162"/>
                    </a:cubicBezTo>
                    <a:cubicBezTo>
                      <a:pt x="155651" y="24353"/>
                      <a:pt x="155576" y="24583"/>
                      <a:pt x="155576" y="24819"/>
                    </a:cubicBezTo>
                    <a:cubicBezTo>
                      <a:pt x="158200" y="47573"/>
                      <a:pt x="164971" y="69655"/>
                      <a:pt x="175553" y="89971"/>
                    </a:cubicBezTo>
                    <a:cubicBezTo>
                      <a:pt x="126326" y="62085"/>
                      <a:pt x="75181" y="37727"/>
                      <a:pt x="22501" y="17080"/>
                    </a:cubicBezTo>
                    <a:cubicBezTo>
                      <a:pt x="45932" y="13291"/>
                      <a:pt x="69606" y="11199"/>
                      <a:pt x="93338" y="10820"/>
                    </a:cubicBezTo>
                    <a:close/>
                    <a:moveTo>
                      <a:pt x="19267" y="19556"/>
                    </a:moveTo>
                    <a:cubicBezTo>
                      <a:pt x="69161" y="42662"/>
                      <a:pt x="118043" y="66876"/>
                      <a:pt x="165661" y="94330"/>
                    </a:cubicBezTo>
                    <a:cubicBezTo>
                      <a:pt x="142719" y="97819"/>
                      <a:pt x="121479" y="108500"/>
                      <a:pt x="105004" y="124832"/>
                    </a:cubicBezTo>
                    <a:cubicBezTo>
                      <a:pt x="72766" y="92931"/>
                      <a:pt x="51167" y="51811"/>
                      <a:pt x="19268" y="19556"/>
                    </a:cubicBezTo>
                    <a:close/>
                    <a:moveTo>
                      <a:pt x="109759" y="129520"/>
                    </a:moveTo>
                    <a:cubicBezTo>
                      <a:pt x="118443" y="121031"/>
                      <a:pt x="128453" y="114013"/>
                      <a:pt x="139396" y="108742"/>
                    </a:cubicBezTo>
                    <a:cubicBezTo>
                      <a:pt x="150547" y="103635"/>
                      <a:pt x="162502" y="100502"/>
                      <a:pt x="174727" y="99484"/>
                    </a:cubicBezTo>
                    <a:cubicBezTo>
                      <a:pt x="176275" y="100395"/>
                      <a:pt x="177855" y="101224"/>
                      <a:pt x="179401" y="102143"/>
                    </a:cubicBezTo>
                    <a:cubicBezTo>
                      <a:pt x="198516" y="113492"/>
                      <a:pt x="217184" y="125456"/>
                      <a:pt x="235678" y="137666"/>
                    </a:cubicBezTo>
                    <a:cubicBezTo>
                      <a:pt x="211485" y="142546"/>
                      <a:pt x="188089" y="150770"/>
                      <a:pt x="166166" y="162100"/>
                    </a:cubicBezTo>
                    <a:cubicBezTo>
                      <a:pt x="146181" y="156143"/>
                      <a:pt x="127761" y="145847"/>
                      <a:pt x="112222" y="131947"/>
                    </a:cubicBezTo>
                    <a:cubicBezTo>
                      <a:pt x="111358" y="131175"/>
                      <a:pt x="110607" y="130305"/>
                      <a:pt x="109759" y="129520"/>
                    </a:cubicBezTo>
                    <a:close/>
                    <a:moveTo>
                      <a:pt x="239446" y="163691"/>
                    </a:moveTo>
                    <a:cubicBezTo>
                      <a:pt x="224676" y="167320"/>
                      <a:pt x="209424" y="168587"/>
                      <a:pt x="194258" y="167445"/>
                    </a:cubicBezTo>
                    <a:cubicBezTo>
                      <a:pt x="187671" y="166899"/>
                      <a:pt x="181133" y="165870"/>
                      <a:pt x="174696" y="164367"/>
                    </a:cubicBezTo>
                    <a:cubicBezTo>
                      <a:pt x="196720" y="154671"/>
                      <a:pt x="219745" y="147428"/>
                      <a:pt x="243354" y="142767"/>
                    </a:cubicBezTo>
                    <a:cubicBezTo>
                      <a:pt x="250784" y="147735"/>
                      <a:pt x="258228" y="152687"/>
                      <a:pt x="265578" y="157772"/>
                    </a:cubicBezTo>
                    <a:cubicBezTo>
                      <a:pt x="256755" y="159215"/>
                      <a:pt x="248028" y="161192"/>
                      <a:pt x="239446" y="163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3"/>
              <p:cNvSpPr/>
              <p:nvPr/>
            </p:nvSpPr>
            <p:spPr>
              <a:xfrm>
                <a:off x="3938187" y="4798147"/>
                <a:ext cx="219424" cy="729614"/>
              </a:xfrm>
              <a:custGeom>
                <a:avLst/>
                <a:gdLst/>
                <a:ahLst/>
                <a:cxnLst/>
                <a:rect l="l" t="t" r="r" b="b"/>
                <a:pathLst>
                  <a:path w="159581" h="530628" extrusionOk="0">
                    <a:moveTo>
                      <a:pt x="131016" y="3617"/>
                    </a:moveTo>
                    <a:cubicBezTo>
                      <a:pt x="130192" y="929"/>
                      <a:pt x="127344" y="-583"/>
                      <a:pt x="124654" y="240"/>
                    </a:cubicBezTo>
                    <a:cubicBezTo>
                      <a:pt x="123478" y="600"/>
                      <a:pt x="122472" y="1373"/>
                      <a:pt x="121822" y="2416"/>
                    </a:cubicBezTo>
                    <a:cubicBezTo>
                      <a:pt x="105209" y="34539"/>
                      <a:pt x="72610" y="52666"/>
                      <a:pt x="49282" y="79168"/>
                    </a:cubicBezTo>
                    <a:cubicBezTo>
                      <a:pt x="26884" y="105106"/>
                      <a:pt x="11539" y="136364"/>
                      <a:pt x="4719" y="169939"/>
                    </a:cubicBezTo>
                    <a:cubicBezTo>
                      <a:pt x="-8563" y="239188"/>
                      <a:pt x="7664" y="310835"/>
                      <a:pt x="49491" y="367620"/>
                    </a:cubicBezTo>
                    <a:cubicBezTo>
                      <a:pt x="44874" y="420087"/>
                      <a:pt x="44029" y="472817"/>
                      <a:pt x="46962" y="525404"/>
                    </a:cubicBezTo>
                    <a:cubicBezTo>
                      <a:pt x="47068" y="528402"/>
                      <a:pt x="49586" y="530746"/>
                      <a:pt x="52586" y="530640"/>
                    </a:cubicBezTo>
                    <a:cubicBezTo>
                      <a:pt x="55437" y="530540"/>
                      <a:pt x="57725" y="528253"/>
                      <a:pt x="57825" y="525404"/>
                    </a:cubicBezTo>
                    <a:cubicBezTo>
                      <a:pt x="57717" y="473844"/>
                      <a:pt x="58588" y="422646"/>
                      <a:pt x="61776" y="371528"/>
                    </a:cubicBezTo>
                    <a:cubicBezTo>
                      <a:pt x="63906" y="373317"/>
                      <a:pt x="67085" y="373041"/>
                      <a:pt x="68875" y="370911"/>
                    </a:cubicBezTo>
                    <a:cubicBezTo>
                      <a:pt x="69015" y="370745"/>
                      <a:pt x="69143" y="370570"/>
                      <a:pt x="69260" y="370387"/>
                    </a:cubicBezTo>
                    <a:cubicBezTo>
                      <a:pt x="103752" y="316973"/>
                      <a:pt x="138833" y="261283"/>
                      <a:pt x="153595" y="198670"/>
                    </a:cubicBezTo>
                    <a:cubicBezTo>
                      <a:pt x="169473" y="131318"/>
                      <a:pt x="152133" y="67658"/>
                      <a:pt x="131016" y="3617"/>
                    </a:cubicBezTo>
                    <a:close/>
                    <a:moveTo>
                      <a:pt x="147242" y="178471"/>
                    </a:moveTo>
                    <a:cubicBezTo>
                      <a:pt x="121972" y="186727"/>
                      <a:pt x="98873" y="200534"/>
                      <a:pt x="79642" y="218879"/>
                    </a:cubicBezTo>
                    <a:cubicBezTo>
                      <a:pt x="84409" y="191359"/>
                      <a:pt x="89865" y="163971"/>
                      <a:pt x="96008" y="136716"/>
                    </a:cubicBezTo>
                    <a:cubicBezTo>
                      <a:pt x="96553" y="134310"/>
                      <a:pt x="97192" y="131929"/>
                      <a:pt x="97756" y="129528"/>
                    </a:cubicBezTo>
                    <a:cubicBezTo>
                      <a:pt x="110434" y="113365"/>
                      <a:pt x="126662" y="100333"/>
                      <a:pt x="145186" y="91440"/>
                    </a:cubicBezTo>
                    <a:cubicBezTo>
                      <a:pt x="145859" y="94930"/>
                      <a:pt x="146690" y="98385"/>
                      <a:pt x="147249" y="101899"/>
                    </a:cubicBezTo>
                    <a:cubicBezTo>
                      <a:pt x="151293" y="127263"/>
                      <a:pt x="151291" y="153108"/>
                      <a:pt x="147242" y="178471"/>
                    </a:cubicBezTo>
                    <a:close/>
                    <a:moveTo>
                      <a:pt x="56595" y="300475"/>
                    </a:moveTo>
                    <a:cubicBezTo>
                      <a:pt x="46629" y="283302"/>
                      <a:pt x="31749" y="269503"/>
                      <a:pt x="13868" y="260853"/>
                    </a:cubicBezTo>
                    <a:cubicBezTo>
                      <a:pt x="8906" y="234891"/>
                      <a:pt x="8465" y="208268"/>
                      <a:pt x="12566" y="182156"/>
                    </a:cubicBezTo>
                    <a:cubicBezTo>
                      <a:pt x="21773" y="189108"/>
                      <a:pt x="31154" y="195786"/>
                      <a:pt x="39863" y="203416"/>
                    </a:cubicBezTo>
                    <a:cubicBezTo>
                      <a:pt x="49510" y="211950"/>
                      <a:pt x="58560" y="221134"/>
                      <a:pt x="66952" y="230904"/>
                    </a:cubicBezTo>
                    <a:cubicBezTo>
                      <a:pt x="65126" y="241485"/>
                      <a:pt x="63413" y="252086"/>
                      <a:pt x="61812" y="262707"/>
                    </a:cubicBezTo>
                    <a:cubicBezTo>
                      <a:pt x="59931" y="275235"/>
                      <a:pt x="58192" y="287824"/>
                      <a:pt x="56595" y="300475"/>
                    </a:cubicBezTo>
                    <a:close/>
                    <a:moveTo>
                      <a:pt x="144139" y="86133"/>
                    </a:moveTo>
                    <a:cubicBezTo>
                      <a:pt x="127555" y="93824"/>
                      <a:pt x="112700" y="104790"/>
                      <a:pt x="100469" y="118370"/>
                    </a:cubicBezTo>
                    <a:cubicBezTo>
                      <a:pt x="108542" y="85591"/>
                      <a:pt x="117812" y="53132"/>
                      <a:pt x="125897" y="20364"/>
                    </a:cubicBezTo>
                    <a:cubicBezTo>
                      <a:pt x="133165" y="41941"/>
                      <a:pt x="139255" y="63896"/>
                      <a:pt x="144139" y="86133"/>
                    </a:cubicBezTo>
                    <a:close/>
                    <a:moveTo>
                      <a:pt x="65804" y="76300"/>
                    </a:moveTo>
                    <a:cubicBezTo>
                      <a:pt x="84241" y="58221"/>
                      <a:pt x="105613" y="42927"/>
                      <a:pt x="121003" y="22307"/>
                    </a:cubicBezTo>
                    <a:cubicBezTo>
                      <a:pt x="107473" y="58183"/>
                      <a:pt x="96336" y="94915"/>
                      <a:pt x="87666" y="132263"/>
                    </a:cubicBezTo>
                    <a:cubicBezTo>
                      <a:pt x="87584" y="132591"/>
                      <a:pt x="87514" y="132923"/>
                      <a:pt x="87432" y="133251"/>
                    </a:cubicBezTo>
                    <a:cubicBezTo>
                      <a:pt x="76294" y="118978"/>
                      <a:pt x="63915" y="105717"/>
                      <a:pt x="50439" y="93622"/>
                    </a:cubicBezTo>
                    <a:cubicBezTo>
                      <a:pt x="55172" y="87515"/>
                      <a:pt x="60305" y="81728"/>
                      <a:pt x="65804" y="76300"/>
                    </a:cubicBezTo>
                    <a:close/>
                    <a:moveTo>
                      <a:pt x="48307" y="96352"/>
                    </a:moveTo>
                    <a:cubicBezTo>
                      <a:pt x="61689" y="109972"/>
                      <a:pt x="74264" y="124362"/>
                      <a:pt x="85969" y="139446"/>
                    </a:cubicBezTo>
                    <a:cubicBezTo>
                      <a:pt x="79182" y="167289"/>
                      <a:pt x="73289" y="195323"/>
                      <a:pt x="68290" y="223548"/>
                    </a:cubicBezTo>
                    <a:cubicBezTo>
                      <a:pt x="52706" y="205079"/>
                      <a:pt x="34146" y="189340"/>
                      <a:pt x="13374" y="176979"/>
                    </a:cubicBezTo>
                    <a:cubicBezTo>
                      <a:pt x="14192" y="172636"/>
                      <a:pt x="15150" y="168314"/>
                      <a:pt x="16249" y="164012"/>
                    </a:cubicBezTo>
                    <a:cubicBezTo>
                      <a:pt x="22394" y="139577"/>
                      <a:pt x="33286" y="116587"/>
                      <a:pt x="48307" y="96352"/>
                    </a:cubicBezTo>
                    <a:close/>
                    <a:moveTo>
                      <a:pt x="15571" y="269594"/>
                    </a:moveTo>
                    <a:cubicBezTo>
                      <a:pt x="15406" y="268851"/>
                      <a:pt x="15293" y="268099"/>
                      <a:pt x="15135" y="267355"/>
                    </a:cubicBezTo>
                    <a:cubicBezTo>
                      <a:pt x="31902" y="277968"/>
                      <a:pt x="45655" y="292712"/>
                      <a:pt x="55074" y="310169"/>
                    </a:cubicBezTo>
                    <a:cubicBezTo>
                      <a:pt x="55148" y="310313"/>
                      <a:pt x="55287" y="310381"/>
                      <a:pt x="55381" y="310503"/>
                    </a:cubicBezTo>
                    <a:cubicBezTo>
                      <a:pt x="53499" y="325938"/>
                      <a:pt x="51792" y="341420"/>
                      <a:pt x="50387" y="356956"/>
                    </a:cubicBezTo>
                    <a:cubicBezTo>
                      <a:pt x="34895" y="329536"/>
                      <a:pt x="23184" y="300150"/>
                      <a:pt x="15571" y="269594"/>
                    </a:cubicBezTo>
                    <a:close/>
                    <a:moveTo>
                      <a:pt x="62302" y="362571"/>
                    </a:moveTo>
                    <a:cubicBezTo>
                      <a:pt x="63627" y="343058"/>
                      <a:pt x="65361" y="323549"/>
                      <a:pt x="67504" y="304044"/>
                    </a:cubicBezTo>
                    <a:cubicBezTo>
                      <a:pt x="80158" y="293686"/>
                      <a:pt x="94844" y="286093"/>
                      <a:pt x="110614" y="281754"/>
                    </a:cubicBezTo>
                    <a:cubicBezTo>
                      <a:pt x="96108" y="309616"/>
                      <a:pt x="79210" y="336362"/>
                      <a:pt x="62302" y="362571"/>
                    </a:cubicBezTo>
                    <a:close/>
                    <a:moveTo>
                      <a:pt x="114124" y="274772"/>
                    </a:moveTo>
                    <a:cubicBezTo>
                      <a:pt x="97579" y="278329"/>
                      <a:pt x="81988" y="285388"/>
                      <a:pt x="68403" y="295473"/>
                    </a:cubicBezTo>
                    <a:cubicBezTo>
                      <a:pt x="69636" y="284824"/>
                      <a:pt x="71005" y="274171"/>
                      <a:pt x="72512" y="263515"/>
                    </a:cubicBezTo>
                    <a:cubicBezTo>
                      <a:pt x="74168" y="251879"/>
                      <a:pt x="75972" y="240265"/>
                      <a:pt x="77925" y="228673"/>
                    </a:cubicBezTo>
                    <a:cubicBezTo>
                      <a:pt x="97627" y="209762"/>
                      <a:pt x="120801" y="194834"/>
                      <a:pt x="146171" y="184710"/>
                    </a:cubicBezTo>
                    <a:cubicBezTo>
                      <a:pt x="145246" y="189697"/>
                      <a:pt x="144219" y="194675"/>
                      <a:pt x="142980" y="199630"/>
                    </a:cubicBezTo>
                    <a:cubicBezTo>
                      <a:pt x="136156" y="225662"/>
                      <a:pt x="126479" y="250862"/>
                      <a:pt x="114124" y="274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1" name="Google Shape;1581;p23"/>
            <p:cNvGrpSpPr/>
            <p:nvPr/>
          </p:nvGrpSpPr>
          <p:grpSpPr>
            <a:xfrm rot="-628100">
              <a:off x="-71568" y="4733703"/>
              <a:ext cx="1472605" cy="465482"/>
              <a:chOff x="-214172" y="5156855"/>
              <a:chExt cx="1683830" cy="532260"/>
            </a:xfrm>
          </p:grpSpPr>
          <p:sp>
            <p:nvSpPr>
              <p:cNvPr id="1582" name="Google Shape;1582;p23"/>
              <p:cNvSpPr/>
              <p:nvPr/>
            </p:nvSpPr>
            <p:spPr>
              <a:xfrm>
                <a:off x="-192913" y="5502826"/>
                <a:ext cx="278733" cy="128253"/>
              </a:xfrm>
              <a:custGeom>
                <a:avLst/>
                <a:gdLst/>
                <a:ahLst/>
                <a:cxnLst/>
                <a:rect l="l" t="t" r="r" b="b"/>
                <a:pathLst>
                  <a:path w="162290" h="74674" extrusionOk="0">
                    <a:moveTo>
                      <a:pt x="162290" y="74674"/>
                    </a:moveTo>
                    <a:cubicBezTo>
                      <a:pt x="107397" y="62823"/>
                      <a:pt x="53215" y="47891"/>
                      <a:pt x="0" y="29949"/>
                    </a:cubicBezTo>
                    <a:lnTo>
                      <a:pt x="1690" y="24834"/>
                    </a:lnTo>
                    <a:cubicBezTo>
                      <a:pt x="2904" y="23712"/>
                      <a:pt x="4166" y="22541"/>
                      <a:pt x="5379" y="21417"/>
                    </a:cubicBezTo>
                    <a:lnTo>
                      <a:pt x="6112" y="22243"/>
                    </a:lnTo>
                    <a:cubicBezTo>
                      <a:pt x="36023" y="14520"/>
                      <a:pt x="66016" y="7106"/>
                      <a:pt x="96091" y="0"/>
                    </a:cubicBezTo>
                    <a:cubicBezTo>
                      <a:pt x="117280" y="11147"/>
                      <a:pt x="135854" y="26675"/>
                      <a:pt x="150580" y="45553"/>
                    </a:cubicBezTo>
                    <a:cubicBezTo>
                      <a:pt x="157902" y="53508"/>
                      <a:pt x="162067" y="63864"/>
                      <a:pt x="162290" y="746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23"/>
              <p:cNvSpPr/>
              <p:nvPr/>
            </p:nvSpPr>
            <p:spPr>
              <a:xfrm>
                <a:off x="-27886" y="5447725"/>
                <a:ext cx="450507" cy="222397"/>
              </a:xfrm>
              <a:custGeom>
                <a:avLst/>
                <a:gdLst/>
                <a:ahLst/>
                <a:cxnLst/>
                <a:rect l="l" t="t" r="r" b="b"/>
                <a:pathLst>
                  <a:path w="262304" h="129489" extrusionOk="0">
                    <a:moveTo>
                      <a:pt x="262304" y="129490"/>
                    </a:moveTo>
                    <a:cubicBezTo>
                      <a:pt x="196336" y="128562"/>
                      <a:pt x="130631" y="120946"/>
                      <a:pt x="66199" y="106758"/>
                    </a:cubicBezTo>
                    <a:cubicBezTo>
                      <a:pt x="65975" y="95948"/>
                      <a:pt x="61811" y="85592"/>
                      <a:pt x="54488" y="77636"/>
                    </a:cubicBezTo>
                    <a:cubicBezTo>
                      <a:pt x="39763" y="58759"/>
                      <a:pt x="21189" y="43230"/>
                      <a:pt x="0" y="32084"/>
                    </a:cubicBezTo>
                    <a:cubicBezTo>
                      <a:pt x="48736" y="20562"/>
                      <a:pt x="97653" y="9868"/>
                      <a:pt x="146751" y="0"/>
                    </a:cubicBezTo>
                    <a:cubicBezTo>
                      <a:pt x="145828" y="928"/>
                      <a:pt x="144809" y="1758"/>
                      <a:pt x="143837" y="2636"/>
                    </a:cubicBezTo>
                    <a:cubicBezTo>
                      <a:pt x="170611" y="18208"/>
                      <a:pt x="195670" y="36558"/>
                      <a:pt x="218597" y="57382"/>
                    </a:cubicBezTo>
                    <a:cubicBezTo>
                      <a:pt x="239638" y="76845"/>
                      <a:pt x="254783" y="101832"/>
                      <a:pt x="262304" y="1294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3"/>
              <p:cNvSpPr/>
              <p:nvPr/>
            </p:nvSpPr>
            <p:spPr>
              <a:xfrm>
                <a:off x="219141" y="5386277"/>
                <a:ext cx="567629" cy="283951"/>
              </a:xfrm>
              <a:custGeom>
                <a:avLst/>
                <a:gdLst/>
                <a:ahLst/>
                <a:cxnLst/>
                <a:rect l="l" t="t" r="r" b="b"/>
                <a:pathLst>
                  <a:path w="330497" h="165328" extrusionOk="0">
                    <a:moveTo>
                      <a:pt x="330497" y="137827"/>
                    </a:moveTo>
                    <a:cubicBezTo>
                      <a:pt x="272942" y="153562"/>
                      <a:pt x="213768" y="162623"/>
                      <a:pt x="154141" y="164832"/>
                    </a:cubicBezTo>
                    <a:cubicBezTo>
                      <a:pt x="142267" y="165253"/>
                      <a:pt x="130343" y="165432"/>
                      <a:pt x="118467" y="165269"/>
                    </a:cubicBezTo>
                    <a:cubicBezTo>
                      <a:pt x="110946" y="137611"/>
                      <a:pt x="95801" y="112625"/>
                      <a:pt x="74760" y="93162"/>
                    </a:cubicBezTo>
                    <a:cubicBezTo>
                      <a:pt x="51832" y="72337"/>
                      <a:pt x="26774" y="53987"/>
                      <a:pt x="0" y="38416"/>
                    </a:cubicBezTo>
                    <a:cubicBezTo>
                      <a:pt x="972" y="37538"/>
                      <a:pt x="1991" y="36707"/>
                      <a:pt x="2913" y="35780"/>
                    </a:cubicBezTo>
                    <a:cubicBezTo>
                      <a:pt x="69215" y="22410"/>
                      <a:pt x="135796" y="10484"/>
                      <a:pt x="202656" y="0"/>
                    </a:cubicBezTo>
                    <a:cubicBezTo>
                      <a:pt x="202209" y="433"/>
                      <a:pt x="201739" y="840"/>
                      <a:pt x="201248" y="1220"/>
                    </a:cubicBezTo>
                    <a:cubicBezTo>
                      <a:pt x="258731" y="30404"/>
                      <a:pt x="304359" y="78562"/>
                      <a:pt x="330399" y="137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3"/>
              <p:cNvSpPr/>
              <p:nvPr/>
            </p:nvSpPr>
            <p:spPr>
              <a:xfrm>
                <a:off x="564763" y="5342510"/>
                <a:ext cx="505051" cy="280487"/>
              </a:xfrm>
              <a:custGeom>
                <a:avLst/>
                <a:gdLst/>
                <a:ahLst/>
                <a:cxnLst/>
                <a:rect l="l" t="t" r="r" b="b"/>
                <a:pathLst>
                  <a:path w="294062" h="163311" extrusionOk="0">
                    <a:moveTo>
                      <a:pt x="129250" y="163312"/>
                    </a:moveTo>
                    <a:lnTo>
                      <a:pt x="129152" y="163020"/>
                    </a:lnTo>
                    <a:cubicBezTo>
                      <a:pt x="103111" y="104047"/>
                      <a:pt x="57484" y="55888"/>
                      <a:pt x="0" y="26705"/>
                    </a:cubicBezTo>
                    <a:cubicBezTo>
                      <a:pt x="491" y="26325"/>
                      <a:pt x="962" y="25917"/>
                      <a:pt x="1408" y="25485"/>
                    </a:cubicBezTo>
                    <a:cubicBezTo>
                      <a:pt x="64653" y="15676"/>
                      <a:pt x="128080" y="7181"/>
                      <a:pt x="191688" y="0"/>
                    </a:cubicBezTo>
                    <a:cubicBezTo>
                      <a:pt x="231621" y="26514"/>
                      <a:pt x="272436" y="55362"/>
                      <a:pt x="294063" y="97744"/>
                    </a:cubicBezTo>
                    <a:cubicBezTo>
                      <a:pt x="286190" y="101951"/>
                      <a:pt x="278219" y="106060"/>
                      <a:pt x="270248" y="109976"/>
                    </a:cubicBezTo>
                    <a:cubicBezTo>
                      <a:pt x="225094" y="132294"/>
                      <a:pt x="177871" y="150157"/>
                      <a:pt x="129250" y="1633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3"/>
              <p:cNvSpPr/>
              <p:nvPr/>
            </p:nvSpPr>
            <p:spPr>
              <a:xfrm>
                <a:off x="893968" y="5319612"/>
                <a:ext cx="346775" cy="190773"/>
              </a:xfrm>
              <a:custGeom>
                <a:avLst/>
                <a:gdLst/>
                <a:ahLst/>
                <a:cxnLst/>
                <a:rect l="l" t="t" r="r" b="b"/>
                <a:pathLst>
                  <a:path w="201907" h="111076" extrusionOk="0">
                    <a:moveTo>
                      <a:pt x="102375" y="111076"/>
                    </a:moveTo>
                    <a:cubicBezTo>
                      <a:pt x="80749" y="68695"/>
                      <a:pt x="39933" y="39847"/>
                      <a:pt x="0" y="13333"/>
                    </a:cubicBezTo>
                    <a:cubicBezTo>
                      <a:pt x="24863" y="10491"/>
                      <a:pt x="49823" y="7843"/>
                      <a:pt x="74736" y="5440"/>
                    </a:cubicBezTo>
                    <a:cubicBezTo>
                      <a:pt x="97070" y="3286"/>
                      <a:pt x="119550" y="1278"/>
                      <a:pt x="142081" y="0"/>
                    </a:cubicBezTo>
                    <a:cubicBezTo>
                      <a:pt x="140914" y="685"/>
                      <a:pt x="139699" y="1418"/>
                      <a:pt x="138533" y="2103"/>
                    </a:cubicBezTo>
                    <a:cubicBezTo>
                      <a:pt x="162579" y="16878"/>
                      <a:pt x="183983" y="35574"/>
                      <a:pt x="201857" y="57415"/>
                    </a:cubicBezTo>
                    <a:lnTo>
                      <a:pt x="201907" y="57561"/>
                    </a:lnTo>
                    <a:cubicBezTo>
                      <a:pt x="168418" y="74346"/>
                      <a:pt x="135570" y="93513"/>
                      <a:pt x="102375" y="1110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3"/>
              <p:cNvSpPr/>
              <p:nvPr/>
            </p:nvSpPr>
            <p:spPr>
              <a:xfrm>
                <a:off x="1131884" y="5316612"/>
                <a:ext cx="320128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186392" h="59307" extrusionOk="0">
                    <a:moveTo>
                      <a:pt x="186393" y="16631"/>
                    </a:moveTo>
                    <a:cubicBezTo>
                      <a:pt x="143401" y="24315"/>
                      <a:pt x="101887" y="38717"/>
                      <a:pt x="63374" y="59308"/>
                    </a:cubicBezTo>
                    <a:lnTo>
                      <a:pt x="63324" y="59162"/>
                    </a:lnTo>
                    <a:cubicBezTo>
                      <a:pt x="45450" y="37321"/>
                      <a:pt x="24046" y="18625"/>
                      <a:pt x="0" y="3850"/>
                    </a:cubicBezTo>
                    <a:cubicBezTo>
                      <a:pt x="1166" y="3165"/>
                      <a:pt x="2381" y="2432"/>
                      <a:pt x="3548" y="1747"/>
                    </a:cubicBezTo>
                    <a:cubicBezTo>
                      <a:pt x="65057" y="-1924"/>
                      <a:pt x="126725" y="-777"/>
                      <a:pt x="186096" y="14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3"/>
              <p:cNvSpPr/>
              <p:nvPr/>
            </p:nvSpPr>
            <p:spPr>
              <a:xfrm>
                <a:off x="1137978" y="5235630"/>
                <a:ext cx="328158" cy="109549"/>
              </a:xfrm>
              <a:custGeom>
                <a:avLst/>
                <a:gdLst/>
                <a:ahLst/>
                <a:cxnLst/>
                <a:rect l="l" t="t" r="r" b="b"/>
                <a:pathLst>
                  <a:path w="191067" h="63784" extrusionOk="0">
                    <a:moveTo>
                      <a:pt x="182548" y="61838"/>
                    </a:moveTo>
                    <a:cubicBezTo>
                      <a:pt x="123177" y="46377"/>
                      <a:pt x="61509" y="45230"/>
                      <a:pt x="0" y="48901"/>
                    </a:cubicBezTo>
                    <a:cubicBezTo>
                      <a:pt x="19769" y="36537"/>
                      <a:pt x="36560" y="19954"/>
                      <a:pt x="49170" y="341"/>
                    </a:cubicBezTo>
                    <a:lnTo>
                      <a:pt x="49316" y="0"/>
                    </a:lnTo>
                    <a:cubicBezTo>
                      <a:pt x="98457" y="16309"/>
                      <a:pt x="145925" y="37285"/>
                      <a:pt x="191068" y="62643"/>
                    </a:cubicBezTo>
                    <a:cubicBezTo>
                      <a:pt x="188294" y="62991"/>
                      <a:pt x="185570" y="63388"/>
                      <a:pt x="182845" y="6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23"/>
              <p:cNvSpPr/>
              <p:nvPr/>
            </p:nvSpPr>
            <p:spPr>
              <a:xfrm>
                <a:off x="885509" y="5183367"/>
                <a:ext cx="337181" cy="159150"/>
              </a:xfrm>
              <a:custGeom>
                <a:avLst/>
                <a:gdLst/>
                <a:ahLst/>
                <a:cxnLst/>
                <a:rect l="l" t="t" r="r" b="b"/>
                <a:pathLst>
                  <a:path w="196321" h="92664" extrusionOk="0">
                    <a:moveTo>
                      <a:pt x="4925" y="92665"/>
                    </a:moveTo>
                    <a:cubicBezTo>
                      <a:pt x="3267" y="91501"/>
                      <a:pt x="1658" y="90386"/>
                      <a:pt x="0" y="89319"/>
                    </a:cubicBezTo>
                    <a:cubicBezTo>
                      <a:pt x="33220" y="69880"/>
                      <a:pt x="59288" y="40248"/>
                      <a:pt x="74333" y="4821"/>
                    </a:cubicBezTo>
                    <a:lnTo>
                      <a:pt x="75147" y="0"/>
                    </a:lnTo>
                    <a:cubicBezTo>
                      <a:pt x="116254" y="7044"/>
                      <a:pt x="156764" y="17217"/>
                      <a:pt x="196321" y="30430"/>
                    </a:cubicBezTo>
                    <a:lnTo>
                      <a:pt x="196176" y="30772"/>
                    </a:lnTo>
                    <a:cubicBezTo>
                      <a:pt x="183565" y="50385"/>
                      <a:pt x="166774" y="66967"/>
                      <a:pt x="147005" y="79332"/>
                    </a:cubicBezTo>
                    <a:cubicBezTo>
                      <a:pt x="124474" y="80610"/>
                      <a:pt x="101994" y="82618"/>
                      <a:pt x="79660" y="84772"/>
                    </a:cubicBezTo>
                    <a:cubicBezTo>
                      <a:pt x="54747" y="87175"/>
                      <a:pt x="29787" y="89823"/>
                      <a:pt x="4925" y="926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23"/>
              <p:cNvSpPr/>
              <p:nvPr/>
            </p:nvSpPr>
            <p:spPr>
              <a:xfrm>
                <a:off x="567181" y="5162575"/>
                <a:ext cx="447412" cy="223715"/>
              </a:xfrm>
              <a:custGeom>
                <a:avLst/>
                <a:gdLst/>
                <a:ahLst/>
                <a:cxnLst/>
                <a:rect l="l" t="t" r="r" b="b"/>
                <a:pathLst>
                  <a:path w="260502" h="130256" extrusionOk="0">
                    <a:moveTo>
                      <a:pt x="0" y="130257"/>
                    </a:moveTo>
                    <a:cubicBezTo>
                      <a:pt x="41806" y="95576"/>
                      <a:pt x="76640" y="53265"/>
                      <a:pt x="102647" y="5577"/>
                    </a:cubicBezTo>
                    <a:lnTo>
                      <a:pt x="102487" y="175"/>
                    </a:lnTo>
                    <a:cubicBezTo>
                      <a:pt x="155419" y="-915"/>
                      <a:pt x="208334" y="3081"/>
                      <a:pt x="260502" y="12108"/>
                    </a:cubicBezTo>
                    <a:lnTo>
                      <a:pt x="259689" y="16928"/>
                    </a:lnTo>
                    <a:cubicBezTo>
                      <a:pt x="244643" y="52356"/>
                      <a:pt x="218575" y="81988"/>
                      <a:pt x="185355" y="101427"/>
                    </a:cubicBezTo>
                    <a:cubicBezTo>
                      <a:pt x="187013" y="102494"/>
                      <a:pt x="188622" y="103608"/>
                      <a:pt x="190280" y="104772"/>
                    </a:cubicBezTo>
                    <a:cubicBezTo>
                      <a:pt x="126688" y="111905"/>
                      <a:pt x="63261" y="120400"/>
                      <a:pt x="0" y="1302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23"/>
              <p:cNvSpPr/>
              <p:nvPr/>
            </p:nvSpPr>
            <p:spPr>
              <a:xfrm>
                <a:off x="224144" y="5162875"/>
                <a:ext cx="519353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302389" h="165861" extrusionOk="0">
                    <a:moveTo>
                      <a:pt x="0" y="165861"/>
                    </a:moveTo>
                    <a:cubicBezTo>
                      <a:pt x="41310" y="129348"/>
                      <a:pt x="73320" y="83512"/>
                      <a:pt x="93376" y="32154"/>
                    </a:cubicBezTo>
                    <a:cubicBezTo>
                      <a:pt x="135380" y="19895"/>
                      <a:pt x="178311" y="11071"/>
                      <a:pt x="221745" y="5767"/>
                    </a:cubicBezTo>
                    <a:cubicBezTo>
                      <a:pt x="248456" y="2531"/>
                      <a:pt x="275284" y="608"/>
                      <a:pt x="302229" y="0"/>
                    </a:cubicBezTo>
                    <a:lnTo>
                      <a:pt x="302390" y="5402"/>
                    </a:lnTo>
                    <a:cubicBezTo>
                      <a:pt x="276382" y="53090"/>
                      <a:pt x="241549" y="95401"/>
                      <a:pt x="199742" y="130082"/>
                    </a:cubicBezTo>
                    <a:cubicBezTo>
                      <a:pt x="132946" y="140532"/>
                      <a:pt x="66366" y="152459"/>
                      <a:pt x="0" y="1658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23"/>
              <p:cNvSpPr/>
              <p:nvPr/>
            </p:nvSpPr>
            <p:spPr>
              <a:xfrm>
                <a:off x="-30313" y="5218097"/>
                <a:ext cx="414845" cy="284744"/>
              </a:xfrm>
              <a:custGeom>
                <a:avLst/>
                <a:gdLst/>
                <a:ahLst/>
                <a:cxnLst/>
                <a:rect l="l" t="t" r="r" b="b"/>
                <a:pathLst>
                  <a:path w="241540" h="165790" extrusionOk="0">
                    <a:moveTo>
                      <a:pt x="0" y="165064"/>
                    </a:moveTo>
                    <a:cubicBezTo>
                      <a:pt x="25455" y="139523"/>
                      <a:pt x="46728" y="110130"/>
                      <a:pt x="63035" y="77968"/>
                    </a:cubicBezTo>
                    <a:lnTo>
                      <a:pt x="62008" y="76170"/>
                    </a:lnTo>
                    <a:cubicBezTo>
                      <a:pt x="118674" y="43860"/>
                      <a:pt x="178928" y="18296"/>
                      <a:pt x="241540" y="0"/>
                    </a:cubicBezTo>
                    <a:cubicBezTo>
                      <a:pt x="221485" y="51357"/>
                      <a:pt x="189475" y="97193"/>
                      <a:pt x="148164" y="133707"/>
                    </a:cubicBezTo>
                    <a:cubicBezTo>
                      <a:pt x="99082" y="143526"/>
                      <a:pt x="50166" y="154221"/>
                      <a:pt x="1413" y="165791"/>
                    </a:cubicBezTo>
                    <a:cubicBezTo>
                      <a:pt x="974" y="165548"/>
                      <a:pt x="438" y="165307"/>
                      <a:pt x="0" y="1650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23"/>
              <p:cNvSpPr/>
              <p:nvPr/>
            </p:nvSpPr>
            <p:spPr>
              <a:xfrm>
                <a:off x="-183673" y="5348909"/>
                <a:ext cx="261630" cy="192125"/>
              </a:xfrm>
              <a:custGeom>
                <a:avLst/>
                <a:gdLst/>
                <a:ahLst/>
                <a:cxnLst/>
                <a:rect l="l" t="t" r="r" b="b"/>
                <a:pathLst>
                  <a:path w="152332" h="111863" extrusionOk="0">
                    <a:moveTo>
                      <a:pt x="89298" y="88894"/>
                    </a:moveTo>
                    <a:cubicBezTo>
                      <a:pt x="89736" y="89137"/>
                      <a:pt x="90273" y="89378"/>
                      <a:pt x="90712" y="89621"/>
                    </a:cubicBezTo>
                    <a:cubicBezTo>
                      <a:pt x="60653" y="96711"/>
                      <a:pt x="30660" y="104125"/>
                      <a:pt x="732" y="111864"/>
                    </a:cubicBezTo>
                    <a:lnTo>
                      <a:pt x="0" y="111038"/>
                    </a:lnTo>
                    <a:cubicBezTo>
                      <a:pt x="46025" y="68363"/>
                      <a:pt x="96792" y="31107"/>
                      <a:pt x="151306" y="0"/>
                    </a:cubicBezTo>
                    <a:lnTo>
                      <a:pt x="152333" y="1798"/>
                    </a:lnTo>
                    <a:cubicBezTo>
                      <a:pt x="136026" y="33961"/>
                      <a:pt x="114754" y="63353"/>
                      <a:pt x="89298" y="888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23"/>
              <p:cNvSpPr/>
              <p:nvPr/>
            </p:nvSpPr>
            <p:spPr>
              <a:xfrm>
                <a:off x="-214172" y="5156855"/>
                <a:ext cx="1683830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980396" h="309904" extrusionOk="0">
                    <a:moveTo>
                      <a:pt x="977854" y="105867"/>
                    </a:moveTo>
                    <a:cubicBezTo>
                      <a:pt x="854794" y="37216"/>
                      <a:pt x="716371" y="799"/>
                      <a:pt x="575459" y="3"/>
                    </a:cubicBezTo>
                    <a:cubicBezTo>
                      <a:pt x="441018" y="-345"/>
                      <a:pt x="308546" y="32296"/>
                      <a:pt x="189656" y="95063"/>
                    </a:cubicBezTo>
                    <a:cubicBezTo>
                      <a:pt x="123272" y="129522"/>
                      <a:pt x="62484" y="173828"/>
                      <a:pt x="9356" y="226475"/>
                    </a:cubicBezTo>
                    <a:cubicBezTo>
                      <a:pt x="8862" y="226933"/>
                      <a:pt x="8629" y="227608"/>
                      <a:pt x="8737" y="228273"/>
                    </a:cubicBezTo>
                    <a:cubicBezTo>
                      <a:pt x="7659" y="227908"/>
                      <a:pt x="6573" y="227572"/>
                      <a:pt x="5496" y="227205"/>
                    </a:cubicBezTo>
                    <a:cubicBezTo>
                      <a:pt x="-22" y="225387"/>
                      <a:pt x="-2352" y="234032"/>
                      <a:pt x="3105" y="235877"/>
                    </a:cubicBezTo>
                    <a:cubicBezTo>
                      <a:pt x="57403" y="254473"/>
                      <a:pt x="112717" y="269958"/>
                      <a:pt x="168778" y="282257"/>
                    </a:cubicBezTo>
                    <a:lnTo>
                      <a:pt x="168764" y="282339"/>
                    </a:lnTo>
                    <a:cubicBezTo>
                      <a:pt x="168180" y="284759"/>
                      <a:pt x="171894" y="285790"/>
                      <a:pt x="172498" y="283368"/>
                    </a:cubicBezTo>
                    <a:cubicBezTo>
                      <a:pt x="172522" y="283271"/>
                      <a:pt x="172514" y="283178"/>
                      <a:pt x="172537" y="283081"/>
                    </a:cubicBezTo>
                    <a:cubicBezTo>
                      <a:pt x="236253" y="296980"/>
                      <a:pt x="301193" y="304511"/>
                      <a:pt x="366399" y="305564"/>
                    </a:cubicBezTo>
                    <a:cubicBezTo>
                      <a:pt x="366598" y="306518"/>
                      <a:pt x="366883" y="307423"/>
                      <a:pt x="367062" y="308389"/>
                    </a:cubicBezTo>
                    <a:cubicBezTo>
                      <a:pt x="367554" y="311043"/>
                      <a:pt x="371584" y="309915"/>
                      <a:pt x="371107" y="307274"/>
                    </a:cubicBezTo>
                    <a:cubicBezTo>
                      <a:pt x="371003" y="306701"/>
                      <a:pt x="370832" y="306167"/>
                      <a:pt x="370721" y="305598"/>
                    </a:cubicBezTo>
                    <a:cubicBezTo>
                      <a:pt x="382753" y="305656"/>
                      <a:pt x="394792" y="305547"/>
                      <a:pt x="406838" y="305060"/>
                    </a:cubicBezTo>
                    <a:cubicBezTo>
                      <a:pt x="472337" y="302358"/>
                      <a:pt x="537240" y="291479"/>
                      <a:pt x="600039" y="272675"/>
                    </a:cubicBezTo>
                    <a:cubicBezTo>
                      <a:pt x="661884" y="253280"/>
                      <a:pt x="721487" y="227352"/>
                      <a:pt x="777839" y="195331"/>
                    </a:cubicBezTo>
                    <a:cubicBezTo>
                      <a:pt x="840091" y="161134"/>
                      <a:pt x="903628" y="124530"/>
                      <a:pt x="975280" y="115374"/>
                    </a:cubicBezTo>
                    <a:cubicBezTo>
                      <a:pt x="979900" y="114783"/>
                      <a:pt x="982720" y="108589"/>
                      <a:pt x="977854" y="105867"/>
                    </a:cubicBezTo>
                    <a:close/>
                    <a:moveTo>
                      <a:pt x="842875" y="149115"/>
                    </a:moveTo>
                    <a:cubicBezTo>
                      <a:pt x="826440" y="129835"/>
                      <a:pt x="807221" y="113113"/>
                      <a:pt x="785854" y="99501"/>
                    </a:cubicBezTo>
                    <a:cubicBezTo>
                      <a:pt x="811431" y="97944"/>
                      <a:pt x="837043" y="97440"/>
                      <a:pt x="862690" y="97990"/>
                    </a:cubicBezTo>
                    <a:cubicBezTo>
                      <a:pt x="893564" y="99218"/>
                      <a:pt x="924302" y="102768"/>
                      <a:pt x="954643" y="108609"/>
                    </a:cubicBezTo>
                    <a:cubicBezTo>
                      <a:pt x="915763" y="117120"/>
                      <a:pt x="878181" y="130741"/>
                      <a:pt x="842875" y="149115"/>
                    </a:cubicBezTo>
                    <a:close/>
                    <a:moveTo>
                      <a:pt x="784999" y="93288"/>
                    </a:moveTo>
                    <a:cubicBezTo>
                      <a:pt x="736967" y="95929"/>
                      <a:pt x="688994" y="100840"/>
                      <a:pt x="641168" y="106437"/>
                    </a:cubicBezTo>
                    <a:cubicBezTo>
                      <a:pt x="673613" y="87052"/>
                      <a:pt x="698830" y="57589"/>
                      <a:pt x="712973" y="22539"/>
                    </a:cubicBezTo>
                    <a:cubicBezTo>
                      <a:pt x="752267" y="29362"/>
                      <a:pt x="791009" y="39047"/>
                      <a:pt x="828892" y="51515"/>
                    </a:cubicBezTo>
                    <a:cubicBezTo>
                      <a:pt x="822661" y="59422"/>
                      <a:pt x="816130" y="67087"/>
                      <a:pt x="809144" y="74337"/>
                    </a:cubicBezTo>
                    <a:cubicBezTo>
                      <a:pt x="801726" y="81418"/>
                      <a:pt x="793640" y="87764"/>
                      <a:pt x="784999" y="93288"/>
                    </a:cubicBezTo>
                    <a:close/>
                    <a:moveTo>
                      <a:pt x="793909" y="92825"/>
                    </a:moveTo>
                    <a:cubicBezTo>
                      <a:pt x="809178" y="82101"/>
                      <a:pt x="822123" y="68404"/>
                      <a:pt x="831970" y="52555"/>
                    </a:cubicBezTo>
                    <a:cubicBezTo>
                      <a:pt x="874028" y="66567"/>
                      <a:pt x="914877" y="83974"/>
                      <a:pt x="954117" y="104602"/>
                    </a:cubicBezTo>
                    <a:cubicBezTo>
                      <a:pt x="902440" y="90930"/>
                      <a:pt x="846970" y="90242"/>
                      <a:pt x="793909" y="92825"/>
                    </a:cubicBezTo>
                    <a:close/>
                    <a:moveTo>
                      <a:pt x="709792" y="21962"/>
                    </a:moveTo>
                    <a:cubicBezTo>
                      <a:pt x="693819" y="56141"/>
                      <a:pt x="668220" y="84917"/>
                      <a:pt x="636133" y="104761"/>
                    </a:cubicBezTo>
                    <a:cubicBezTo>
                      <a:pt x="635355" y="105275"/>
                      <a:pt x="635038" y="106260"/>
                      <a:pt x="635370" y="107132"/>
                    </a:cubicBezTo>
                    <a:cubicBezTo>
                      <a:pt x="623153" y="108575"/>
                      <a:pt x="610944" y="110039"/>
                      <a:pt x="598742" y="111523"/>
                    </a:cubicBezTo>
                    <a:cubicBezTo>
                      <a:pt x="552633" y="117172"/>
                      <a:pt x="506633" y="123531"/>
                      <a:pt x="460740" y="130601"/>
                    </a:cubicBezTo>
                    <a:cubicBezTo>
                      <a:pt x="479339" y="114431"/>
                      <a:pt x="496529" y="96710"/>
                      <a:pt x="512125" y="77628"/>
                    </a:cubicBezTo>
                    <a:cubicBezTo>
                      <a:pt x="520523" y="67278"/>
                      <a:pt x="528473" y="56567"/>
                      <a:pt x="535839" y="45459"/>
                    </a:cubicBezTo>
                    <a:cubicBezTo>
                      <a:pt x="543828" y="34877"/>
                      <a:pt x="550303" y="23235"/>
                      <a:pt x="555080" y="10866"/>
                    </a:cubicBezTo>
                    <a:cubicBezTo>
                      <a:pt x="555106" y="10782"/>
                      <a:pt x="555002" y="10740"/>
                      <a:pt x="554991" y="10661"/>
                    </a:cubicBezTo>
                    <a:cubicBezTo>
                      <a:pt x="606833" y="9519"/>
                      <a:pt x="658666" y="13303"/>
                      <a:pt x="709792" y="21962"/>
                    </a:cubicBezTo>
                    <a:close/>
                    <a:moveTo>
                      <a:pt x="553693" y="10680"/>
                    </a:moveTo>
                    <a:cubicBezTo>
                      <a:pt x="546274" y="20730"/>
                      <a:pt x="539411" y="31178"/>
                      <a:pt x="533133" y="41977"/>
                    </a:cubicBezTo>
                    <a:cubicBezTo>
                      <a:pt x="524974" y="54084"/>
                      <a:pt x="516262" y="65829"/>
                      <a:pt x="506943" y="77069"/>
                    </a:cubicBezTo>
                    <a:cubicBezTo>
                      <a:pt x="490388" y="96936"/>
                      <a:pt x="472101" y="115293"/>
                      <a:pt x="452297" y="131923"/>
                    </a:cubicBezTo>
                    <a:cubicBezTo>
                      <a:pt x="388320" y="141892"/>
                      <a:pt x="324552" y="153241"/>
                      <a:pt x="260995" y="165969"/>
                    </a:cubicBezTo>
                    <a:cubicBezTo>
                      <a:pt x="298197" y="132281"/>
                      <a:pt x="326779" y="90163"/>
                      <a:pt x="344345" y="43149"/>
                    </a:cubicBezTo>
                    <a:cubicBezTo>
                      <a:pt x="347101" y="42311"/>
                      <a:pt x="349835" y="41414"/>
                      <a:pt x="352600" y="40603"/>
                    </a:cubicBezTo>
                    <a:cubicBezTo>
                      <a:pt x="418127" y="22311"/>
                      <a:pt x="485679" y="12259"/>
                      <a:pt x="553693" y="10680"/>
                    </a:cubicBezTo>
                    <a:close/>
                    <a:moveTo>
                      <a:pt x="341465" y="44037"/>
                    </a:moveTo>
                    <a:cubicBezTo>
                      <a:pt x="330913" y="66398"/>
                      <a:pt x="318740" y="87958"/>
                      <a:pt x="305044" y="108544"/>
                    </a:cubicBezTo>
                    <a:cubicBezTo>
                      <a:pt x="289804" y="130174"/>
                      <a:pt x="272173" y="150017"/>
                      <a:pt x="252485" y="167696"/>
                    </a:cubicBezTo>
                    <a:cubicBezTo>
                      <a:pt x="243562" y="169499"/>
                      <a:pt x="234633" y="171270"/>
                      <a:pt x="225718" y="173127"/>
                    </a:cubicBezTo>
                    <a:cubicBezTo>
                      <a:pt x="187078" y="181172"/>
                      <a:pt x="148569" y="189779"/>
                      <a:pt x="110191" y="198947"/>
                    </a:cubicBezTo>
                    <a:cubicBezTo>
                      <a:pt x="133162" y="175804"/>
                      <a:pt x="152073" y="148958"/>
                      <a:pt x="166129" y="119535"/>
                    </a:cubicBezTo>
                    <a:cubicBezTo>
                      <a:pt x="221676" y="88111"/>
                      <a:pt x="280465" y="62797"/>
                      <a:pt x="341465" y="44037"/>
                    </a:cubicBezTo>
                    <a:close/>
                    <a:moveTo>
                      <a:pt x="22681" y="220762"/>
                    </a:moveTo>
                    <a:cubicBezTo>
                      <a:pt x="65706" y="183484"/>
                      <a:pt x="112234" y="150453"/>
                      <a:pt x="161614" y="122127"/>
                    </a:cubicBezTo>
                    <a:cubicBezTo>
                      <a:pt x="154054" y="134701"/>
                      <a:pt x="146713" y="147350"/>
                      <a:pt x="138106" y="159298"/>
                    </a:cubicBezTo>
                    <a:cubicBezTo>
                      <a:pt x="127449" y="173992"/>
                      <a:pt x="115671" y="187840"/>
                      <a:pt x="102878" y="200718"/>
                    </a:cubicBezTo>
                    <a:cubicBezTo>
                      <a:pt x="76086" y="207144"/>
                      <a:pt x="49353" y="213825"/>
                      <a:pt x="22681" y="220762"/>
                    </a:cubicBezTo>
                    <a:close/>
                    <a:moveTo>
                      <a:pt x="14470" y="227894"/>
                    </a:moveTo>
                    <a:cubicBezTo>
                      <a:pt x="14963" y="228132"/>
                      <a:pt x="15517" y="228211"/>
                      <a:pt x="16056" y="228120"/>
                    </a:cubicBezTo>
                    <a:cubicBezTo>
                      <a:pt x="46172" y="220604"/>
                      <a:pt x="76360" y="213329"/>
                      <a:pt x="106619" y="206295"/>
                    </a:cubicBezTo>
                    <a:cubicBezTo>
                      <a:pt x="120468" y="213859"/>
                      <a:pt x="133199" y="223311"/>
                      <a:pt x="144446" y="234380"/>
                    </a:cubicBezTo>
                    <a:cubicBezTo>
                      <a:pt x="154318" y="244212"/>
                      <a:pt x="167311" y="257648"/>
                      <a:pt x="169245" y="272385"/>
                    </a:cubicBezTo>
                    <a:cubicBezTo>
                      <a:pt x="116257" y="261067"/>
                      <a:pt x="63950" y="246762"/>
                      <a:pt x="12577" y="229539"/>
                    </a:cubicBezTo>
                    <a:cubicBezTo>
                      <a:pt x="13201" y="228982"/>
                      <a:pt x="13845" y="228450"/>
                      <a:pt x="14470" y="227894"/>
                    </a:cubicBezTo>
                    <a:close/>
                    <a:moveTo>
                      <a:pt x="229560" y="283948"/>
                    </a:moveTo>
                    <a:cubicBezTo>
                      <a:pt x="210673" y="280754"/>
                      <a:pt x="191862" y="277183"/>
                      <a:pt x="173126" y="273235"/>
                    </a:cubicBezTo>
                    <a:cubicBezTo>
                      <a:pt x="171903" y="259658"/>
                      <a:pt x="162146" y="247597"/>
                      <a:pt x="153102" y="237659"/>
                    </a:cubicBezTo>
                    <a:cubicBezTo>
                      <a:pt x="141208" y="224765"/>
                      <a:pt x="127421" y="213756"/>
                      <a:pt x="112214" y="205010"/>
                    </a:cubicBezTo>
                    <a:cubicBezTo>
                      <a:pt x="157281" y="194586"/>
                      <a:pt x="202492" y="184741"/>
                      <a:pt x="247846" y="175474"/>
                    </a:cubicBezTo>
                    <a:cubicBezTo>
                      <a:pt x="247917" y="175537"/>
                      <a:pt x="247992" y="175594"/>
                      <a:pt x="248071" y="175647"/>
                    </a:cubicBezTo>
                    <a:cubicBezTo>
                      <a:pt x="294992" y="205311"/>
                      <a:pt x="347104" y="239727"/>
                      <a:pt x="363772" y="295109"/>
                    </a:cubicBezTo>
                    <a:cubicBezTo>
                      <a:pt x="318819" y="294749"/>
                      <a:pt x="273956" y="291019"/>
                      <a:pt x="229560" y="283948"/>
                    </a:cubicBezTo>
                    <a:close/>
                    <a:moveTo>
                      <a:pt x="368274" y="295114"/>
                    </a:moveTo>
                    <a:cubicBezTo>
                      <a:pt x="352428" y="239215"/>
                      <a:pt x="301384" y="204122"/>
                      <a:pt x="254086" y="174232"/>
                    </a:cubicBezTo>
                    <a:cubicBezTo>
                      <a:pt x="319088" y="161075"/>
                      <a:pt x="384345" y="149278"/>
                      <a:pt x="449859" y="138841"/>
                    </a:cubicBezTo>
                    <a:cubicBezTo>
                      <a:pt x="477941" y="153261"/>
                      <a:pt x="503406" y="172288"/>
                      <a:pt x="525194" y="195131"/>
                    </a:cubicBezTo>
                    <a:cubicBezTo>
                      <a:pt x="545299" y="217290"/>
                      <a:pt x="562256" y="242112"/>
                      <a:pt x="575587" y="268897"/>
                    </a:cubicBezTo>
                    <a:cubicBezTo>
                      <a:pt x="507923" y="286645"/>
                      <a:pt x="438226" y="295459"/>
                      <a:pt x="368274" y="295114"/>
                    </a:cubicBezTo>
                    <a:close/>
                    <a:moveTo>
                      <a:pt x="579251" y="267956"/>
                    </a:moveTo>
                    <a:cubicBezTo>
                      <a:pt x="556778" y="212499"/>
                      <a:pt x="509530" y="165788"/>
                      <a:pt x="457346" y="137663"/>
                    </a:cubicBezTo>
                    <a:cubicBezTo>
                      <a:pt x="518986" y="127989"/>
                      <a:pt x="580806" y="119680"/>
                      <a:pt x="642807" y="112738"/>
                    </a:cubicBezTo>
                    <a:cubicBezTo>
                      <a:pt x="679934" y="137470"/>
                      <a:pt x="717870" y="164243"/>
                      <a:pt x="740549" y="203335"/>
                    </a:cubicBezTo>
                    <a:cubicBezTo>
                      <a:pt x="705262" y="222131"/>
                      <a:pt x="668680" y="238387"/>
                      <a:pt x="631080" y="251979"/>
                    </a:cubicBezTo>
                    <a:cubicBezTo>
                      <a:pt x="613942" y="257963"/>
                      <a:pt x="596666" y="263289"/>
                      <a:pt x="579251" y="267956"/>
                    </a:cubicBezTo>
                    <a:close/>
                    <a:moveTo>
                      <a:pt x="742919" y="202113"/>
                    </a:moveTo>
                    <a:cubicBezTo>
                      <a:pt x="721347" y="163401"/>
                      <a:pt x="685485" y="136475"/>
                      <a:pt x="649113" y="112037"/>
                    </a:cubicBezTo>
                    <a:cubicBezTo>
                      <a:pt x="686203" y="107971"/>
                      <a:pt x="723341" y="104421"/>
                      <a:pt x="760530" y="101387"/>
                    </a:cubicBezTo>
                    <a:cubicBezTo>
                      <a:pt x="766661" y="100846"/>
                      <a:pt x="772801" y="100436"/>
                      <a:pt x="778940" y="100016"/>
                    </a:cubicBezTo>
                    <a:cubicBezTo>
                      <a:pt x="779089" y="100229"/>
                      <a:pt x="779274" y="100414"/>
                      <a:pt x="779487" y="100563"/>
                    </a:cubicBezTo>
                    <a:cubicBezTo>
                      <a:pt x="801575" y="114429"/>
                      <a:pt x="821434" y="131564"/>
                      <a:pt x="838387" y="151383"/>
                    </a:cubicBezTo>
                    <a:cubicBezTo>
                      <a:pt x="827681" y="156767"/>
                      <a:pt x="817059" y="162310"/>
                      <a:pt x="806523" y="168013"/>
                    </a:cubicBezTo>
                    <a:cubicBezTo>
                      <a:pt x="785298" y="179512"/>
                      <a:pt x="764203" y="191045"/>
                      <a:pt x="742919" y="202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5" name="Google Shape;1595;p23"/>
            <p:cNvGrpSpPr/>
            <p:nvPr/>
          </p:nvGrpSpPr>
          <p:grpSpPr>
            <a:xfrm rot="-1409475">
              <a:off x="-309988" y="4663970"/>
              <a:ext cx="736671" cy="585689"/>
              <a:chOff x="969638" y="5223655"/>
              <a:chExt cx="736688" cy="585703"/>
            </a:xfrm>
          </p:grpSpPr>
          <p:sp>
            <p:nvSpPr>
              <p:cNvPr id="1596" name="Google Shape;1596;p23"/>
              <p:cNvSpPr/>
              <p:nvPr/>
            </p:nvSpPr>
            <p:spPr>
              <a:xfrm rot="-1596821" flipH="1">
                <a:off x="1058432" y="5563427"/>
                <a:ext cx="179241" cy="189847"/>
              </a:xfrm>
              <a:custGeom>
                <a:avLst/>
                <a:gdLst/>
                <a:ahLst/>
                <a:cxnLst/>
                <a:rect l="l" t="t" r="r" b="b"/>
                <a:pathLst>
                  <a:path w="136093" h="144146" extrusionOk="0">
                    <a:moveTo>
                      <a:pt x="136094" y="143067"/>
                    </a:moveTo>
                    <a:cubicBezTo>
                      <a:pt x="99855" y="88789"/>
                      <a:pt x="55346" y="40517"/>
                      <a:pt x="4182" y="0"/>
                    </a:cubicBezTo>
                    <a:lnTo>
                      <a:pt x="0" y="5317"/>
                    </a:lnTo>
                    <a:cubicBezTo>
                      <a:pt x="14712" y="39165"/>
                      <a:pt x="33198" y="71245"/>
                      <a:pt x="55106" y="100948"/>
                    </a:cubicBezTo>
                    <a:lnTo>
                      <a:pt x="54977" y="100996"/>
                    </a:lnTo>
                    <a:cubicBezTo>
                      <a:pt x="81680" y="115169"/>
                      <a:pt x="108223" y="129698"/>
                      <a:pt x="134588" y="1441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23"/>
              <p:cNvSpPr/>
              <p:nvPr/>
            </p:nvSpPr>
            <p:spPr>
              <a:xfrm rot="-1596821" flipH="1">
                <a:off x="1125659" y="5453894"/>
                <a:ext cx="183632" cy="200585"/>
              </a:xfrm>
              <a:custGeom>
                <a:avLst/>
                <a:gdLst/>
                <a:ahLst/>
                <a:cxnLst/>
                <a:rect l="l" t="t" r="r" b="b"/>
                <a:pathLst>
                  <a:path w="139427" h="152299" extrusionOk="0">
                    <a:moveTo>
                      <a:pt x="0" y="3254"/>
                    </a:moveTo>
                    <a:cubicBezTo>
                      <a:pt x="12220" y="39116"/>
                      <a:pt x="29451" y="73069"/>
                      <a:pt x="51181" y="104105"/>
                    </a:cubicBezTo>
                    <a:cubicBezTo>
                      <a:pt x="49667" y="104379"/>
                      <a:pt x="48112" y="104741"/>
                      <a:pt x="46598" y="105015"/>
                    </a:cubicBezTo>
                    <a:cubicBezTo>
                      <a:pt x="77796" y="120003"/>
                      <a:pt x="108705" y="135982"/>
                      <a:pt x="139299" y="152300"/>
                    </a:cubicBezTo>
                    <a:lnTo>
                      <a:pt x="139428" y="152252"/>
                    </a:lnTo>
                    <a:cubicBezTo>
                      <a:pt x="117519" y="122549"/>
                      <a:pt x="99034" y="90469"/>
                      <a:pt x="84322" y="56620"/>
                    </a:cubicBezTo>
                    <a:lnTo>
                      <a:pt x="88504" y="51304"/>
                    </a:lnTo>
                    <a:cubicBezTo>
                      <a:pt x="80231" y="44922"/>
                      <a:pt x="71620" y="38815"/>
                      <a:pt x="62824" y="32997"/>
                    </a:cubicBezTo>
                    <a:cubicBezTo>
                      <a:pt x="43381" y="20192"/>
                      <a:pt x="22834" y="9149"/>
                      <a:pt x="1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23"/>
              <p:cNvSpPr/>
              <p:nvPr/>
            </p:nvSpPr>
            <p:spPr>
              <a:xfrm rot="-1596821" flipH="1">
                <a:off x="1207464" y="5371251"/>
                <a:ext cx="192823" cy="172109"/>
              </a:xfrm>
              <a:custGeom>
                <a:avLst/>
                <a:gdLst/>
                <a:ahLst/>
                <a:cxnLst/>
                <a:rect l="l" t="t" r="r" b="b"/>
                <a:pathLst>
                  <a:path w="146406" h="130678" extrusionOk="0">
                    <a:moveTo>
                      <a:pt x="0" y="0"/>
                    </a:moveTo>
                    <a:cubicBezTo>
                      <a:pt x="8739" y="32739"/>
                      <a:pt x="25576" y="62753"/>
                      <a:pt x="48960" y="87277"/>
                    </a:cubicBezTo>
                    <a:cubicBezTo>
                      <a:pt x="47994" y="87639"/>
                      <a:pt x="47027" y="88001"/>
                      <a:pt x="46084" y="88428"/>
                    </a:cubicBezTo>
                    <a:cubicBezTo>
                      <a:pt x="78378" y="101242"/>
                      <a:pt x="110270" y="115529"/>
                      <a:pt x="141823" y="130678"/>
                    </a:cubicBezTo>
                    <a:cubicBezTo>
                      <a:pt x="143338" y="130404"/>
                      <a:pt x="144892" y="130042"/>
                      <a:pt x="146407" y="129768"/>
                    </a:cubicBezTo>
                    <a:cubicBezTo>
                      <a:pt x="124677" y="98733"/>
                      <a:pt x="107446" y="64780"/>
                      <a:pt x="95225" y="28918"/>
                    </a:cubicBezTo>
                    <a:lnTo>
                      <a:pt x="96651" y="25663"/>
                    </a:lnTo>
                    <a:cubicBezTo>
                      <a:pt x="65904" y="12308"/>
                      <a:pt x="33322" y="3657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23"/>
              <p:cNvSpPr/>
              <p:nvPr/>
            </p:nvSpPr>
            <p:spPr>
              <a:xfrm rot="-1596821" flipH="1">
                <a:off x="1309885" y="5317969"/>
                <a:ext cx="178519" cy="118664"/>
              </a:xfrm>
              <a:custGeom>
                <a:avLst/>
                <a:gdLst/>
                <a:ahLst/>
                <a:cxnLst/>
                <a:rect l="l" t="t" r="r" b="b"/>
                <a:pathLst>
                  <a:path w="135545" h="90099" extrusionOk="0">
                    <a:moveTo>
                      <a:pt x="379" y="7597"/>
                    </a:moveTo>
                    <a:cubicBezTo>
                      <a:pt x="5741" y="25993"/>
                      <a:pt x="16161" y="42513"/>
                      <a:pt x="30453" y="55276"/>
                    </a:cubicBezTo>
                    <a:cubicBezTo>
                      <a:pt x="65113" y="65082"/>
                      <a:pt x="99232" y="76706"/>
                      <a:pt x="132670" y="90100"/>
                    </a:cubicBezTo>
                    <a:cubicBezTo>
                      <a:pt x="133612" y="89673"/>
                      <a:pt x="134579" y="89311"/>
                      <a:pt x="135546" y="88948"/>
                    </a:cubicBezTo>
                    <a:cubicBezTo>
                      <a:pt x="112161" y="64425"/>
                      <a:pt x="95324" y="34411"/>
                      <a:pt x="86585" y="1672"/>
                    </a:cubicBezTo>
                    <a:cubicBezTo>
                      <a:pt x="65977" y="-587"/>
                      <a:pt x="45181" y="-557"/>
                      <a:pt x="24579" y="1760"/>
                    </a:cubicBezTo>
                    <a:cubicBezTo>
                      <a:pt x="16338" y="2718"/>
                      <a:pt x="8153" y="4022"/>
                      <a:pt x="0" y="5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23"/>
              <p:cNvSpPr/>
              <p:nvPr/>
            </p:nvSpPr>
            <p:spPr>
              <a:xfrm rot="-1596821" flipH="1">
                <a:off x="1426194" y="5271088"/>
                <a:ext cx="153660" cy="65415"/>
              </a:xfrm>
              <a:custGeom>
                <a:avLst/>
                <a:gdLst/>
                <a:ahLst/>
                <a:cxnLst/>
                <a:rect l="l" t="t" r="r" b="b"/>
                <a:pathLst>
                  <a:path w="116670" h="49668" extrusionOk="0">
                    <a:moveTo>
                      <a:pt x="0" y="25115"/>
                    </a:moveTo>
                    <a:lnTo>
                      <a:pt x="410" y="26210"/>
                    </a:lnTo>
                    <a:cubicBezTo>
                      <a:pt x="39711" y="31018"/>
                      <a:pt x="78581" y="38861"/>
                      <a:pt x="116671" y="49669"/>
                    </a:cubicBezTo>
                    <a:cubicBezTo>
                      <a:pt x="102379" y="36905"/>
                      <a:pt x="91959" y="20385"/>
                      <a:pt x="86596" y="1990"/>
                    </a:cubicBezTo>
                    <a:lnTo>
                      <a:pt x="86218" y="0"/>
                    </a:lnTo>
                    <a:cubicBezTo>
                      <a:pt x="56940" y="6398"/>
                      <a:pt x="28134" y="14789"/>
                      <a:pt x="0" y="251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23"/>
              <p:cNvSpPr/>
              <p:nvPr/>
            </p:nvSpPr>
            <p:spPr>
              <a:xfrm rot="-1596821" flipH="1">
                <a:off x="1440721" y="5299409"/>
                <a:ext cx="160673" cy="72379"/>
              </a:xfrm>
              <a:custGeom>
                <a:avLst/>
                <a:gdLst/>
                <a:ahLst/>
                <a:cxnLst/>
                <a:rect l="l" t="t" r="r" b="b"/>
                <a:pathLst>
                  <a:path w="121995" h="54956" extrusionOk="0">
                    <a:moveTo>
                      <a:pt x="4519" y="1095"/>
                    </a:moveTo>
                    <a:lnTo>
                      <a:pt x="4109" y="0"/>
                    </a:lnTo>
                    <a:cubicBezTo>
                      <a:pt x="2731" y="443"/>
                      <a:pt x="1378" y="950"/>
                      <a:pt x="0" y="1393"/>
                    </a:cubicBezTo>
                    <a:cubicBezTo>
                      <a:pt x="18453" y="19247"/>
                      <a:pt x="36907" y="37102"/>
                      <a:pt x="55361" y="54956"/>
                    </a:cubicBezTo>
                    <a:lnTo>
                      <a:pt x="57125" y="53192"/>
                    </a:lnTo>
                    <a:cubicBezTo>
                      <a:pt x="76552" y="39515"/>
                      <a:pt x="98664" y="30125"/>
                      <a:pt x="121996" y="25642"/>
                    </a:cubicBezTo>
                    <a:cubicBezTo>
                      <a:pt x="121570" y="25303"/>
                      <a:pt x="121164" y="24939"/>
                      <a:pt x="120779" y="24554"/>
                    </a:cubicBezTo>
                    <a:cubicBezTo>
                      <a:pt x="82689" y="13746"/>
                      <a:pt x="43820" y="5903"/>
                      <a:pt x="4519" y="10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23"/>
              <p:cNvSpPr/>
              <p:nvPr/>
            </p:nvSpPr>
            <p:spPr>
              <a:xfrm rot="-1596821" flipH="1">
                <a:off x="1343470" y="5371878"/>
                <a:ext cx="220781" cy="118513"/>
              </a:xfrm>
              <a:custGeom>
                <a:avLst/>
                <a:gdLst/>
                <a:ahLst/>
                <a:cxnLst/>
                <a:rect l="l" t="t" r="r" b="b"/>
                <a:pathLst>
                  <a:path w="167634" h="89984" extrusionOk="0">
                    <a:moveTo>
                      <a:pt x="0" y="30402"/>
                    </a:moveTo>
                    <a:cubicBezTo>
                      <a:pt x="6798" y="36968"/>
                      <a:pt x="13596" y="43535"/>
                      <a:pt x="20395" y="50102"/>
                    </a:cubicBezTo>
                    <a:cubicBezTo>
                      <a:pt x="34330" y="63549"/>
                      <a:pt x="48312" y="77125"/>
                      <a:pt x="62836" y="89985"/>
                    </a:cubicBezTo>
                    <a:lnTo>
                      <a:pt x="65970" y="86384"/>
                    </a:lnTo>
                    <a:cubicBezTo>
                      <a:pt x="97964" y="65692"/>
                      <a:pt x="132038" y="48411"/>
                      <a:pt x="167635" y="34824"/>
                    </a:cubicBezTo>
                    <a:cubicBezTo>
                      <a:pt x="134197" y="21430"/>
                      <a:pt x="100078" y="9806"/>
                      <a:pt x="65418" y="0"/>
                    </a:cubicBezTo>
                    <a:cubicBezTo>
                      <a:pt x="65802" y="386"/>
                      <a:pt x="66209" y="749"/>
                      <a:pt x="66634" y="1088"/>
                    </a:cubicBezTo>
                    <a:cubicBezTo>
                      <a:pt x="43303" y="5571"/>
                      <a:pt x="21191" y="14962"/>
                      <a:pt x="1764" y="286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23"/>
              <p:cNvSpPr/>
              <p:nvPr/>
            </p:nvSpPr>
            <p:spPr>
              <a:xfrm rot="-1596821" flipH="1">
                <a:off x="1253458" y="5458459"/>
                <a:ext cx="264116" cy="138315"/>
              </a:xfrm>
              <a:custGeom>
                <a:avLst/>
                <a:gdLst/>
                <a:ahLst/>
                <a:cxnLst/>
                <a:rect l="l" t="t" r="r" b="b"/>
                <a:pathLst>
                  <a:path w="200537" h="105019" extrusionOk="0">
                    <a:moveTo>
                      <a:pt x="67059" y="104633"/>
                    </a:moveTo>
                    <a:cubicBezTo>
                      <a:pt x="67324" y="104754"/>
                      <a:pt x="67526" y="104900"/>
                      <a:pt x="67792" y="105020"/>
                    </a:cubicBezTo>
                    <a:lnTo>
                      <a:pt x="70588" y="99929"/>
                    </a:lnTo>
                    <a:cubicBezTo>
                      <a:pt x="109297" y="71659"/>
                      <a:pt x="153605" y="51993"/>
                      <a:pt x="200538" y="42250"/>
                    </a:cubicBezTo>
                    <a:cubicBezTo>
                      <a:pt x="168984" y="27101"/>
                      <a:pt x="137093" y="12814"/>
                      <a:pt x="104799" y="0"/>
                    </a:cubicBezTo>
                    <a:cubicBezTo>
                      <a:pt x="69202" y="13587"/>
                      <a:pt x="35128" y="30868"/>
                      <a:pt x="3134" y="51560"/>
                    </a:cubicBezTo>
                    <a:lnTo>
                      <a:pt x="0" y="55161"/>
                    </a:lnTo>
                    <a:cubicBezTo>
                      <a:pt x="20576" y="73933"/>
                      <a:pt x="43050" y="90513"/>
                      <a:pt x="67059" y="1046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23"/>
              <p:cNvSpPr/>
              <p:nvPr/>
            </p:nvSpPr>
            <p:spPr>
              <a:xfrm rot="-1596821" flipH="1">
                <a:off x="1165962" y="5555752"/>
                <a:ext cx="296922" cy="131348"/>
              </a:xfrm>
              <a:custGeom>
                <a:avLst/>
                <a:gdLst/>
                <a:ahLst/>
                <a:cxnLst/>
                <a:rect l="l" t="t" r="r" b="b"/>
                <a:pathLst>
                  <a:path w="225446" h="99729" extrusionOk="0">
                    <a:moveTo>
                      <a:pt x="2796" y="57679"/>
                    </a:moveTo>
                    <a:lnTo>
                      <a:pt x="0" y="62769"/>
                    </a:lnTo>
                    <a:cubicBezTo>
                      <a:pt x="34956" y="82034"/>
                      <a:pt x="73215" y="94571"/>
                      <a:pt x="112793" y="99730"/>
                    </a:cubicBezTo>
                    <a:lnTo>
                      <a:pt x="113560" y="94517"/>
                    </a:lnTo>
                    <a:cubicBezTo>
                      <a:pt x="147859" y="72450"/>
                      <a:pt x="185710" y="56472"/>
                      <a:pt x="225447" y="47285"/>
                    </a:cubicBezTo>
                    <a:cubicBezTo>
                      <a:pt x="194852" y="30967"/>
                      <a:pt x="163944" y="14988"/>
                      <a:pt x="132746" y="0"/>
                    </a:cubicBezTo>
                    <a:cubicBezTo>
                      <a:pt x="85813" y="9743"/>
                      <a:pt x="41506" y="29409"/>
                      <a:pt x="2796" y="576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23"/>
              <p:cNvSpPr/>
              <p:nvPr/>
            </p:nvSpPr>
            <p:spPr>
              <a:xfrm rot="-1596821" flipH="1">
                <a:off x="1089852" y="5670932"/>
                <a:ext cx="253219" cy="74784"/>
              </a:xfrm>
              <a:custGeom>
                <a:avLst/>
                <a:gdLst/>
                <a:ahLst/>
                <a:cxnLst/>
                <a:rect l="l" t="t" r="r" b="b"/>
                <a:pathLst>
                  <a:path w="192263" h="56782" extrusionOk="0">
                    <a:moveTo>
                      <a:pt x="766" y="47232"/>
                    </a:moveTo>
                    <a:lnTo>
                      <a:pt x="0" y="52445"/>
                    </a:lnTo>
                    <a:cubicBezTo>
                      <a:pt x="62997" y="61468"/>
                      <a:pt x="129402" y="55467"/>
                      <a:pt x="192264" y="43150"/>
                    </a:cubicBezTo>
                    <a:cubicBezTo>
                      <a:pt x="165899" y="28703"/>
                      <a:pt x="139356" y="14174"/>
                      <a:pt x="112654" y="0"/>
                    </a:cubicBezTo>
                    <a:cubicBezTo>
                      <a:pt x="72917" y="9187"/>
                      <a:pt x="35066" y="25166"/>
                      <a:pt x="766" y="472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23"/>
              <p:cNvSpPr/>
              <p:nvPr/>
            </p:nvSpPr>
            <p:spPr>
              <a:xfrm rot="-1596821" flipH="1">
                <a:off x="1007020" y="5354782"/>
                <a:ext cx="661924" cy="323449"/>
              </a:xfrm>
              <a:custGeom>
                <a:avLst/>
                <a:gdLst/>
                <a:ahLst/>
                <a:cxnLst/>
                <a:rect l="l" t="t" r="r" b="b"/>
                <a:pathLst>
                  <a:path w="502583" h="245587" extrusionOk="0">
                    <a:moveTo>
                      <a:pt x="502177" y="229102"/>
                    </a:moveTo>
                    <a:cubicBezTo>
                      <a:pt x="501327" y="227808"/>
                      <a:pt x="500440" y="226522"/>
                      <a:pt x="499580" y="225231"/>
                    </a:cubicBezTo>
                    <a:cubicBezTo>
                      <a:pt x="499349" y="224662"/>
                      <a:pt x="499003" y="224147"/>
                      <a:pt x="498564" y="223718"/>
                    </a:cubicBezTo>
                    <a:cubicBezTo>
                      <a:pt x="417542" y="102792"/>
                      <a:pt x="290523" y="-7539"/>
                      <a:pt x="136113" y="404"/>
                    </a:cubicBezTo>
                    <a:cubicBezTo>
                      <a:pt x="90231" y="2765"/>
                      <a:pt x="46456" y="17168"/>
                      <a:pt x="3292" y="31843"/>
                    </a:cubicBezTo>
                    <a:cubicBezTo>
                      <a:pt x="859" y="32562"/>
                      <a:pt x="-530" y="35118"/>
                      <a:pt x="190" y="37550"/>
                    </a:cubicBezTo>
                    <a:cubicBezTo>
                      <a:pt x="399" y="38258"/>
                      <a:pt x="776" y="38905"/>
                      <a:pt x="1288" y="39436"/>
                    </a:cubicBezTo>
                    <a:cubicBezTo>
                      <a:pt x="30586" y="67948"/>
                      <a:pt x="59753" y="96604"/>
                      <a:pt x="89240" y="124921"/>
                    </a:cubicBezTo>
                    <a:cubicBezTo>
                      <a:pt x="115493" y="151448"/>
                      <a:pt x="144357" y="175256"/>
                      <a:pt x="175392" y="195985"/>
                    </a:cubicBezTo>
                    <a:cubicBezTo>
                      <a:pt x="235550" y="233978"/>
                      <a:pt x="307348" y="246942"/>
                      <a:pt x="377649" y="245478"/>
                    </a:cubicBezTo>
                    <a:cubicBezTo>
                      <a:pt x="417728" y="244970"/>
                      <a:pt x="457639" y="240204"/>
                      <a:pt x="496710" y="231260"/>
                    </a:cubicBezTo>
                    <a:cubicBezTo>
                      <a:pt x="497021" y="231137"/>
                      <a:pt x="497316" y="230979"/>
                      <a:pt x="497590" y="230788"/>
                    </a:cubicBezTo>
                    <a:cubicBezTo>
                      <a:pt x="497757" y="231023"/>
                      <a:pt x="497936" y="231249"/>
                      <a:pt x="498102" y="231484"/>
                    </a:cubicBezTo>
                    <a:cubicBezTo>
                      <a:pt x="499846" y="233903"/>
                      <a:pt x="503870" y="231678"/>
                      <a:pt x="502177" y="229102"/>
                    </a:cubicBezTo>
                    <a:close/>
                    <a:moveTo>
                      <a:pt x="419317" y="136112"/>
                    </a:moveTo>
                    <a:cubicBezTo>
                      <a:pt x="444096" y="161981"/>
                      <a:pt x="467170" y="189432"/>
                      <a:pt x="488393" y="218290"/>
                    </a:cubicBezTo>
                    <a:cubicBezTo>
                      <a:pt x="464694" y="206402"/>
                      <a:pt x="441273" y="193979"/>
                      <a:pt x="417884" y="181492"/>
                    </a:cubicBezTo>
                    <a:cubicBezTo>
                      <a:pt x="407147" y="166911"/>
                      <a:pt x="397209" y="151758"/>
                      <a:pt x="388114" y="136099"/>
                    </a:cubicBezTo>
                    <a:cubicBezTo>
                      <a:pt x="383606" y="128309"/>
                      <a:pt x="379292" y="120411"/>
                      <a:pt x="375171" y="112405"/>
                    </a:cubicBezTo>
                    <a:cubicBezTo>
                      <a:pt x="371411" y="103776"/>
                      <a:pt x="366994" y="95447"/>
                      <a:pt x="361959" y="87494"/>
                    </a:cubicBezTo>
                    <a:cubicBezTo>
                      <a:pt x="361601" y="86926"/>
                      <a:pt x="360850" y="86755"/>
                      <a:pt x="360282" y="87113"/>
                    </a:cubicBezTo>
                    <a:cubicBezTo>
                      <a:pt x="359840" y="87391"/>
                      <a:pt x="359625" y="87919"/>
                      <a:pt x="359747" y="88427"/>
                    </a:cubicBezTo>
                    <a:lnTo>
                      <a:pt x="359747" y="88427"/>
                    </a:lnTo>
                    <a:cubicBezTo>
                      <a:pt x="361971" y="96906"/>
                      <a:pt x="365272" y="105065"/>
                      <a:pt x="369571" y="112705"/>
                    </a:cubicBezTo>
                    <a:cubicBezTo>
                      <a:pt x="373734" y="121169"/>
                      <a:pt x="378150" y="129502"/>
                      <a:pt x="382822" y="137702"/>
                    </a:cubicBezTo>
                    <a:cubicBezTo>
                      <a:pt x="390336" y="150809"/>
                      <a:pt x="398599" y="163458"/>
                      <a:pt x="407267" y="175827"/>
                    </a:cubicBezTo>
                    <a:cubicBezTo>
                      <a:pt x="381820" y="162250"/>
                      <a:pt x="356309" y="148789"/>
                      <a:pt x="330400" y="136075"/>
                    </a:cubicBezTo>
                    <a:cubicBezTo>
                      <a:pt x="330507" y="135646"/>
                      <a:pt x="330505" y="135196"/>
                      <a:pt x="330393" y="134767"/>
                    </a:cubicBezTo>
                    <a:cubicBezTo>
                      <a:pt x="330332" y="134553"/>
                      <a:pt x="330245" y="134346"/>
                      <a:pt x="330134" y="134153"/>
                    </a:cubicBezTo>
                    <a:cubicBezTo>
                      <a:pt x="309702" y="103444"/>
                      <a:pt x="292582" y="70657"/>
                      <a:pt x="279059" y="36340"/>
                    </a:cubicBezTo>
                    <a:cubicBezTo>
                      <a:pt x="331771" y="60306"/>
                      <a:pt x="379387" y="94178"/>
                      <a:pt x="419316" y="136112"/>
                    </a:cubicBezTo>
                    <a:close/>
                    <a:moveTo>
                      <a:pt x="275132" y="34628"/>
                    </a:moveTo>
                    <a:cubicBezTo>
                      <a:pt x="275126" y="34804"/>
                      <a:pt x="275021" y="34925"/>
                      <a:pt x="275077" y="35130"/>
                    </a:cubicBezTo>
                    <a:lnTo>
                      <a:pt x="275077" y="35130"/>
                    </a:lnTo>
                    <a:cubicBezTo>
                      <a:pt x="285475" y="69749"/>
                      <a:pt x="301359" y="102477"/>
                      <a:pt x="322123" y="132066"/>
                    </a:cubicBezTo>
                    <a:cubicBezTo>
                      <a:pt x="318962" y="130542"/>
                      <a:pt x="315824" y="128975"/>
                      <a:pt x="312649" y="127478"/>
                    </a:cubicBezTo>
                    <a:cubicBezTo>
                      <a:pt x="286808" y="114897"/>
                      <a:pt x="260526" y="103325"/>
                      <a:pt x="233805" y="92761"/>
                    </a:cubicBezTo>
                    <a:cubicBezTo>
                      <a:pt x="233809" y="92513"/>
                      <a:pt x="233786" y="92266"/>
                      <a:pt x="233736" y="92023"/>
                    </a:cubicBezTo>
                    <a:cubicBezTo>
                      <a:pt x="233571" y="91474"/>
                      <a:pt x="233278" y="90972"/>
                      <a:pt x="232883" y="90557"/>
                    </a:cubicBezTo>
                    <a:cubicBezTo>
                      <a:pt x="221151" y="78225"/>
                      <a:pt x="210987" y="64492"/>
                      <a:pt x="202621" y="49670"/>
                    </a:cubicBezTo>
                    <a:cubicBezTo>
                      <a:pt x="198766" y="42844"/>
                      <a:pt x="195266" y="35769"/>
                      <a:pt x="192100" y="28598"/>
                    </a:cubicBezTo>
                    <a:cubicBezTo>
                      <a:pt x="189467" y="22634"/>
                      <a:pt x="187436" y="16351"/>
                      <a:pt x="184937" y="10314"/>
                    </a:cubicBezTo>
                    <a:cubicBezTo>
                      <a:pt x="201166" y="12157"/>
                      <a:pt x="217215" y="15334"/>
                      <a:pt x="232922" y="19810"/>
                    </a:cubicBezTo>
                    <a:cubicBezTo>
                      <a:pt x="247296" y="23838"/>
                      <a:pt x="261395" y="28787"/>
                      <a:pt x="275132" y="34628"/>
                    </a:cubicBezTo>
                    <a:close/>
                    <a:moveTo>
                      <a:pt x="180670" y="9818"/>
                    </a:moveTo>
                    <a:cubicBezTo>
                      <a:pt x="183331" y="25107"/>
                      <a:pt x="188815" y="39767"/>
                      <a:pt x="196840" y="53049"/>
                    </a:cubicBezTo>
                    <a:cubicBezTo>
                      <a:pt x="203595" y="65341"/>
                      <a:pt x="211582" y="76914"/>
                      <a:pt x="220678" y="87591"/>
                    </a:cubicBezTo>
                    <a:cubicBezTo>
                      <a:pt x="189654" y="75709"/>
                      <a:pt x="158142" y="65191"/>
                      <a:pt x="126143" y="56038"/>
                    </a:cubicBezTo>
                    <a:cubicBezTo>
                      <a:pt x="113755" y="44034"/>
                      <a:pt x="104108" y="29494"/>
                      <a:pt x="97863" y="13415"/>
                    </a:cubicBezTo>
                    <a:cubicBezTo>
                      <a:pt x="106084" y="11824"/>
                      <a:pt x="114353" y="10472"/>
                      <a:pt x="122711" y="9605"/>
                    </a:cubicBezTo>
                    <a:cubicBezTo>
                      <a:pt x="141992" y="7791"/>
                      <a:pt x="161403" y="7862"/>
                      <a:pt x="180670" y="9818"/>
                    </a:cubicBezTo>
                    <a:close/>
                    <a:moveTo>
                      <a:pt x="13781" y="38868"/>
                    </a:moveTo>
                    <a:cubicBezTo>
                      <a:pt x="47589" y="44405"/>
                      <a:pt x="81040" y="51608"/>
                      <a:pt x="114134" y="60477"/>
                    </a:cubicBezTo>
                    <a:cubicBezTo>
                      <a:pt x="106328" y="62591"/>
                      <a:pt x="98708" y="65342"/>
                      <a:pt x="91352" y="68701"/>
                    </a:cubicBezTo>
                    <a:cubicBezTo>
                      <a:pt x="85880" y="71245"/>
                      <a:pt x="80667" y="74199"/>
                      <a:pt x="75454" y="77225"/>
                    </a:cubicBezTo>
                    <a:cubicBezTo>
                      <a:pt x="70834" y="79601"/>
                      <a:pt x="66507" y="82505"/>
                      <a:pt x="62557" y="85879"/>
                    </a:cubicBezTo>
                    <a:cubicBezTo>
                      <a:pt x="46296" y="70211"/>
                      <a:pt x="30037" y="54541"/>
                      <a:pt x="13782" y="38868"/>
                    </a:cubicBezTo>
                    <a:close/>
                    <a:moveTo>
                      <a:pt x="21374" y="35193"/>
                    </a:moveTo>
                    <a:cubicBezTo>
                      <a:pt x="45117" y="26633"/>
                      <a:pt x="69382" y="19596"/>
                      <a:pt x="94022" y="14126"/>
                    </a:cubicBezTo>
                    <a:cubicBezTo>
                      <a:pt x="97667" y="28517"/>
                      <a:pt x="104725" y="41819"/>
                      <a:pt x="114598" y="52906"/>
                    </a:cubicBezTo>
                    <a:cubicBezTo>
                      <a:pt x="84013" y="44665"/>
                      <a:pt x="52850" y="38744"/>
                      <a:pt x="21375" y="35193"/>
                    </a:cubicBezTo>
                    <a:close/>
                    <a:moveTo>
                      <a:pt x="64439" y="87683"/>
                    </a:moveTo>
                    <a:cubicBezTo>
                      <a:pt x="68797" y="85391"/>
                      <a:pt x="72892" y="82621"/>
                      <a:pt x="77241" y="80284"/>
                    </a:cubicBezTo>
                    <a:cubicBezTo>
                      <a:pt x="82617" y="77480"/>
                      <a:pt x="88169" y="75027"/>
                      <a:pt x="93862" y="72942"/>
                    </a:cubicBezTo>
                    <a:cubicBezTo>
                      <a:pt x="104195" y="69000"/>
                      <a:pt x="114826" y="65886"/>
                      <a:pt x="125653" y="63631"/>
                    </a:cubicBezTo>
                    <a:cubicBezTo>
                      <a:pt x="152097" y="71042"/>
                      <a:pt x="178234" y="79482"/>
                      <a:pt x="204064" y="88953"/>
                    </a:cubicBezTo>
                    <a:cubicBezTo>
                      <a:pt x="208564" y="90691"/>
                      <a:pt x="212994" y="92597"/>
                      <a:pt x="217478" y="94374"/>
                    </a:cubicBezTo>
                    <a:cubicBezTo>
                      <a:pt x="184713" y="107174"/>
                      <a:pt x="153498" y="123630"/>
                      <a:pt x="124425" y="143430"/>
                    </a:cubicBezTo>
                    <a:cubicBezTo>
                      <a:pt x="124165" y="143623"/>
                      <a:pt x="123939" y="143857"/>
                      <a:pt x="123755" y="144124"/>
                    </a:cubicBezTo>
                    <a:cubicBezTo>
                      <a:pt x="116437" y="137642"/>
                      <a:pt x="109309" y="130948"/>
                      <a:pt x="102371" y="124041"/>
                    </a:cubicBezTo>
                    <a:cubicBezTo>
                      <a:pt x="89669" y="111984"/>
                      <a:pt x="77025" y="99865"/>
                      <a:pt x="64439" y="87683"/>
                    </a:cubicBezTo>
                    <a:close/>
                    <a:moveTo>
                      <a:pt x="127999" y="147691"/>
                    </a:moveTo>
                    <a:cubicBezTo>
                      <a:pt x="144253" y="138132"/>
                      <a:pt x="160228" y="128387"/>
                      <a:pt x="177166" y="120030"/>
                    </a:cubicBezTo>
                    <a:cubicBezTo>
                      <a:pt x="193479" y="111980"/>
                      <a:pt x="210172" y="104865"/>
                      <a:pt x="227111" y="98266"/>
                    </a:cubicBezTo>
                    <a:cubicBezTo>
                      <a:pt x="256280" y="110033"/>
                      <a:pt x="285096" y="122604"/>
                      <a:pt x="313561" y="135980"/>
                    </a:cubicBezTo>
                    <a:cubicBezTo>
                      <a:pt x="269767" y="146501"/>
                      <a:pt x="228479" y="165559"/>
                      <a:pt x="192061" y="192061"/>
                    </a:cubicBezTo>
                    <a:cubicBezTo>
                      <a:pt x="191470" y="192479"/>
                      <a:pt x="191098" y="193141"/>
                      <a:pt x="191050" y="193864"/>
                    </a:cubicBezTo>
                    <a:cubicBezTo>
                      <a:pt x="190440" y="193521"/>
                      <a:pt x="189814" y="193208"/>
                      <a:pt x="189207" y="192861"/>
                    </a:cubicBezTo>
                    <a:cubicBezTo>
                      <a:pt x="167639" y="179452"/>
                      <a:pt x="147171" y="164348"/>
                      <a:pt x="127999" y="147691"/>
                    </a:cubicBezTo>
                    <a:close/>
                    <a:moveTo>
                      <a:pt x="194869" y="195943"/>
                    </a:moveTo>
                    <a:cubicBezTo>
                      <a:pt x="232730" y="168714"/>
                      <a:pt x="275793" y="149574"/>
                      <a:pt x="321374" y="139716"/>
                    </a:cubicBezTo>
                    <a:cubicBezTo>
                      <a:pt x="345174" y="151069"/>
                      <a:pt x="368792" y="162806"/>
                      <a:pt x="392037" y="175279"/>
                    </a:cubicBezTo>
                    <a:cubicBezTo>
                      <a:pt x="397001" y="177879"/>
                      <a:pt x="401974" y="180486"/>
                      <a:pt x="406954" y="183100"/>
                    </a:cubicBezTo>
                    <a:cubicBezTo>
                      <a:pt x="369879" y="192326"/>
                      <a:pt x="334610" y="207692"/>
                      <a:pt x="302607" y="228559"/>
                    </a:cubicBezTo>
                    <a:cubicBezTo>
                      <a:pt x="301815" y="229067"/>
                      <a:pt x="301348" y="229953"/>
                      <a:pt x="301376" y="230894"/>
                    </a:cubicBezTo>
                    <a:cubicBezTo>
                      <a:pt x="295849" y="230074"/>
                      <a:pt x="290320" y="229171"/>
                      <a:pt x="284784" y="228079"/>
                    </a:cubicBezTo>
                    <a:cubicBezTo>
                      <a:pt x="253323" y="222110"/>
                      <a:pt x="222986" y="211267"/>
                      <a:pt x="194869" y="195943"/>
                    </a:cubicBezTo>
                    <a:close/>
                    <a:moveTo>
                      <a:pt x="308010" y="231820"/>
                    </a:moveTo>
                    <a:cubicBezTo>
                      <a:pt x="341011" y="211606"/>
                      <a:pt x="376877" y="196496"/>
                      <a:pt x="414394" y="187001"/>
                    </a:cubicBezTo>
                    <a:cubicBezTo>
                      <a:pt x="437234" y="199010"/>
                      <a:pt x="459996" y="211308"/>
                      <a:pt x="482214" y="224353"/>
                    </a:cubicBezTo>
                    <a:cubicBezTo>
                      <a:pt x="424112" y="232848"/>
                      <a:pt x="366296" y="239380"/>
                      <a:pt x="308010" y="2318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alsamiq Sans"/>
              <a:buNone/>
              <a:defRPr sz="34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27"/>
          <p:cNvSpPr/>
          <p:nvPr/>
        </p:nvSpPr>
        <p:spPr>
          <a:xfrm>
            <a:off x="-362668" y="4924791"/>
            <a:ext cx="70966" cy="10119"/>
          </a:xfrm>
          <a:custGeom>
            <a:avLst/>
            <a:gdLst/>
            <a:ahLst/>
            <a:cxnLst/>
            <a:rect l="l" t="t" r="r" b="b"/>
            <a:pathLst>
              <a:path w="41322" h="5892" extrusionOk="0">
                <a:moveTo>
                  <a:pt x="41322" y="3255"/>
                </a:moveTo>
                <a:cubicBezTo>
                  <a:pt x="35868" y="2205"/>
                  <a:pt x="30438" y="1120"/>
                  <a:pt x="25031" y="0"/>
                </a:cubicBezTo>
                <a:cubicBezTo>
                  <a:pt x="16736" y="1646"/>
                  <a:pt x="8405" y="3150"/>
                  <a:pt x="0" y="4323"/>
                </a:cubicBezTo>
                <a:lnTo>
                  <a:pt x="214" y="5893"/>
                </a:lnTo>
                <a:cubicBezTo>
                  <a:pt x="13924" y="5017"/>
                  <a:pt x="27627" y="4138"/>
                  <a:pt x="41322" y="3255"/>
                </a:cubicBezTo>
                <a:close/>
              </a:path>
            </a:pathLst>
          </a:custGeom>
          <a:solidFill>
            <a:srgbClr val="9DCCC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27"/>
          <p:cNvSpPr/>
          <p:nvPr/>
        </p:nvSpPr>
        <p:spPr>
          <a:xfrm>
            <a:off x="24699" y="4958334"/>
            <a:ext cx="267774" cy="34044"/>
          </a:xfrm>
          <a:custGeom>
            <a:avLst/>
            <a:gdLst/>
            <a:ahLst/>
            <a:cxnLst/>
            <a:rect l="l" t="t" r="r" b="b"/>
            <a:pathLst>
              <a:path w="155918" h="19823" extrusionOk="0">
                <a:moveTo>
                  <a:pt x="0" y="5196"/>
                </a:moveTo>
                <a:cubicBezTo>
                  <a:pt x="1894" y="9726"/>
                  <a:pt x="3319" y="14438"/>
                  <a:pt x="4253" y="19258"/>
                </a:cubicBezTo>
                <a:cubicBezTo>
                  <a:pt x="54837" y="20664"/>
                  <a:pt x="105460" y="19450"/>
                  <a:pt x="155918" y="15620"/>
                </a:cubicBezTo>
                <a:lnTo>
                  <a:pt x="155796" y="14174"/>
                </a:lnTo>
                <a:cubicBezTo>
                  <a:pt x="153619" y="9241"/>
                  <a:pt x="151031" y="4500"/>
                  <a:pt x="148060" y="0"/>
                </a:cubicBezTo>
                <a:cubicBezTo>
                  <a:pt x="98907" y="5441"/>
                  <a:pt x="49414" y="7178"/>
                  <a:pt x="0" y="5196"/>
                </a:cubicBezTo>
                <a:close/>
              </a:path>
            </a:pathLst>
          </a:custGeom>
          <a:solidFill>
            <a:srgbClr val="9DCCC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27"/>
          <p:cNvSpPr txBox="1"/>
          <p:nvPr/>
        </p:nvSpPr>
        <p:spPr>
          <a:xfrm>
            <a:off x="7258625" y="539500"/>
            <a:ext cx="11457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rPr>
              <a:t>Pre-K</a:t>
            </a:r>
            <a:endParaRPr sz="2000" b="1">
              <a:solidFill>
                <a:schemeClr val="dk1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grpSp>
        <p:nvGrpSpPr>
          <p:cNvPr id="1622" name="Google Shape;1622;p27"/>
          <p:cNvGrpSpPr/>
          <p:nvPr/>
        </p:nvGrpSpPr>
        <p:grpSpPr>
          <a:xfrm>
            <a:off x="799773" y="1310362"/>
            <a:ext cx="7745249" cy="2045683"/>
            <a:chOff x="799773" y="1310362"/>
            <a:chExt cx="7745249" cy="2045683"/>
          </a:xfrm>
        </p:grpSpPr>
        <p:grpSp>
          <p:nvGrpSpPr>
            <p:cNvPr id="1623" name="Google Shape;1623;p27"/>
            <p:cNvGrpSpPr/>
            <p:nvPr/>
          </p:nvGrpSpPr>
          <p:grpSpPr>
            <a:xfrm>
              <a:off x="7406356" y="1421774"/>
              <a:ext cx="757512" cy="677640"/>
              <a:chOff x="7406356" y="1421774"/>
              <a:chExt cx="757512" cy="677640"/>
            </a:xfrm>
          </p:grpSpPr>
          <p:sp>
            <p:nvSpPr>
              <p:cNvPr id="1624" name="Google Shape;1624;p27"/>
              <p:cNvSpPr/>
              <p:nvPr/>
            </p:nvSpPr>
            <p:spPr>
              <a:xfrm>
                <a:off x="7406356" y="17906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49" y="105421"/>
                      <a:pt x="110084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7" y="29402"/>
                      <a:pt x="92536" y="58264"/>
                      <a:pt x="81212" y="82870"/>
                    </a:cubicBezTo>
                    <a:cubicBezTo>
                      <a:pt x="67932" y="111726"/>
                      <a:pt x="33768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2" y="123642"/>
                      <a:pt x="2776" y="126263"/>
                      <a:pt x="6046" y="126384"/>
                    </a:cubicBezTo>
                    <a:cubicBezTo>
                      <a:pt x="34654" y="128308"/>
                      <a:pt x="62033" y="138730"/>
                      <a:pt x="84669" y="156311"/>
                    </a:cubicBezTo>
                    <a:cubicBezTo>
                      <a:pt x="95063" y="165217"/>
                      <a:pt x="102976" y="176656"/>
                      <a:pt x="107640" y="189518"/>
                    </a:cubicBezTo>
                    <a:cubicBezTo>
                      <a:pt x="111233" y="201673"/>
                      <a:pt x="112601" y="214376"/>
                      <a:pt x="111678" y="227015"/>
                    </a:cubicBezTo>
                    <a:cubicBezTo>
                      <a:pt x="111718" y="228545"/>
                      <a:pt x="112992" y="229753"/>
                      <a:pt x="114524" y="229713"/>
                    </a:cubicBezTo>
                    <a:cubicBezTo>
                      <a:pt x="115457" y="229689"/>
                      <a:pt x="116316" y="229197"/>
                      <a:pt x="116808" y="228404"/>
                    </a:cubicBezTo>
                    <a:cubicBezTo>
                      <a:pt x="116868" y="228289"/>
                      <a:pt x="116907" y="228167"/>
                      <a:pt x="116967" y="228051"/>
                    </a:cubicBezTo>
                    <a:cubicBezTo>
                      <a:pt x="119801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8"/>
                    </a:cubicBezTo>
                    <a:cubicBezTo>
                      <a:pt x="138593" y="181172"/>
                      <a:pt x="157826" y="128399"/>
                      <a:pt x="208789" y="120106"/>
                    </a:cubicBezTo>
                    <a:cubicBezTo>
                      <a:pt x="215929" y="118944"/>
                      <a:pt x="213957" y="107935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27"/>
              <p:cNvSpPr/>
              <p:nvPr/>
            </p:nvSpPr>
            <p:spPr>
              <a:xfrm>
                <a:off x="8037685" y="1963500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5" y="3549"/>
                    </a:cubicBezTo>
                    <a:cubicBezTo>
                      <a:pt x="65675" y="-965"/>
                      <a:pt x="59733" y="-999"/>
                      <a:pt x="58247" y="2566"/>
                    </a:cubicBezTo>
                    <a:cubicBezTo>
                      <a:pt x="52067" y="17403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9"/>
                    </a:cubicBezTo>
                    <a:cubicBezTo>
                      <a:pt x="20515" y="75927"/>
                      <a:pt x="36715" y="82094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8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4" y="135929"/>
                    </a:cubicBezTo>
                    <a:cubicBezTo>
                      <a:pt x="68327" y="135914"/>
                      <a:pt x="68835" y="135623"/>
                      <a:pt x="69126" y="135153"/>
                    </a:cubicBezTo>
                    <a:lnTo>
                      <a:pt x="69221" y="134944"/>
                    </a:lnTo>
                    <a:cubicBezTo>
                      <a:pt x="70897" y="136040"/>
                      <a:pt x="73144" y="135570"/>
                      <a:pt x="74241" y="133895"/>
                    </a:cubicBezTo>
                    <a:cubicBezTo>
                      <a:pt x="74440" y="133591"/>
                      <a:pt x="74592" y="133258"/>
                      <a:pt x="74693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10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7"/>
              <p:cNvSpPr/>
              <p:nvPr/>
            </p:nvSpPr>
            <p:spPr>
              <a:xfrm>
                <a:off x="7654630" y="1421774"/>
                <a:ext cx="126188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8" h="135913" extrusionOk="0">
                    <a:moveTo>
                      <a:pt x="122571" y="63804"/>
                    </a:moveTo>
                    <a:cubicBezTo>
                      <a:pt x="90398" y="62385"/>
                      <a:pt x="65152" y="35722"/>
                      <a:pt x="65519" y="3549"/>
                    </a:cubicBezTo>
                    <a:cubicBezTo>
                      <a:pt x="65679" y="-966"/>
                      <a:pt x="59737" y="-999"/>
                      <a:pt x="58252" y="2566"/>
                    </a:cubicBezTo>
                    <a:cubicBezTo>
                      <a:pt x="52072" y="17404"/>
                      <a:pt x="54769" y="34482"/>
                      <a:pt x="48068" y="49041"/>
                    </a:cubicBezTo>
                    <a:cubicBezTo>
                      <a:pt x="40211" y="66115"/>
                      <a:pt x="19996" y="67149"/>
                      <a:pt x="3592" y="67405"/>
                    </a:cubicBezTo>
                    <a:cubicBezTo>
                      <a:pt x="1552" y="67478"/>
                      <a:pt x="-43" y="69190"/>
                      <a:pt x="30" y="71229"/>
                    </a:cubicBezTo>
                    <a:cubicBezTo>
                      <a:pt x="99" y="73165"/>
                      <a:pt x="1654" y="74719"/>
                      <a:pt x="3592" y="74788"/>
                    </a:cubicBezTo>
                    <a:cubicBezTo>
                      <a:pt x="20519" y="75926"/>
                      <a:pt x="36719" y="82093"/>
                      <a:pt x="50113" y="92496"/>
                    </a:cubicBezTo>
                    <a:cubicBezTo>
                      <a:pt x="56264" y="97766"/>
                      <a:pt x="60946" y="104534"/>
                      <a:pt x="63705" y="112145"/>
                    </a:cubicBezTo>
                    <a:cubicBezTo>
                      <a:pt x="65831" y="119337"/>
                      <a:pt x="66641" y="126853"/>
                      <a:pt x="66095" y="134333"/>
                    </a:cubicBezTo>
                    <a:cubicBezTo>
                      <a:pt x="66119" y="135238"/>
                      <a:pt x="66872" y="135952"/>
                      <a:pt x="67778" y="135929"/>
                    </a:cubicBezTo>
                    <a:cubicBezTo>
                      <a:pt x="68331" y="135914"/>
                      <a:pt x="68839" y="135623"/>
                      <a:pt x="69130" y="135153"/>
                    </a:cubicBezTo>
                    <a:lnTo>
                      <a:pt x="69225" y="134945"/>
                    </a:lnTo>
                    <a:cubicBezTo>
                      <a:pt x="70901" y="136040"/>
                      <a:pt x="73149" y="135569"/>
                      <a:pt x="74245" y="133894"/>
                    </a:cubicBezTo>
                    <a:cubicBezTo>
                      <a:pt x="74444" y="133590"/>
                      <a:pt x="74596" y="133257"/>
                      <a:pt x="74695" y="132908"/>
                    </a:cubicBezTo>
                    <a:cubicBezTo>
                      <a:pt x="82021" y="107206"/>
                      <a:pt x="93402" y="75980"/>
                      <a:pt x="123555" y="71074"/>
                    </a:cubicBezTo>
                    <a:cubicBezTo>
                      <a:pt x="127781" y="70386"/>
                      <a:pt x="126614" y="63871"/>
                      <a:pt x="122571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7" name="Google Shape;1627;p27"/>
            <p:cNvGrpSpPr/>
            <p:nvPr/>
          </p:nvGrpSpPr>
          <p:grpSpPr>
            <a:xfrm>
              <a:off x="912457" y="2615038"/>
              <a:ext cx="618432" cy="448429"/>
              <a:chOff x="749957" y="2916238"/>
              <a:chExt cx="618432" cy="448429"/>
            </a:xfrm>
          </p:grpSpPr>
          <p:sp>
            <p:nvSpPr>
              <p:cNvPr id="1628" name="Google Shape;1628;p27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27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0" name="Google Shape;1630;p27"/>
            <p:cNvGrpSpPr/>
            <p:nvPr/>
          </p:nvGrpSpPr>
          <p:grpSpPr>
            <a:xfrm flipH="1">
              <a:off x="7758835" y="2937882"/>
              <a:ext cx="786187" cy="418163"/>
              <a:chOff x="8037685" y="2312945"/>
              <a:chExt cx="786187" cy="418163"/>
            </a:xfrm>
          </p:grpSpPr>
          <p:sp>
            <p:nvSpPr>
              <p:cNvPr id="1631" name="Google Shape;1631;p27"/>
              <p:cNvSpPr/>
              <p:nvPr/>
            </p:nvSpPr>
            <p:spPr>
              <a:xfrm>
                <a:off x="8042069" y="2318829"/>
                <a:ext cx="775539" cy="409819"/>
              </a:xfrm>
              <a:custGeom>
                <a:avLst/>
                <a:gdLst/>
                <a:ahLst/>
                <a:cxnLst/>
                <a:rect l="l" t="t" r="r" b="b"/>
                <a:pathLst>
                  <a:path w="775539" h="409819" extrusionOk="0">
                    <a:moveTo>
                      <a:pt x="750265" y="310935"/>
                    </a:moveTo>
                    <a:cubicBezTo>
                      <a:pt x="775162" y="325492"/>
                      <a:pt x="784873" y="363605"/>
                      <a:pt x="765362" y="384691"/>
                    </a:cubicBezTo>
                    <a:lnTo>
                      <a:pt x="763067" y="392013"/>
                    </a:lnTo>
                    <a:cubicBezTo>
                      <a:pt x="509871" y="385201"/>
                      <a:pt x="256494" y="391150"/>
                      <a:pt x="3898" y="409835"/>
                    </a:cubicBezTo>
                    <a:lnTo>
                      <a:pt x="190" y="403483"/>
                    </a:lnTo>
                    <a:cubicBezTo>
                      <a:pt x="27024" y="350968"/>
                      <a:pt x="89406" y="327438"/>
                      <a:pt x="144272" y="349136"/>
                    </a:cubicBezTo>
                    <a:cubicBezTo>
                      <a:pt x="124437" y="316809"/>
                      <a:pt x="113616" y="279769"/>
                      <a:pt x="112931" y="241855"/>
                    </a:cubicBezTo>
                    <a:cubicBezTo>
                      <a:pt x="111985" y="234399"/>
                      <a:pt x="114121" y="226880"/>
                      <a:pt x="118846" y="221034"/>
                    </a:cubicBezTo>
                    <a:cubicBezTo>
                      <a:pt x="124624" y="216762"/>
                      <a:pt x="131874" y="214982"/>
                      <a:pt x="138975" y="216093"/>
                    </a:cubicBezTo>
                    <a:cubicBezTo>
                      <a:pt x="182553" y="218476"/>
                      <a:pt x="223368" y="238171"/>
                      <a:pt x="252334" y="270793"/>
                    </a:cubicBezTo>
                    <a:cubicBezTo>
                      <a:pt x="245006" y="216358"/>
                      <a:pt x="239886" y="159806"/>
                      <a:pt x="256130" y="107400"/>
                    </a:cubicBezTo>
                    <a:cubicBezTo>
                      <a:pt x="272463" y="54906"/>
                      <a:pt x="315105" y="7088"/>
                      <a:pt x="369754" y="736"/>
                    </a:cubicBezTo>
                    <a:cubicBezTo>
                      <a:pt x="430848" y="-6410"/>
                      <a:pt x="487792" y="40614"/>
                      <a:pt x="512600" y="96813"/>
                    </a:cubicBezTo>
                    <a:cubicBezTo>
                      <a:pt x="537408" y="153101"/>
                      <a:pt x="537320" y="216711"/>
                      <a:pt x="536790" y="278115"/>
                    </a:cubicBezTo>
                    <a:cubicBezTo>
                      <a:pt x="555507" y="262146"/>
                      <a:pt x="565836" y="238855"/>
                      <a:pt x="579609" y="218563"/>
                    </a:cubicBezTo>
                    <a:cubicBezTo>
                      <a:pt x="593470" y="198360"/>
                      <a:pt x="614482" y="179392"/>
                      <a:pt x="638937" y="180715"/>
                    </a:cubicBezTo>
                    <a:cubicBezTo>
                      <a:pt x="667100" y="182215"/>
                      <a:pt x="687494" y="211153"/>
                      <a:pt x="689613" y="239208"/>
                    </a:cubicBezTo>
                    <a:cubicBezTo>
                      <a:pt x="691820" y="267352"/>
                      <a:pt x="680519" y="294525"/>
                      <a:pt x="669396" y="320463"/>
                    </a:cubicBezTo>
                    <a:cubicBezTo>
                      <a:pt x="692173" y="302818"/>
                      <a:pt x="725368" y="296466"/>
                      <a:pt x="750265" y="3109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27"/>
              <p:cNvSpPr/>
              <p:nvPr/>
            </p:nvSpPr>
            <p:spPr>
              <a:xfrm>
                <a:off x="8037685" y="2312945"/>
                <a:ext cx="786187" cy="418163"/>
              </a:xfrm>
              <a:custGeom>
                <a:avLst/>
                <a:gdLst/>
                <a:ahLst/>
                <a:cxnLst/>
                <a:rect l="l" t="t" r="r" b="b"/>
                <a:pathLst>
                  <a:path w="786187" h="418163" extrusionOk="0">
                    <a:moveTo>
                      <a:pt x="766037" y="317095"/>
                    </a:moveTo>
                    <a:cubicBezTo>
                      <a:pt x="743998" y="298026"/>
                      <a:pt x="712593" y="299177"/>
                      <a:pt x="687166" y="310877"/>
                    </a:cubicBezTo>
                    <a:cubicBezTo>
                      <a:pt x="696508" y="287395"/>
                      <a:pt x="703936" y="262563"/>
                      <a:pt x="699570" y="237360"/>
                    </a:cubicBezTo>
                    <a:cubicBezTo>
                      <a:pt x="696098" y="213279"/>
                      <a:pt x="680363" y="192728"/>
                      <a:pt x="658013" y="183082"/>
                    </a:cubicBezTo>
                    <a:cubicBezTo>
                      <a:pt x="632437" y="173794"/>
                      <a:pt x="606937" y="187611"/>
                      <a:pt x="589902" y="206466"/>
                    </a:cubicBezTo>
                    <a:cubicBezTo>
                      <a:pt x="573237" y="224915"/>
                      <a:pt x="563368" y="248278"/>
                      <a:pt x="547790" y="267376"/>
                    </a:cubicBezTo>
                    <a:cubicBezTo>
                      <a:pt x="547749" y="176742"/>
                      <a:pt x="539343" y="74249"/>
                      <a:pt x="455690" y="20887"/>
                    </a:cubicBezTo>
                    <a:cubicBezTo>
                      <a:pt x="421764" y="-1935"/>
                      <a:pt x="378681" y="-6338"/>
                      <a:pt x="340834" y="9147"/>
                    </a:cubicBezTo>
                    <a:cubicBezTo>
                      <a:pt x="302174" y="25813"/>
                      <a:pt x="273831" y="61054"/>
                      <a:pt x="258738" y="99595"/>
                    </a:cubicBezTo>
                    <a:cubicBezTo>
                      <a:pt x="238860" y="150351"/>
                      <a:pt x="241866" y="206570"/>
                      <a:pt x="248477" y="260004"/>
                    </a:cubicBezTo>
                    <a:cubicBezTo>
                      <a:pt x="233929" y="246841"/>
                      <a:pt x="217215" y="236286"/>
                      <a:pt x="199072" y="228806"/>
                    </a:cubicBezTo>
                    <a:cubicBezTo>
                      <a:pt x="187230" y="223900"/>
                      <a:pt x="174861" y="220374"/>
                      <a:pt x="162211" y="218299"/>
                    </a:cubicBezTo>
                    <a:cubicBezTo>
                      <a:pt x="151032" y="215532"/>
                      <a:pt x="139367" y="215366"/>
                      <a:pt x="128115" y="217817"/>
                    </a:cubicBezTo>
                    <a:cubicBezTo>
                      <a:pt x="104897" y="225395"/>
                      <a:pt x="111382" y="258254"/>
                      <a:pt x="114100" y="276407"/>
                    </a:cubicBezTo>
                    <a:cubicBezTo>
                      <a:pt x="117829" y="300655"/>
                      <a:pt x="125675" y="324090"/>
                      <a:pt x="137299" y="345698"/>
                    </a:cubicBezTo>
                    <a:cubicBezTo>
                      <a:pt x="82986" y="331623"/>
                      <a:pt x="26181" y="357152"/>
                      <a:pt x="678" y="407096"/>
                    </a:cubicBezTo>
                    <a:cubicBezTo>
                      <a:pt x="-1816" y="412338"/>
                      <a:pt x="5927" y="416964"/>
                      <a:pt x="8539" y="411688"/>
                    </a:cubicBezTo>
                    <a:cubicBezTo>
                      <a:pt x="34309" y="361783"/>
                      <a:pt x="93577" y="339314"/>
                      <a:pt x="145986" y="359583"/>
                    </a:cubicBezTo>
                    <a:cubicBezTo>
                      <a:pt x="150487" y="361495"/>
                      <a:pt x="156178" y="357345"/>
                      <a:pt x="153206" y="352367"/>
                    </a:cubicBezTo>
                    <a:cubicBezTo>
                      <a:pt x="141378" y="332662"/>
                      <a:pt x="132788" y="311188"/>
                      <a:pt x="127764" y="288765"/>
                    </a:cubicBezTo>
                    <a:cubicBezTo>
                      <a:pt x="125188" y="277190"/>
                      <a:pt x="123642" y="265410"/>
                      <a:pt x="123144" y="253563"/>
                    </a:cubicBezTo>
                    <a:cubicBezTo>
                      <a:pt x="122376" y="247849"/>
                      <a:pt x="122688" y="242041"/>
                      <a:pt x="124066" y="236442"/>
                    </a:cubicBezTo>
                    <a:cubicBezTo>
                      <a:pt x="127124" y="228451"/>
                      <a:pt x="134280" y="227502"/>
                      <a:pt x="141784" y="227678"/>
                    </a:cubicBezTo>
                    <a:cubicBezTo>
                      <a:pt x="184384" y="229629"/>
                      <a:pt x="224343" y="248872"/>
                      <a:pt x="252414" y="280954"/>
                    </a:cubicBezTo>
                    <a:cubicBezTo>
                      <a:pt x="255670" y="284602"/>
                      <a:pt x="263447" y="281931"/>
                      <a:pt x="262765" y="276670"/>
                    </a:cubicBezTo>
                    <a:cubicBezTo>
                      <a:pt x="251682" y="191062"/>
                      <a:pt x="246329" y="80815"/>
                      <a:pt x="330690" y="28614"/>
                    </a:cubicBezTo>
                    <a:cubicBezTo>
                      <a:pt x="409624" y="-20229"/>
                      <a:pt x="493411" y="49359"/>
                      <a:pt x="518467" y="124469"/>
                    </a:cubicBezTo>
                    <a:cubicBezTo>
                      <a:pt x="535570" y="175741"/>
                      <a:pt x="535070" y="230597"/>
                      <a:pt x="534639" y="284011"/>
                    </a:cubicBezTo>
                    <a:cubicBezTo>
                      <a:pt x="534740" y="287663"/>
                      <a:pt x="537784" y="290542"/>
                      <a:pt x="541439" y="290441"/>
                    </a:cubicBezTo>
                    <a:cubicBezTo>
                      <a:pt x="543068" y="290396"/>
                      <a:pt x="544623" y="289753"/>
                      <a:pt x="545807" y="288633"/>
                    </a:cubicBezTo>
                    <a:cubicBezTo>
                      <a:pt x="563065" y="273252"/>
                      <a:pt x="573482" y="252824"/>
                      <a:pt x="585793" y="233637"/>
                    </a:cubicBezTo>
                    <a:cubicBezTo>
                      <a:pt x="598573" y="213718"/>
                      <a:pt x="619063" y="190118"/>
                      <a:pt x="645447" y="193377"/>
                    </a:cubicBezTo>
                    <a:cubicBezTo>
                      <a:pt x="667976" y="196160"/>
                      <a:pt x="682906" y="218496"/>
                      <a:pt x="686717" y="239321"/>
                    </a:cubicBezTo>
                    <a:cubicBezTo>
                      <a:pt x="691959" y="267974"/>
                      <a:pt x="679149" y="297263"/>
                      <a:pt x="668162" y="323022"/>
                    </a:cubicBezTo>
                    <a:cubicBezTo>
                      <a:pt x="665970" y="328162"/>
                      <a:pt x="671136" y="336305"/>
                      <a:pt x="677065" y="331919"/>
                    </a:cubicBezTo>
                    <a:cubicBezTo>
                      <a:pt x="698430" y="316117"/>
                      <a:pt x="730043" y="307866"/>
                      <a:pt x="753736" y="323932"/>
                    </a:cubicBezTo>
                    <a:cubicBezTo>
                      <a:pt x="772975" y="336977"/>
                      <a:pt x="781077" y="367511"/>
                      <a:pt x="765224" y="386075"/>
                    </a:cubicBezTo>
                    <a:cubicBezTo>
                      <a:pt x="763725" y="387775"/>
                      <a:pt x="763267" y="390154"/>
                      <a:pt x="764026" y="392288"/>
                    </a:cubicBezTo>
                    <a:cubicBezTo>
                      <a:pt x="741819" y="390287"/>
                      <a:pt x="719514" y="389557"/>
                      <a:pt x="697223" y="390103"/>
                    </a:cubicBezTo>
                    <a:cubicBezTo>
                      <a:pt x="672341" y="389689"/>
                      <a:pt x="647457" y="389396"/>
                      <a:pt x="622572" y="389226"/>
                    </a:cubicBezTo>
                    <a:cubicBezTo>
                      <a:pt x="572799" y="388888"/>
                      <a:pt x="523029" y="389087"/>
                      <a:pt x="473262" y="389823"/>
                    </a:cubicBezTo>
                    <a:cubicBezTo>
                      <a:pt x="373030" y="391310"/>
                      <a:pt x="272666" y="394407"/>
                      <a:pt x="172615" y="400753"/>
                    </a:cubicBezTo>
                    <a:cubicBezTo>
                      <a:pt x="117791" y="404230"/>
                      <a:pt x="62018" y="405585"/>
                      <a:pt x="7600" y="413305"/>
                    </a:cubicBezTo>
                    <a:cubicBezTo>
                      <a:pt x="4789" y="413704"/>
                      <a:pt x="5527" y="418194"/>
                      <a:pt x="8260" y="418179"/>
                    </a:cubicBezTo>
                    <a:cubicBezTo>
                      <a:pt x="57904" y="417916"/>
                      <a:pt x="107660" y="412725"/>
                      <a:pt x="157266" y="410618"/>
                    </a:cubicBezTo>
                    <a:cubicBezTo>
                      <a:pt x="206249" y="408536"/>
                      <a:pt x="255230" y="406435"/>
                      <a:pt x="304237" y="404971"/>
                    </a:cubicBezTo>
                    <a:cubicBezTo>
                      <a:pt x="402997" y="402021"/>
                      <a:pt x="501789" y="400848"/>
                      <a:pt x="600615" y="401451"/>
                    </a:cubicBezTo>
                    <a:cubicBezTo>
                      <a:pt x="627695" y="401602"/>
                      <a:pt x="654775" y="401899"/>
                      <a:pt x="681853" y="402343"/>
                    </a:cubicBezTo>
                    <a:cubicBezTo>
                      <a:pt x="709937" y="402802"/>
                      <a:pt x="739556" y="406247"/>
                      <a:pt x="767470" y="403188"/>
                    </a:cubicBezTo>
                    <a:cubicBezTo>
                      <a:pt x="770727" y="402633"/>
                      <a:pt x="772988" y="399639"/>
                      <a:pt x="772630" y="396357"/>
                    </a:cubicBezTo>
                    <a:cubicBezTo>
                      <a:pt x="773240" y="396035"/>
                      <a:pt x="773791" y="395611"/>
                      <a:pt x="774258" y="395104"/>
                    </a:cubicBezTo>
                    <a:cubicBezTo>
                      <a:pt x="794064" y="372205"/>
                      <a:pt x="788375" y="336422"/>
                      <a:pt x="766037" y="317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3" name="Google Shape;1633;p27"/>
            <p:cNvGrpSpPr/>
            <p:nvPr/>
          </p:nvGrpSpPr>
          <p:grpSpPr>
            <a:xfrm>
              <a:off x="799773" y="1310362"/>
              <a:ext cx="731128" cy="394605"/>
              <a:chOff x="1006523" y="1673424"/>
              <a:chExt cx="731128" cy="394605"/>
            </a:xfrm>
          </p:grpSpPr>
          <p:sp>
            <p:nvSpPr>
              <p:cNvPr id="1634" name="Google Shape;1634;p27"/>
              <p:cNvSpPr/>
              <p:nvPr/>
            </p:nvSpPr>
            <p:spPr>
              <a:xfrm>
                <a:off x="1010947" y="1679127"/>
                <a:ext cx="720146" cy="385761"/>
              </a:xfrm>
              <a:custGeom>
                <a:avLst/>
                <a:gdLst/>
                <a:ahLst/>
                <a:cxnLst/>
                <a:rect l="l" t="t" r="r" b="b"/>
                <a:pathLst>
                  <a:path w="720146" h="385761" extrusionOk="0">
                    <a:moveTo>
                      <a:pt x="714509" y="372279"/>
                    </a:moveTo>
                    <a:cubicBezTo>
                      <a:pt x="476403" y="370249"/>
                      <a:pt x="238355" y="374749"/>
                      <a:pt x="366" y="385777"/>
                    </a:cubicBezTo>
                    <a:lnTo>
                      <a:pt x="190" y="381807"/>
                    </a:lnTo>
                    <a:cubicBezTo>
                      <a:pt x="23494" y="337553"/>
                      <a:pt x="75353" y="316562"/>
                      <a:pt x="122907" y="332136"/>
                    </a:cubicBezTo>
                    <a:cubicBezTo>
                      <a:pt x="110459" y="305139"/>
                      <a:pt x="97657" y="275937"/>
                      <a:pt x="102601" y="246558"/>
                    </a:cubicBezTo>
                    <a:cubicBezTo>
                      <a:pt x="107545" y="217179"/>
                      <a:pt x="138710" y="190535"/>
                      <a:pt x="166255" y="201828"/>
                    </a:cubicBezTo>
                    <a:cubicBezTo>
                      <a:pt x="193712" y="213121"/>
                      <a:pt x="199627" y="251763"/>
                      <a:pt x="225318" y="266585"/>
                    </a:cubicBezTo>
                    <a:cubicBezTo>
                      <a:pt x="201658" y="224149"/>
                      <a:pt x="210133" y="171743"/>
                      <a:pt x="220904" y="124455"/>
                    </a:cubicBezTo>
                    <a:cubicBezTo>
                      <a:pt x="227349" y="95870"/>
                      <a:pt x="234765" y="66756"/>
                      <a:pt x="251186" y="42406"/>
                    </a:cubicBezTo>
                    <a:cubicBezTo>
                      <a:pt x="267519" y="18056"/>
                      <a:pt x="294711" y="-1001"/>
                      <a:pt x="324022" y="58"/>
                    </a:cubicBezTo>
                    <a:cubicBezTo>
                      <a:pt x="351743" y="1028"/>
                      <a:pt x="376552" y="19908"/>
                      <a:pt x="391119" y="43464"/>
                    </a:cubicBezTo>
                    <a:cubicBezTo>
                      <a:pt x="404555" y="67819"/>
                      <a:pt x="412877" y="94658"/>
                      <a:pt x="415574" y="122337"/>
                    </a:cubicBezTo>
                    <a:cubicBezTo>
                      <a:pt x="424312" y="182362"/>
                      <a:pt x="424846" y="243295"/>
                      <a:pt x="417163" y="303463"/>
                    </a:cubicBezTo>
                    <a:cubicBezTo>
                      <a:pt x="434979" y="242196"/>
                      <a:pt x="471189" y="187872"/>
                      <a:pt x="520899" y="147834"/>
                    </a:cubicBezTo>
                    <a:cubicBezTo>
                      <a:pt x="548179" y="126043"/>
                      <a:pt x="585259" y="108398"/>
                      <a:pt x="617218" y="122602"/>
                    </a:cubicBezTo>
                    <a:cubicBezTo>
                      <a:pt x="653592" y="138747"/>
                      <a:pt x="662597" y="186653"/>
                      <a:pt x="658006" y="226266"/>
                    </a:cubicBezTo>
                    <a:cubicBezTo>
                      <a:pt x="652915" y="269428"/>
                      <a:pt x="637831" y="310811"/>
                      <a:pt x="613952" y="347134"/>
                    </a:cubicBezTo>
                    <a:cubicBezTo>
                      <a:pt x="641674" y="313080"/>
                      <a:pt x="706563" y="324990"/>
                      <a:pt x="720336" y="3667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27"/>
              <p:cNvSpPr/>
              <p:nvPr/>
            </p:nvSpPr>
            <p:spPr>
              <a:xfrm>
                <a:off x="1006523" y="1673424"/>
                <a:ext cx="731128" cy="394605"/>
              </a:xfrm>
              <a:custGeom>
                <a:avLst/>
                <a:gdLst/>
                <a:ahLst/>
                <a:cxnLst/>
                <a:rect l="l" t="t" r="r" b="b"/>
                <a:pathLst>
                  <a:path w="731128" h="394605" extrusionOk="0">
                    <a:moveTo>
                      <a:pt x="730915" y="370736"/>
                    </a:moveTo>
                    <a:cubicBezTo>
                      <a:pt x="717966" y="334312"/>
                      <a:pt x="672867" y="317997"/>
                      <a:pt x="638450" y="331138"/>
                    </a:cubicBezTo>
                    <a:cubicBezTo>
                      <a:pt x="653422" y="302431"/>
                      <a:pt x="663395" y="271388"/>
                      <a:pt x="667943" y="239337"/>
                    </a:cubicBezTo>
                    <a:cubicBezTo>
                      <a:pt x="672240" y="208473"/>
                      <a:pt x="670821" y="172937"/>
                      <a:pt x="652509" y="146368"/>
                    </a:cubicBezTo>
                    <a:cubicBezTo>
                      <a:pt x="602956" y="74470"/>
                      <a:pt x="513277" y="147786"/>
                      <a:pt x="475750" y="193356"/>
                    </a:cubicBezTo>
                    <a:cubicBezTo>
                      <a:pt x="458396" y="214435"/>
                      <a:pt x="443791" y="237631"/>
                      <a:pt x="432286" y="262387"/>
                    </a:cubicBezTo>
                    <a:cubicBezTo>
                      <a:pt x="434488" y="224025"/>
                      <a:pt x="433396" y="185545"/>
                      <a:pt x="429023" y="147369"/>
                    </a:cubicBezTo>
                    <a:cubicBezTo>
                      <a:pt x="423997" y="103966"/>
                      <a:pt x="416603" y="55387"/>
                      <a:pt x="383188" y="23884"/>
                    </a:cubicBezTo>
                    <a:cubicBezTo>
                      <a:pt x="355093" y="-4468"/>
                      <a:pt x="310460" y="-7987"/>
                      <a:pt x="278263" y="15611"/>
                    </a:cubicBezTo>
                    <a:cubicBezTo>
                      <a:pt x="240486" y="42625"/>
                      <a:pt x="227920" y="89005"/>
                      <a:pt x="218343" y="132031"/>
                    </a:cubicBezTo>
                    <a:cubicBezTo>
                      <a:pt x="210023" y="169410"/>
                      <a:pt x="203739" y="209460"/>
                      <a:pt x="213250" y="246612"/>
                    </a:cubicBezTo>
                    <a:cubicBezTo>
                      <a:pt x="206835" y="235746"/>
                      <a:pt x="199671" y="225339"/>
                      <a:pt x="191809" y="215468"/>
                    </a:cubicBezTo>
                    <a:cubicBezTo>
                      <a:pt x="178661" y="199787"/>
                      <a:pt x="156697" y="194729"/>
                      <a:pt x="138008" y="203080"/>
                    </a:cubicBezTo>
                    <a:cubicBezTo>
                      <a:pt x="117536" y="212768"/>
                      <a:pt x="103422" y="232222"/>
                      <a:pt x="100574" y="254679"/>
                    </a:cubicBezTo>
                    <a:cubicBezTo>
                      <a:pt x="97247" y="280637"/>
                      <a:pt x="106487" y="305681"/>
                      <a:pt x="117010" y="329182"/>
                    </a:cubicBezTo>
                    <a:cubicBezTo>
                      <a:pt x="70130" y="319832"/>
                      <a:pt x="22760" y="342838"/>
                      <a:pt x="1151" y="385450"/>
                    </a:cubicBezTo>
                    <a:cubicBezTo>
                      <a:pt x="531" y="386691"/>
                      <a:pt x="608" y="388165"/>
                      <a:pt x="1352" y="389336"/>
                    </a:cubicBezTo>
                    <a:cubicBezTo>
                      <a:pt x="62" y="390312"/>
                      <a:pt x="-193" y="392149"/>
                      <a:pt x="784" y="393439"/>
                    </a:cubicBezTo>
                    <a:cubicBezTo>
                      <a:pt x="1339" y="394172"/>
                      <a:pt x="2205" y="394602"/>
                      <a:pt x="3125" y="394600"/>
                    </a:cubicBezTo>
                    <a:cubicBezTo>
                      <a:pt x="96756" y="394988"/>
                      <a:pt x="190477" y="389755"/>
                      <a:pt x="284088" y="387705"/>
                    </a:cubicBezTo>
                    <a:cubicBezTo>
                      <a:pt x="377777" y="385652"/>
                      <a:pt x="471482" y="384446"/>
                      <a:pt x="565203" y="384087"/>
                    </a:cubicBezTo>
                    <a:cubicBezTo>
                      <a:pt x="590828" y="384014"/>
                      <a:pt x="616454" y="384003"/>
                      <a:pt x="642079" y="384051"/>
                    </a:cubicBezTo>
                    <a:cubicBezTo>
                      <a:pt x="668174" y="385578"/>
                      <a:pt x="694344" y="385294"/>
                      <a:pt x="720399" y="383199"/>
                    </a:cubicBezTo>
                    <a:cubicBezTo>
                      <a:pt x="722663" y="382771"/>
                      <a:pt x="724283" y="380767"/>
                      <a:pt x="724226" y="378465"/>
                    </a:cubicBezTo>
                    <a:cubicBezTo>
                      <a:pt x="728342" y="378802"/>
                      <a:pt x="732677" y="375694"/>
                      <a:pt x="730915" y="370736"/>
                    </a:cubicBezTo>
                    <a:close/>
                    <a:moveTo>
                      <a:pt x="653062" y="371055"/>
                    </a:moveTo>
                    <a:cubicBezTo>
                      <a:pt x="629633" y="370964"/>
                      <a:pt x="606204" y="370938"/>
                      <a:pt x="582775" y="370977"/>
                    </a:cubicBezTo>
                    <a:cubicBezTo>
                      <a:pt x="535917" y="371087"/>
                      <a:pt x="489060" y="371453"/>
                      <a:pt x="442205" y="372075"/>
                    </a:cubicBezTo>
                    <a:cubicBezTo>
                      <a:pt x="348490" y="373312"/>
                      <a:pt x="254801" y="375743"/>
                      <a:pt x="161140" y="379368"/>
                    </a:cubicBezTo>
                    <a:cubicBezTo>
                      <a:pt x="110377" y="381270"/>
                      <a:pt x="59526" y="383365"/>
                      <a:pt x="8937" y="388065"/>
                    </a:cubicBezTo>
                    <a:cubicBezTo>
                      <a:pt x="32428" y="347461"/>
                      <a:pt x="81168" y="328851"/>
                      <a:pt x="125768" y="343457"/>
                    </a:cubicBezTo>
                    <a:cubicBezTo>
                      <a:pt x="131019" y="345282"/>
                      <a:pt x="134204" y="339130"/>
                      <a:pt x="132306" y="334958"/>
                    </a:cubicBezTo>
                    <a:cubicBezTo>
                      <a:pt x="121286" y="310743"/>
                      <a:pt x="109365" y="284378"/>
                      <a:pt x="112509" y="257100"/>
                    </a:cubicBezTo>
                    <a:cubicBezTo>
                      <a:pt x="114888" y="236463"/>
                      <a:pt x="130503" y="215044"/>
                      <a:pt x="152002" y="211517"/>
                    </a:cubicBezTo>
                    <a:cubicBezTo>
                      <a:pt x="172478" y="208158"/>
                      <a:pt x="185124" y="225320"/>
                      <a:pt x="194772" y="240541"/>
                    </a:cubicBezTo>
                    <a:cubicBezTo>
                      <a:pt x="202382" y="255199"/>
                      <a:pt x="213268" y="267909"/>
                      <a:pt x="226588" y="277684"/>
                    </a:cubicBezTo>
                    <a:cubicBezTo>
                      <a:pt x="229638" y="279355"/>
                      <a:pt x="233467" y="278238"/>
                      <a:pt x="235139" y="275189"/>
                    </a:cubicBezTo>
                    <a:cubicBezTo>
                      <a:pt x="236172" y="273304"/>
                      <a:pt x="236172" y="271023"/>
                      <a:pt x="235139" y="269139"/>
                    </a:cubicBezTo>
                    <a:cubicBezTo>
                      <a:pt x="215455" y="232283"/>
                      <a:pt x="219578" y="189328"/>
                      <a:pt x="227546" y="149807"/>
                    </a:cubicBezTo>
                    <a:cubicBezTo>
                      <a:pt x="235420" y="110756"/>
                      <a:pt x="243996" y="66177"/>
                      <a:pt x="273050" y="36772"/>
                    </a:cubicBezTo>
                    <a:cubicBezTo>
                      <a:pt x="286565" y="22158"/>
                      <a:pt x="305207" y="13328"/>
                      <a:pt x="325083" y="12125"/>
                    </a:cubicBezTo>
                    <a:cubicBezTo>
                      <a:pt x="344658" y="12570"/>
                      <a:pt x="363212" y="20948"/>
                      <a:pt x="376483" y="35335"/>
                    </a:cubicBezTo>
                    <a:cubicBezTo>
                      <a:pt x="406720" y="65794"/>
                      <a:pt x="412478" y="113178"/>
                      <a:pt x="416754" y="153816"/>
                    </a:cubicBezTo>
                    <a:cubicBezTo>
                      <a:pt x="422103" y="205489"/>
                      <a:pt x="421532" y="257603"/>
                      <a:pt x="415052" y="309147"/>
                    </a:cubicBezTo>
                    <a:cubicBezTo>
                      <a:pt x="414122" y="316649"/>
                      <a:pt x="425893" y="317708"/>
                      <a:pt x="427902" y="310885"/>
                    </a:cubicBezTo>
                    <a:cubicBezTo>
                      <a:pt x="446804" y="246663"/>
                      <a:pt x="488310" y="182671"/>
                      <a:pt x="546067" y="146817"/>
                    </a:cubicBezTo>
                    <a:cubicBezTo>
                      <a:pt x="573838" y="129578"/>
                      <a:pt x="612575" y="119662"/>
                      <a:pt x="637169" y="147721"/>
                    </a:cubicBezTo>
                    <a:cubicBezTo>
                      <a:pt x="656379" y="169638"/>
                      <a:pt x="658947" y="202751"/>
                      <a:pt x="656040" y="230472"/>
                    </a:cubicBezTo>
                    <a:cubicBezTo>
                      <a:pt x="651159" y="273011"/>
                      <a:pt x="636331" y="313806"/>
                      <a:pt x="612755" y="349560"/>
                    </a:cubicBezTo>
                    <a:cubicBezTo>
                      <a:pt x="608794" y="355665"/>
                      <a:pt x="618123" y="363078"/>
                      <a:pt x="622963" y="357430"/>
                    </a:cubicBezTo>
                    <a:cubicBezTo>
                      <a:pt x="648142" y="328049"/>
                      <a:pt x="703126" y="336288"/>
                      <a:pt x="717787" y="372463"/>
                    </a:cubicBezTo>
                    <a:cubicBezTo>
                      <a:pt x="696266" y="370574"/>
                      <a:pt x="674644" y="370103"/>
                      <a:pt x="653062" y="3710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36" name="Google Shape;1636;p27"/>
          <p:cNvGrpSpPr/>
          <p:nvPr/>
        </p:nvGrpSpPr>
        <p:grpSpPr>
          <a:xfrm>
            <a:off x="2103183" y="2375637"/>
            <a:ext cx="5326939" cy="3588189"/>
            <a:chOff x="2103183" y="2375637"/>
            <a:chExt cx="5326939" cy="3588189"/>
          </a:xfrm>
        </p:grpSpPr>
        <p:sp>
          <p:nvSpPr>
            <p:cNvPr id="1637" name="Google Shape;1637;p27"/>
            <p:cNvSpPr/>
            <p:nvPr/>
          </p:nvSpPr>
          <p:spPr>
            <a:xfrm>
              <a:off x="2486429" y="4154677"/>
              <a:ext cx="3823047" cy="901715"/>
            </a:xfrm>
            <a:custGeom>
              <a:avLst/>
              <a:gdLst/>
              <a:ahLst/>
              <a:cxnLst/>
              <a:rect l="l" t="t" r="r" b="b"/>
              <a:pathLst>
                <a:path w="3823047" h="901715" extrusionOk="0">
                  <a:moveTo>
                    <a:pt x="3805090" y="564241"/>
                  </a:moveTo>
                  <a:cubicBezTo>
                    <a:pt x="3797955" y="532439"/>
                    <a:pt x="3790065" y="500815"/>
                    <a:pt x="3781419" y="469370"/>
                  </a:cubicBezTo>
                  <a:cubicBezTo>
                    <a:pt x="3764563" y="407978"/>
                    <a:pt x="3744670" y="347544"/>
                    <a:pt x="3721742" y="288070"/>
                  </a:cubicBezTo>
                  <a:cubicBezTo>
                    <a:pt x="3708842" y="252129"/>
                    <a:pt x="3694151" y="216855"/>
                    <a:pt x="3677722" y="182382"/>
                  </a:cubicBezTo>
                  <a:cubicBezTo>
                    <a:pt x="3676049" y="170382"/>
                    <a:pt x="3674288" y="158392"/>
                    <a:pt x="3672282" y="146441"/>
                  </a:cubicBezTo>
                  <a:cubicBezTo>
                    <a:pt x="3668994" y="126857"/>
                    <a:pt x="3665171" y="107356"/>
                    <a:pt x="3660444" y="88065"/>
                  </a:cubicBezTo>
                  <a:cubicBezTo>
                    <a:pt x="3658109" y="78533"/>
                    <a:pt x="3655666" y="68970"/>
                    <a:pt x="3652512" y="59671"/>
                  </a:cubicBezTo>
                  <a:cubicBezTo>
                    <a:pt x="3651371" y="52828"/>
                    <a:pt x="3647921" y="46581"/>
                    <a:pt x="3642738" y="41967"/>
                  </a:cubicBezTo>
                  <a:cubicBezTo>
                    <a:pt x="3642251" y="41644"/>
                    <a:pt x="3641630" y="41598"/>
                    <a:pt x="3641102" y="41848"/>
                  </a:cubicBezTo>
                  <a:cubicBezTo>
                    <a:pt x="3640745" y="41628"/>
                    <a:pt x="3640368" y="41444"/>
                    <a:pt x="3639974" y="41301"/>
                  </a:cubicBezTo>
                  <a:cubicBezTo>
                    <a:pt x="3571308" y="23698"/>
                    <a:pt x="3501717" y="9915"/>
                    <a:pt x="3431522" y="16"/>
                  </a:cubicBezTo>
                  <a:lnTo>
                    <a:pt x="2922373" y="16"/>
                  </a:lnTo>
                  <a:cubicBezTo>
                    <a:pt x="2886782" y="5201"/>
                    <a:pt x="2851377" y="11499"/>
                    <a:pt x="2816159" y="18910"/>
                  </a:cubicBezTo>
                  <a:cubicBezTo>
                    <a:pt x="2695185" y="44545"/>
                    <a:pt x="2577539" y="83912"/>
                    <a:pt x="2465512" y="136244"/>
                  </a:cubicBezTo>
                  <a:cubicBezTo>
                    <a:pt x="2354439" y="188027"/>
                    <a:pt x="2249912" y="252808"/>
                    <a:pt x="2154127" y="329226"/>
                  </a:cubicBezTo>
                  <a:cubicBezTo>
                    <a:pt x="2105292" y="367432"/>
                    <a:pt x="2059449" y="409311"/>
                    <a:pt x="2017000" y="454497"/>
                  </a:cubicBezTo>
                  <a:cubicBezTo>
                    <a:pt x="2004026" y="468449"/>
                    <a:pt x="1992106" y="483344"/>
                    <a:pt x="1981339" y="499060"/>
                  </a:cubicBezTo>
                  <a:cubicBezTo>
                    <a:pt x="2012136" y="438640"/>
                    <a:pt x="2050922" y="382633"/>
                    <a:pt x="2096654" y="332542"/>
                  </a:cubicBezTo>
                  <a:cubicBezTo>
                    <a:pt x="2173126" y="247783"/>
                    <a:pt x="2263329" y="176286"/>
                    <a:pt x="2355592" y="109556"/>
                  </a:cubicBezTo>
                  <a:cubicBezTo>
                    <a:pt x="2408640" y="71191"/>
                    <a:pt x="2463052" y="34677"/>
                    <a:pt x="2518828" y="16"/>
                  </a:cubicBezTo>
                  <a:lnTo>
                    <a:pt x="2349908" y="16"/>
                  </a:lnTo>
                  <a:cubicBezTo>
                    <a:pt x="2260597" y="66689"/>
                    <a:pt x="2172975" y="138580"/>
                    <a:pt x="2097894" y="220698"/>
                  </a:cubicBezTo>
                  <a:cubicBezTo>
                    <a:pt x="2010630" y="316140"/>
                    <a:pt x="1938371" y="436943"/>
                    <a:pt x="1935663" y="569196"/>
                  </a:cubicBezTo>
                  <a:cubicBezTo>
                    <a:pt x="1910742" y="328671"/>
                    <a:pt x="1722403" y="146799"/>
                    <a:pt x="1540909" y="4955"/>
                  </a:cubicBezTo>
                  <a:cubicBezTo>
                    <a:pt x="1538775" y="3288"/>
                    <a:pt x="1536601" y="1675"/>
                    <a:pt x="1534462" y="16"/>
                  </a:cubicBezTo>
                  <a:lnTo>
                    <a:pt x="1366479" y="16"/>
                  </a:lnTo>
                  <a:cubicBezTo>
                    <a:pt x="1397356" y="19331"/>
                    <a:pt x="1427830" y="39272"/>
                    <a:pt x="1457902" y="59837"/>
                  </a:cubicBezTo>
                  <a:cubicBezTo>
                    <a:pt x="1512327" y="97200"/>
                    <a:pt x="1565849" y="135909"/>
                    <a:pt x="1618469" y="175964"/>
                  </a:cubicBezTo>
                  <a:cubicBezTo>
                    <a:pt x="1668101" y="212831"/>
                    <a:pt x="1714019" y="254445"/>
                    <a:pt x="1755571" y="300215"/>
                  </a:cubicBezTo>
                  <a:cubicBezTo>
                    <a:pt x="1830121" y="384770"/>
                    <a:pt x="1885736" y="484263"/>
                    <a:pt x="1918694" y="592035"/>
                  </a:cubicBezTo>
                  <a:cubicBezTo>
                    <a:pt x="1874037" y="485275"/>
                    <a:pt x="1799449" y="392270"/>
                    <a:pt x="1710830" y="317834"/>
                  </a:cubicBezTo>
                  <a:cubicBezTo>
                    <a:pt x="1590137" y="216458"/>
                    <a:pt x="1444640" y="150531"/>
                    <a:pt x="1295752" y="101970"/>
                  </a:cubicBezTo>
                  <a:cubicBezTo>
                    <a:pt x="1216729" y="76196"/>
                    <a:pt x="1136278" y="54880"/>
                    <a:pt x="1055553" y="35160"/>
                  </a:cubicBezTo>
                  <a:cubicBezTo>
                    <a:pt x="1002276" y="22145"/>
                    <a:pt x="948689" y="10308"/>
                    <a:pt x="894812" y="16"/>
                  </a:cubicBezTo>
                  <a:lnTo>
                    <a:pt x="292903" y="16"/>
                  </a:lnTo>
                  <a:cubicBezTo>
                    <a:pt x="279360" y="3730"/>
                    <a:pt x="265872" y="7645"/>
                    <a:pt x="252523" y="12010"/>
                  </a:cubicBezTo>
                  <a:cubicBezTo>
                    <a:pt x="236829" y="17140"/>
                    <a:pt x="218123" y="21465"/>
                    <a:pt x="205252" y="32390"/>
                  </a:cubicBezTo>
                  <a:cubicBezTo>
                    <a:pt x="191747" y="43856"/>
                    <a:pt x="189497" y="62125"/>
                    <a:pt x="186559" y="78533"/>
                  </a:cubicBezTo>
                  <a:cubicBezTo>
                    <a:pt x="182479" y="101332"/>
                    <a:pt x="178503" y="124148"/>
                    <a:pt x="174630" y="146984"/>
                  </a:cubicBezTo>
                  <a:cubicBezTo>
                    <a:pt x="168656" y="182217"/>
                    <a:pt x="162952" y="217500"/>
                    <a:pt x="157518" y="252835"/>
                  </a:cubicBezTo>
                  <a:cubicBezTo>
                    <a:pt x="121445" y="310670"/>
                    <a:pt x="90807" y="371718"/>
                    <a:pt x="65998" y="435198"/>
                  </a:cubicBezTo>
                  <a:cubicBezTo>
                    <a:pt x="39930" y="501371"/>
                    <a:pt x="19983" y="569751"/>
                    <a:pt x="398" y="638055"/>
                  </a:cubicBezTo>
                  <a:cubicBezTo>
                    <a:pt x="-1138" y="643412"/>
                    <a:pt x="6216" y="648174"/>
                    <a:pt x="10105" y="643702"/>
                  </a:cubicBezTo>
                  <a:cubicBezTo>
                    <a:pt x="10466" y="643287"/>
                    <a:pt x="10835" y="642874"/>
                    <a:pt x="11196" y="642460"/>
                  </a:cubicBezTo>
                  <a:cubicBezTo>
                    <a:pt x="11298" y="642440"/>
                    <a:pt x="11380" y="642468"/>
                    <a:pt x="11485" y="642443"/>
                  </a:cubicBezTo>
                  <a:cubicBezTo>
                    <a:pt x="69468" y="627924"/>
                    <a:pt x="127131" y="613217"/>
                    <a:pt x="186081" y="602960"/>
                  </a:cubicBezTo>
                  <a:cubicBezTo>
                    <a:pt x="245761" y="592576"/>
                    <a:pt x="305982" y="585284"/>
                    <a:pt x="366333" y="580151"/>
                  </a:cubicBezTo>
                  <a:cubicBezTo>
                    <a:pt x="485722" y="569998"/>
                    <a:pt x="605769" y="567949"/>
                    <a:pt x="725538" y="568087"/>
                  </a:cubicBezTo>
                  <a:cubicBezTo>
                    <a:pt x="964796" y="568359"/>
                    <a:pt x="1206906" y="583636"/>
                    <a:pt x="1436980" y="653850"/>
                  </a:cubicBezTo>
                  <a:cubicBezTo>
                    <a:pt x="1557389" y="689651"/>
                    <a:pt x="1671970" y="742697"/>
                    <a:pt x="1777155" y="811336"/>
                  </a:cubicBezTo>
                  <a:cubicBezTo>
                    <a:pt x="1778609" y="812401"/>
                    <a:pt x="1780482" y="812716"/>
                    <a:pt x="1782205" y="812185"/>
                  </a:cubicBezTo>
                  <a:cubicBezTo>
                    <a:pt x="1782191" y="812674"/>
                    <a:pt x="1782284" y="813159"/>
                    <a:pt x="1782477" y="813609"/>
                  </a:cubicBezTo>
                  <a:cubicBezTo>
                    <a:pt x="1796072" y="844111"/>
                    <a:pt x="1829380" y="867680"/>
                    <a:pt x="1858525" y="881858"/>
                  </a:cubicBezTo>
                  <a:cubicBezTo>
                    <a:pt x="1889636" y="897382"/>
                    <a:pt x="1924433" y="904018"/>
                    <a:pt x="1959079" y="901034"/>
                  </a:cubicBezTo>
                  <a:cubicBezTo>
                    <a:pt x="2026092" y="894337"/>
                    <a:pt x="2083620" y="850497"/>
                    <a:pt x="2107813" y="787688"/>
                  </a:cubicBezTo>
                  <a:cubicBezTo>
                    <a:pt x="2108519" y="786038"/>
                    <a:pt x="2108373" y="784148"/>
                    <a:pt x="2107420" y="782627"/>
                  </a:cubicBezTo>
                  <a:lnTo>
                    <a:pt x="2108476" y="783056"/>
                  </a:lnTo>
                  <a:cubicBezTo>
                    <a:pt x="2107883" y="785540"/>
                    <a:pt x="2109417" y="788034"/>
                    <a:pt x="2111903" y="788627"/>
                  </a:cubicBezTo>
                  <a:cubicBezTo>
                    <a:pt x="2113113" y="788915"/>
                    <a:pt x="2114388" y="788705"/>
                    <a:pt x="2115441" y="788044"/>
                  </a:cubicBezTo>
                  <a:cubicBezTo>
                    <a:pt x="2160834" y="759356"/>
                    <a:pt x="2207723" y="733102"/>
                    <a:pt x="2255908" y="709392"/>
                  </a:cubicBezTo>
                  <a:cubicBezTo>
                    <a:pt x="2304525" y="686239"/>
                    <a:pt x="2354632" y="666349"/>
                    <a:pt x="2405896" y="649857"/>
                  </a:cubicBezTo>
                  <a:cubicBezTo>
                    <a:pt x="2509556" y="616919"/>
                    <a:pt x="2616368" y="594865"/>
                    <a:pt x="2724602" y="584050"/>
                  </a:cubicBezTo>
                  <a:cubicBezTo>
                    <a:pt x="2844300" y="572422"/>
                    <a:pt x="2964650" y="568949"/>
                    <a:pt x="3084820" y="573655"/>
                  </a:cubicBezTo>
                  <a:cubicBezTo>
                    <a:pt x="3202880" y="577315"/>
                    <a:pt x="3321094" y="584672"/>
                    <a:pt x="3438771" y="594824"/>
                  </a:cubicBezTo>
                  <a:cubicBezTo>
                    <a:pt x="3566188" y="605817"/>
                    <a:pt x="3694214" y="624593"/>
                    <a:pt x="3813357" y="673073"/>
                  </a:cubicBezTo>
                  <a:cubicBezTo>
                    <a:pt x="3818066" y="674990"/>
                    <a:pt x="3822080" y="669911"/>
                    <a:pt x="3821472" y="665557"/>
                  </a:cubicBezTo>
                  <a:cubicBezTo>
                    <a:pt x="3822275" y="665062"/>
                    <a:pt x="3822820" y="664239"/>
                    <a:pt x="3822959" y="663306"/>
                  </a:cubicBezTo>
                  <a:cubicBezTo>
                    <a:pt x="3824567" y="647395"/>
                    <a:pt x="3818823" y="629618"/>
                    <a:pt x="3815739" y="614044"/>
                  </a:cubicBezTo>
                  <a:cubicBezTo>
                    <a:pt x="3812442" y="597394"/>
                    <a:pt x="3808803" y="580803"/>
                    <a:pt x="3805090" y="564241"/>
                  </a:cubicBezTo>
                  <a:close/>
                  <a:moveTo>
                    <a:pt x="1938081" y="613136"/>
                  </a:moveTo>
                  <a:cubicBezTo>
                    <a:pt x="1937882" y="612398"/>
                    <a:pt x="1937660" y="611665"/>
                    <a:pt x="1937460" y="610926"/>
                  </a:cubicBezTo>
                  <a:cubicBezTo>
                    <a:pt x="1938233" y="608241"/>
                    <a:pt x="1938989" y="605546"/>
                    <a:pt x="1939796" y="602875"/>
                  </a:cubicBezTo>
                  <a:cubicBezTo>
                    <a:pt x="1939175" y="606286"/>
                    <a:pt x="1938595" y="609705"/>
                    <a:pt x="1938081" y="613136"/>
                  </a:cubicBezTo>
                  <a:close/>
                </a:path>
              </a:pathLst>
            </a:custGeom>
            <a:solidFill>
              <a:srgbClr val="202120">
                <a:alpha val="37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27"/>
            <p:cNvSpPr/>
            <p:nvPr/>
          </p:nvSpPr>
          <p:spPr>
            <a:xfrm>
              <a:off x="6156650" y="4285600"/>
              <a:ext cx="143420" cy="467719"/>
            </a:xfrm>
            <a:custGeom>
              <a:avLst/>
              <a:gdLst/>
              <a:ahLst/>
              <a:cxnLst/>
              <a:rect l="l" t="t" r="r" b="b"/>
              <a:pathLst>
                <a:path w="150968" h="494941" extrusionOk="0">
                  <a:moveTo>
                    <a:pt x="98451" y="407614"/>
                  </a:moveTo>
                  <a:cubicBezTo>
                    <a:pt x="72319" y="294510"/>
                    <a:pt x="42684" y="182318"/>
                    <a:pt x="9548" y="71037"/>
                  </a:cubicBezTo>
                  <a:cubicBezTo>
                    <a:pt x="6723" y="47304"/>
                    <a:pt x="3809" y="23572"/>
                    <a:pt x="190" y="16"/>
                  </a:cubicBezTo>
                  <a:cubicBezTo>
                    <a:pt x="68027" y="157957"/>
                    <a:pt x="118642" y="322741"/>
                    <a:pt x="151158" y="491516"/>
                  </a:cubicBezTo>
                  <a:lnTo>
                    <a:pt x="143654" y="494957"/>
                  </a:lnTo>
                  <a:cubicBezTo>
                    <a:pt x="127586" y="468490"/>
                    <a:pt x="111577" y="442022"/>
                    <a:pt x="95627" y="415555"/>
                  </a:cubicBezTo>
                  <a:lnTo>
                    <a:pt x="97834" y="407438"/>
                  </a:lnTo>
                  <a:cubicBezTo>
                    <a:pt x="98010" y="407526"/>
                    <a:pt x="98275" y="407526"/>
                    <a:pt x="98451" y="4076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27"/>
            <p:cNvSpPr/>
            <p:nvPr/>
          </p:nvSpPr>
          <p:spPr>
            <a:xfrm>
              <a:off x="2485224" y="4328753"/>
              <a:ext cx="158561" cy="390571"/>
            </a:xfrm>
            <a:custGeom>
              <a:avLst/>
              <a:gdLst/>
              <a:ahLst/>
              <a:cxnLst/>
              <a:rect l="l" t="t" r="r" b="b"/>
              <a:pathLst>
                <a:path w="158561" h="390571" extrusionOk="0">
                  <a:moveTo>
                    <a:pt x="190" y="390587"/>
                  </a:moveTo>
                  <a:cubicBezTo>
                    <a:pt x="38985" y="255129"/>
                    <a:pt x="92140" y="124197"/>
                    <a:pt x="158751" y="16"/>
                  </a:cubicBezTo>
                  <a:cubicBezTo>
                    <a:pt x="156191" y="16425"/>
                    <a:pt x="153630" y="32747"/>
                    <a:pt x="151247" y="49157"/>
                  </a:cubicBezTo>
                  <a:cubicBezTo>
                    <a:pt x="122112" y="133235"/>
                    <a:pt x="97039" y="218813"/>
                    <a:pt x="76027" y="305274"/>
                  </a:cubicBezTo>
                  <a:lnTo>
                    <a:pt x="74703" y="304921"/>
                  </a:lnTo>
                  <a:cubicBezTo>
                    <a:pt x="50778" y="332535"/>
                    <a:pt x="26676" y="360061"/>
                    <a:pt x="2750" y="387676"/>
                  </a:cubicBezTo>
                  <a:cubicBezTo>
                    <a:pt x="1867" y="388646"/>
                    <a:pt x="1073" y="389617"/>
                    <a:pt x="190" y="3905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27"/>
            <p:cNvSpPr/>
            <p:nvPr/>
          </p:nvSpPr>
          <p:spPr>
            <a:xfrm>
              <a:off x="2560858" y="4323114"/>
              <a:ext cx="3686191" cy="621829"/>
            </a:xfrm>
            <a:custGeom>
              <a:avLst/>
              <a:gdLst/>
              <a:ahLst/>
              <a:cxnLst/>
              <a:rect l="l" t="t" r="r" b="b"/>
              <a:pathLst>
                <a:path w="3686191" h="621829" extrusionOk="0">
                  <a:moveTo>
                    <a:pt x="896" y="311449"/>
                  </a:moveTo>
                  <a:cubicBezTo>
                    <a:pt x="21908" y="224989"/>
                    <a:pt x="46981" y="139411"/>
                    <a:pt x="76115" y="55333"/>
                  </a:cubicBezTo>
                  <a:cubicBezTo>
                    <a:pt x="67110" y="115678"/>
                    <a:pt x="58812" y="176113"/>
                    <a:pt x="51219" y="236635"/>
                  </a:cubicBezTo>
                  <a:lnTo>
                    <a:pt x="51219" y="236811"/>
                  </a:lnTo>
                  <a:cubicBezTo>
                    <a:pt x="508274" y="123795"/>
                    <a:pt x="996229" y="170025"/>
                    <a:pt x="1442071" y="321243"/>
                  </a:cubicBezTo>
                  <a:cubicBezTo>
                    <a:pt x="1553576" y="359091"/>
                    <a:pt x="1664992" y="404527"/>
                    <a:pt x="1754867" y="480577"/>
                  </a:cubicBezTo>
                  <a:cubicBezTo>
                    <a:pt x="1777607" y="453631"/>
                    <a:pt x="1811058" y="438047"/>
                    <a:pt x="1846331" y="437964"/>
                  </a:cubicBezTo>
                  <a:cubicBezTo>
                    <a:pt x="1850195" y="437947"/>
                    <a:pt x="1854056" y="438154"/>
                    <a:pt x="1857896" y="438582"/>
                  </a:cubicBezTo>
                  <a:cubicBezTo>
                    <a:pt x="1889083" y="442068"/>
                    <a:pt x="1917728" y="457423"/>
                    <a:pt x="1937883" y="481459"/>
                  </a:cubicBezTo>
                  <a:lnTo>
                    <a:pt x="1941591" y="478283"/>
                  </a:lnTo>
                  <a:cubicBezTo>
                    <a:pt x="2259980" y="291559"/>
                    <a:pt x="2622405" y="192983"/>
                    <a:pt x="2991573" y="192699"/>
                  </a:cubicBezTo>
                  <a:cubicBezTo>
                    <a:pt x="3049577" y="192699"/>
                    <a:pt x="3107492" y="195257"/>
                    <a:pt x="3165319" y="198875"/>
                  </a:cubicBezTo>
                  <a:cubicBezTo>
                    <a:pt x="3325898" y="209119"/>
                    <a:pt x="3485753" y="228590"/>
                    <a:pt x="3644092" y="257191"/>
                  </a:cubicBezTo>
                  <a:lnTo>
                    <a:pt x="3653804" y="252604"/>
                  </a:lnTo>
                  <a:cubicBezTo>
                    <a:pt x="3617342" y="173819"/>
                    <a:pt x="3607983" y="86917"/>
                    <a:pt x="3597477" y="16"/>
                  </a:cubicBezTo>
                  <a:cubicBezTo>
                    <a:pt x="3630673" y="111267"/>
                    <a:pt x="3660307" y="223460"/>
                    <a:pt x="3686381" y="336594"/>
                  </a:cubicBezTo>
                  <a:cubicBezTo>
                    <a:pt x="3686204" y="336505"/>
                    <a:pt x="3685939" y="336505"/>
                    <a:pt x="3685763" y="336417"/>
                  </a:cubicBezTo>
                  <a:cubicBezTo>
                    <a:pt x="3422318" y="264514"/>
                    <a:pt x="3145190" y="260985"/>
                    <a:pt x="2872299" y="272719"/>
                  </a:cubicBezTo>
                  <a:cubicBezTo>
                    <a:pt x="2717622" y="279336"/>
                    <a:pt x="2562505" y="290717"/>
                    <a:pt x="2411624" y="324860"/>
                  </a:cubicBezTo>
                  <a:cubicBezTo>
                    <a:pt x="2260656" y="359003"/>
                    <a:pt x="2113307" y="416702"/>
                    <a:pt x="1989177" y="509073"/>
                  </a:cubicBezTo>
                  <a:lnTo>
                    <a:pt x="1988913" y="510308"/>
                  </a:lnTo>
                  <a:cubicBezTo>
                    <a:pt x="1987145" y="509850"/>
                    <a:pt x="1985344" y="509525"/>
                    <a:pt x="1983527" y="509338"/>
                  </a:cubicBezTo>
                  <a:lnTo>
                    <a:pt x="1980967" y="510838"/>
                  </a:lnTo>
                  <a:cubicBezTo>
                    <a:pt x="1985150" y="543189"/>
                    <a:pt x="1971841" y="575330"/>
                    <a:pt x="1946006" y="595269"/>
                  </a:cubicBezTo>
                  <a:cubicBezTo>
                    <a:pt x="1920169" y="614574"/>
                    <a:pt x="1888213" y="623881"/>
                    <a:pt x="1856043" y="621472"/>
                  </a:cubicBezTo>
                  <a:cubicBezTo>
                    <a:pt x="1818080" y="619531"/>
                    <a:pt x="1779146" y="603121"/>
                    <a:pt x="1758310" y="571448"/>
                  </a:cubicBezTo>
                  <a:cubicBezTo>
                    <a:pt x="1751748" y="558979"/>
                    <a:pt x="1744467" y="546901"/>
                    <a:pt x="1736504" y="535276"/>
                  </a:cubicBezTo>
                  <a:cubicBezTo>
                    <a:pt x="1736051" y="534677"/>
                    <a:pt x="1735549" y="534116"/>
                    <a:pt x="1735003" y="533600"/>
                  </a:cubicBezTo>
                  <a:cubicBezTo>
                    <a:pt x="1727506" y="525695"/>
                    <a:pt x="1718949" y="518866"/>
                    <a:pt x="1709577" y="513308"/>
                  </a:cubicBezTo>
                  <a:cubicBezTo>
                    <a:pt x="1528944" y="395087"/>
                    <a:pt x="1312380" y="347092"/>
                    <a:pt x="1100317" y="306509"/>
                  </a:cubicBezTo>
                  <a:cubicBezTo>
                    <a:pt x="1019801" y="291070"/>
                    <a:pt x="938931" y="276336"/>
                    <a:pt x="857444" y="266808"/>
                  </a:cubicBezTo>
                  <a:cubicBezTo>
                    <a:pt x="572193" y="233282"/>
                    <a:pt x="282792" y="263014"/>
                    <a:pt x="190" y="314449"/>
                  </a:cubicBezTo>
                  <a:cubicBezTo>
                    <a:pt x="455" y="313479"/>
                    <a:pt x="631" y="312420"/>
                    <a:pt x="896" y="3114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27"/>
            <p:cNvSpPr/>
            <p:nvPr/>
          </p:nvSpPr>
          <p:spPr>
            <a:xfrm>
              <a:off x="3767093" y="3578277"/>
              <a:ext cx="1261641" cy="1093212"/>
            </a:xfrm>
            <a:custGeom>
              <a:avLst/>
              <a:gdLst/>
              <a:ahLst/>
              <a:cxnLst/>
              <a:rect l="l" t="t" r="r" b="b"/>
              <a:pathLst>
                <a:path w="1261641" h="1093212" extrusionOk="0">
                  <a:moveTo>
                    <a:pt x="130743" y="457374"/>
                  </a:moveTo>
                  <a:cubicBezTo>
                    <a:pt x="42987" y="473519"/>
                    <a:pt x="-9454" y="574360"/>
                    <a:pt x="1669" y="662849"/>
                  </a:cubicBezTo>
                  <a:cubicBezTo>
                    <a:pt x="12882" y="751339"/>
                    <a:pt x="71592" y="826595"/>
                    <a:pt x="136747" y="887558"/>
                  </a:cubicBezTo>
                  <a:cubicBezTo>
                    <a:pt x="276767" y="1018484"/>
                    <a:pt x="465787" y="1107062"/>
                    <a:pt x="656926" y="1091446"/>
                  </a:cubicBezTo>
                  <a:cubicBezTo>
                    <a:pt x="829701" y="1077418"/>
                    <a:pt x="984554" y="982312"/>
                    <a:pt x="1125634" y="881735"/>
                  </a:cubicBezTo>
                  <a:cubicBezTo>
                    <a:pt x="1168188" y="851298"/>
                    <a:pt x="1211448" y="818743"/>
                    <a:pt x="1236786" y="773042"/>
                  </a:cubicBezTo>
                  <a:cubicBezTo>
                    <a:pt x="1269187" y="714285"/>
                    <a:pt x="1266891" y="641764"/>
                    <a:pt x="1248351" y="577271"/>
                  </a:cubicBezTo>
                  <a:cubicBezTo>
                    <a:pt x="1232989" y="523895"/>
                    <a:pt x="1203944" y="470343"/>
                    <a:pt x="1153974" y="445904"/>
                  </a:cubicBezTo>
                  <a:cubicBezTo>
                    <a:pt x="1091694" y="417982"/>
                    <a:pt x="1018357" y="440934"/>
                    <a:pt x="983141" y="499369"/>
                  </a:cubicBezTo>
                  <a:cubicBezTo>
                    <a:pt x="983847" y="461608"/>
                    <a:pt x="994883" y="423936"/>
                    <a:pt x="990204" y="386441"/>
                  </a:cubicBezTo>
                  <a:cubicBezTo>
                    <a:pt x="985613" y="348857"/>
                    <a:pt x="957009" y="309509"/>
                    <a:pt x="919222" y="312155"/>
                  </a:cubicBezTo>
                  <a:cubicBezTo>
                    <a:pt x="905601" y="313960"/>
                    <a:pt x="892564" y="318816"/>
                    <a:pt x="881083" y="326359"/>
                  </a:cubicBezTo>
                  <a:cubicBezTo>
                    <a:pt x="842906" y="348314"/>
                    <a:pt x="808507" y="376255"/>
                    <a:pt x="779201" y="409114"/>
                  </a:cubicBezTo>
                  <a:cubicBezTo>
                    <a:pt x="815520" y="271864"/>
                    <a:pt x="876517" y="142359"/>
                    <a:pt x="959216" y="26924"/>
                  </a:cubicBezTo>
                  <a:lnTo>
                    <a:pt x="964954" y="26042"/>
                  </a:lnTo>
                  <a:cubicBezTo>
                    <a:pt x="963192" y="16364"/>
                    <a:pt x="958793" y="7358"/>
                    <a:pt x="952241" y="16"/>
                  </a:cubicBezTo>
                  <a:cubicBezTo>
                    <a:pt x="842796" y="114255"/>
                    <a:pt x="743318" y="237630"/>
                    <a:pt x="654895" y="368796"/>
                  </a:cubicBezTo>
                  <a:cubicBezTo>
                    <a:pt x="638543" y="323598"/>
                    <a:pt x="612233" y="282652"/>
                    <a:pt x="577910" y="248986"/>
                  </a:cubicBezTo>
                  <a:cubicBezTo>
                    <a:pt x="553631" y="225254"/>
                    <a:pt x="517258" y="204521"/>
                    <a:pt x="487064" y="220225"/>
                  </a:cubicBezTo>
                  <a:cubicBezTo>
                    <a:pt x="455988" y="236370"/>
                    <a:pt x="453074" y="279600"/>
                    <a:pt x="458989" y="314185"/>
                  </a:cubicBezTo>
                  <a:cubicBezTo>
                    <a:pt x="465395" y="351061"/>
                    <a:pt x="477050" y="386831"/>
                    <a:pt x="493597" y="420407"/>
                  </a:cubicBezTo>
                  <a:cubicBezTo>
                    <a:pt x="466842" y="381120"/>
                    <a:pt x="433477" y="346763"/>
                    <a:pt x="394982" y="318861"/>
                  </a:cubicBezTo>
                  <a:cubicBezTo>
                    <a:pt x="358344" y="292217"/>
                    <a:pt x="300958" y="274572"/>
                    <a:pt x="272883" y="310038"/>
                  </a:cubicBezTo>
                  <a:cubicBezTo>
                    <a:pt x="258493" y="328036"/>
                    <a:pt x="258404" y="353445"/>
                    <a:pt x="261141" y="376295"/>
                  </a:cubicBezTo>
                  <a:cubicBezTo>
                    <a:pt x="266224" y="418593"/>
                    <a:pt x="278590" y="459694"/>
                    <a:pt x="297691" y="497781"/>
                  </a:cubicBezTo>
                  <a:cubicBezTo>
                    <a:pt x="245161" y="472636"/>
                    <a:pt x="188041" y="446787"/>
                    <a:pt x="130743" y="457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27"/>
            <p:cNvSpPr/>
            <p:nvPr/>
          </p:nvSpPr>
          <p:spPr>
            <a:xfrm>
              <a:off x="4733737" y="3928421"/>
              <a:ext cx="23106" cy="38247"/>
            </a:xfrm>
            <a:custGeom>
              <a:avLst/>
              <a:gdLst/>
              <a:ahLst/>
              <a:cxnLst/>
              <a:rect l="l" t="t" r="r" b="b"/>
              <a:pathLst>
                <a:path w="23106" h="38247" extrusionOk="0">
                  <a:moveTo>
                    <a:pt x="15351" y="38263"/>
                  </a:moveTo>
                  <a:cubicBezTo>
                    <a:pt x="11455" y="27721"/>
                    <a:pt x="6369" y="17657"/>
                    <a:pt x="190" y="8267"/>
                  </a:cubicBezTo>
                  <a:cubicBezTo>
                    <a:pt x="3830" y="5298"/>
                    <a:pt x="7640" y="2543"/>
                    <a:pt x="11601" y="16"/>
                  </a:cubicBezTo>
                  <a:cubicBezTo>
                    <a:pt x="17574" y="10762"/>
                    <a:pt x="21537" y="22505"/>
                    <a:pt x="23296" y="34671"/>
                  </a:cubicBezTo>
                  <a:cubicBezTo>
                    <a:pt x="20639" y="35794"/>
                    <a:pt x="17979" y="36910"/>
                    <a:pt x="15351" y="38263"/>
                  </a:cubicBezTo>
                  <a:close/>
                </a:path>
              </a:pathLst>
            </a:custGeom>
            <a:solidFill>
              <a:srgbClr val="F5DBDB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27"/>
            <p:cNvSpPr/>
            <p:nvPr/>
          </p:nvSpPr>
          <p:spPr>
            <a:xfrm>
              <a:off x="3760835" y="3571794"/>
              <a:ext cx="1274257" cy="1106079"/>
            </a:xfrm>
            <a:custGeom>
              <a:avLst/>
              <a:gdLst/>
              <a:ahLst/>
              <a:cxnLst/>
              <a:rect l="l" t="t" r="r" b="b"/>
              <a:pathLst>
                <a:path w="1274257" h="1106079" extrusionOk="0">
                  <a:moveTo>
                    <a:pt x="1262393" y="587294"/>
                  </a:moveTo>
                  <a:cubicBezTo>
                    <a:pt x="1252944" y="548419"/>
                    <a:pt x="1234618" y="512257"/>
                    <a:pt x="1208849" y="481641"/>
                  </a:cubicBezTo>
                  <a:cubicBezTo>
                    <a:pt x="1184809" y="453744"/>
                    <a:pt x="1150624" y="436586"/>
                    <a:pt x="1113876" y="433975"/>
                  </a:cubicBezTo>
                  <a:cubicBezTo>
                    <a:pt x="1079107" y="432214"/>
                    <a:pt x="1044850" y="442908"/>
                    <a:pt x="1017266" y="464132"/>
                  </a:cubicBezTo>
                  <a:cubicBezTo>
                    <a:pt x="1010096" y="469705"/>
                    <a:pt x="1003524" y="476005"/>
                    <a:pt x="997653" y="482932"/>
                  </a:cubicBezTo>
                  <a:cubicBezTo>
                    <a:pt x="1001098" y="450384"/>
                    <a:pt x="1007982" y="417611"/>
                    <a:pt x="1001880" y="385230"/>
                  </a:cubicBezTo>
                  <a:cubicBezTo>
                    <a:pt x="996735" y="357932"/>
                    <a:pt x="979814" y="329594"/>
                    <a:pt x="953887" y="317599"/>
                  </a:cubicBezTo>
                  <a:cubicBezTo>
                    <a:pt x="922207" y="302940"/>
                    <a:pt x="891130" y="321811"/>
                    <a:pt x="864788" y="338946"/>
                  </a:cubicBezTo>
                  <a:cubicBezTo>
                    <a:pt x="841014" y="354463"/>
                    <a:pt x="818877" y="372351"/>
                    <a:pt x="798717" y="392334"/>
                  </a:cubicBezTo>
                  <a:cubicBezTo>
                    <a:pt x="835366" y="267283"/>
                    <a:pt x="891753" y="148879"/>
                    <a:pt x="965749" y="41588"/>
                  </a:cubicBezTo>
                  <a:cubicBezTo>
                    <a:pt x="967071" y="49072"/>
                    <a:pt x="979107" y="48911"/>
                    <a:pt x="978627" y="40793"/>
                  </a:cubicBezTo>
                  <a:cubicBezTo>
                    <a:pt x="977923" y="26469"/>
                    <a:pt x="972463" y="12787"/>
                    <a:pt x="963108" y="1910"/>
                  </a:cubicBezTo>
                  <a:cubicBezTo>
                    <a:pt x="960541" y="-616"/>
                    <a:pt x="956421" y="-616"/>
                    <a:pt x="953853" y="1910"/>
                  </a:cubicBezTo>
                  <a:cubicBezTo>
                    <a:pt x="847037" y="113629"/>
                    <a:pt x="749615" y="233955"/>
                    <a:pt x="662576" y="361665"/>
                  </a:cubicBezTo>
                  <a:cubicBezTo>
                    <a:pt x="651472" y="334094"/>
                    <a:pt x="636690" y="308150"/>
                    <a:pt x="618633" y="284536"/>
                  </a:cubicBezTo>
                  <a:cubicBezTo>
                    <a:pt x="599168" y="259317"/>
                    <a:pt x="575829" y="233869"/>
                    <a:pt x="545871" y="221295"/>
                  </a:cubicBezTo>
                  <a:cubicBezTo>
                    <a:pt x="519606" y="210272"/>
                    <a:pt x="489121" y="213258"/>
                    <a:pt x="471270" y="237310"/>
                  </a:cubicBezTo>
                  <a:cubicBezTo>
                    <a:pt x="455437" y="258642"/>
                    <a:pt x="454441" y="288216"/>
                    <a:pt x="457661" y="313539"/>
                  </a:cubicBezTo>
                  <a:cubicBezTo>
                    <a:pt x="460881" y="337608"/>
                    <a:pt x="466658" y="361266"/>
                    <a:pt x="474892" y="384113"/>
                  </a:cubicBezTo>
                  <a:cubicBezTo>
                    <a:pt x="462578" y="369858"/>
                    <a:pt x="449298" y="356465"/>
                    <a:pt x="435146" y="344030"/>
                  </a:cubicBezTo>
                  <a:cubicBezTo>
                    <a:pt x="412956" y="322871"/>
                    <a:pt x="386656" y="306488"/>
                    <a:pt x="357875" y="295895"/>
                  </a:cubicBezTo>
                  <a:cubicBezTo>
                    <a:pt x="333463" y="288053"/>
                    <a:pt x="304210" y="286356"/>
                    <a:pt x="283113" y="303295"/>
                  </a:cubicBezTo>
                  <a:cubicBezTo>
                    <a:pt x="258052" y="323416"/>
                    <a:pt x="257611" y="357514"/>
                    <a:pt x="261359" y="386728"/>
                  </a:cubicBezTo>
                  <a:cubicBezTo>
                    <a:pt x="266040" y="422582"/>
                    <a:pt x="275841" y="457579"/>
                    <a:pt x="290463" y="490653"/>
                  </a:cubicBezTo>
                  <a:cubicBezTo>
                    <a:pt x="252011" y="472689"/>
                    <a:pt x="211705" y="456212"/>
                    <a:pt x="168927" y="454960"/>
                  </a:cubicBezTo>
                  <a:cubicBezTo>
                    <a:pt x="132342" y="453767"/>
                    <a:pt x="96610" y="466144"/>
                    <a:pt x="68612" y="489708"/>
                  </a:cubicBezTo>
                  <a:cubicBezTo>
                    <a:pt x="14021" y="535341"/>
                    <a:pt x="-8514" y="612861"/>
                    <a:pt x="3210" y="681640"/>
                  </a:cubicBezTo>
                  <a:cubicBezTo>
                    <a:pt x="17729" y="766808"/>
                    <a:pt x="74524" y="838401"/>
                    <a:pt x="135780" y="896209"/>
                  </a:cubicBezTo>
                  <a:cubicBezTo>
                    <a:pt x="199941" y="957258"/>
                    <a:pt x="273601" y="1007484"/>
                    <a:pt x="353881" y="1044924"/>
                  </a:cubicBezTo>
                  <a:cubicBezTo>
                    <a:pt x="432646" y="1082113"/>
                    <a:pt x="518153" y="1102916"/>
                    <a:pt x="605211" y="1106069"/>
                  </a:cubicBezTo>
                  <a:cubicBezTo>
                    <a:pt x="695539" y="1106891"/>
                    <a:pt x="784997" y="1088376"/>
                    <a:pt x="867568" y="1051770"/>
                  </a:cubicBezTo>
                  <a:cubicBezTo>
                    <a:pt x="953826" y="1015196"/>
                    <a:pt x="1033536" y="965036"/>
                    <a:pt x="1110135" y="911511"/>
                  </a:cubicBezTo>
                  <a:cubicBezTo>
                    <a:pt x="1146269" y="886262"/>
                    <a:pt x="1183623" y="861072"/>
                    <a:pt x="1214142" y="828987"/>
                  </a:cubicBezTo>
                  <a:cubicBezTo>
                    <a:pt x="1244207" y="798121"/>
                    <a:pt x="1264140" y="758829"/>
                    <a:pt x="1271282" y="716351"/>
                  </a:cubicBezTo>
                  <a:cubicBezTo>
                    <a:pt x="1277534" y="673190"/>
                    <a:pt x="1274503" y="629192"/>
                    <a:pt x="1262393" y="587294"/>
                  </a:cubicBezTo>
                  <a:close/>
                  <a:moveTo>
                    <a:pt x="1261399" y="683792"/>
                  </a:moveTo>
                  <a:cubicBezTo>
                    <a:pt x="1260601" y="726553"/>
                    <a:pt x="1246209" y="767951"/>
                    <a:pt x="1220306" y="801996"/>
                  </a:cubicBezTo>
                  <a:cubicBezTo>
                    <a:pt x="1194715" y="834774"/>
                    <a:pt x="1160605" y="859701"/>
                    <a:pt x="1127015" y="883639"/>
                  </a:cubicBezTo>
                  <a:cubicBezTo>
                    <a:pt x="1057744" y="934634"/>
                    <a:pt x="984437" y="979915"/>
                    <a:pt x="907821" y="1019035"/>
                  </a:cubicBezTo>
                  <a:cubicBezTo>
                    <a:pt x="830084" y="1057219"/>
                    <a:pt x="746325" y="1085183"/>
                    <a:pt x="659537" y="1091681"/>
                  </a:cubicBezTo>
                  <a:cubicBezTo>
                    <a:pt x="578065" y="1097014"/>
                    <a:pt x="496371" y="1085415"/>
                    <a:pt x="419609" y="1057616"/>
                  </a:cubicBezTo>
                  <a:cubicBezTo>
                    <a:pt x="341329" y="1029470"/>
                    <a:pt x="268182" y="988719"/>
                    <a:pt x="203066" y="936977"/>
                  </a:cubicBezTo>
                  <a:cubicBezTo>
                    <a:pt x="140069" y="887450"/>
                    <a:pt x="78907" y="828603"/>
                    <a:pt x="42242" y="756414"/>
                  </a:cubicBezTo>
                  <a:cubicBezTo>
                    <a:pt x="8586" y="690149"/>
                    <a:pt x="1491" y="612955"/>
                    <a:pt x="38819" y="546596"/>
                  </a:cubicBezTo>
                  <a:cubicBezTo>
                    <a:pt x="54672" y="516967"/>
                    <a:pt x="79654" y="493229"/>
                    <a:pt x="110063" y="478898"/>
                  </a:cubicBezTo>
                  <a:cubicBezTo>
                    <a:pt x="150548" y="461020"/>
                    <a:pt x="195609" y="467795"/>
                    <a:pt x="236077" y="482031"/>
                  </a:cubicBezTo>
                  <a:cubicBezTo>
                    <a:pt x="258086" y="490159"/>
                    <a:pt x="279642" y="499461"/>
                    <a:pt x="300654" y="509897"/>
                  </a:cubicBezTo>
                  <a:cubicBezTo>
                    <a:pt x="303857" y="511638"/>
                    <a:pt x="307865" y="510454"/>
                    <a:pt x="309607" y="507253"/>
                  </a:cubicBezTo>
                  <a:cubicBezTo>
                    <a:pt x="310676" y="505288"/>
                    <a:pt x="310676" y="502915"/>
                    <a:pt x="309607" y="500950"/>
                  </a:cubicBezTo>
                  <a:cubicBezTo>
                    <a:pt x="288175" y="457716"/>
                    <a:pt x="230138" y="304676"/>
                    <a:pt x="322573" y="303190"/>
                  </a:cubicBezTo>
                  <a:cubicBezTo>
                    <a:pt x="357152" y="302634"/>
                    <a:pt x="388643" y="322653"/>
                    <a:pt x="414441" y="343621"/>
                  </a:cubicBezTo>
                  <a:cubicBezTo>
                    <a:pt x="445034" y="368532"/>
                    <a:pt x="471902" y="397690"/>
                    <a:pt x="494229" y="430208"/>
                  </a:cubicBezTo>
                  <a:cubicBezTo>
                    <a:pt x="496165" y="433260"/>
                    <a:pt x="500211" y="434166"/>
                    <a:pt x="503266" y="432231"/>
                  </a:cubicBezTo>
                  <a:cubicBezTo>
                    <a:pt x="506166" y="430394"/>
                    <a:pt x="507154" y="426630"/>
                    <a:pt x="505529" y="423607"/>
                  </a:cubicBezTo>
                  <a:cubicBezTo>
                    <a:pt x="487341" y="387749"/>
                    <a:pt x="475402" y="349056"/>
                    <a:pt x="470225" y="309190"/>
                  </a:cubicBezTo>
                  <a:cubicBezTo>
                    <a:pt x="467154" y="280711"/>
                    <a:pt x="470398" y="240350"/>
                    <a:pt x="502756" y="229838"/>
                  </a:cubicBezTo>
                  <a:cubicBezTo>
                    <a:pt x="538922" y="218090"/>
                    <a:pt x="574603" y="253142"/>
                    <a:pt x="595996" y="277501"/>
                  </a:cubicBezTo>
                  <a:cubicBezTo>
                    <a:pt x="621564" y="306765"/>
                    <a:pt x="641500" y="340499"/>
                    <a:pt x="654800" y="377003"/>
                  </a:cubicBezTo>
                  <a:cubicBezTo>
                    <a:pt x="655891" y="380503"/>
                    <a:pt x="659614" y="382456"/>
                    <a:pt x="663116" y="381365"/>
                  </a:cubicBezTo>
                  <a:cubicBezTo>
                    <a:pt x="664625" y="380895"/>
                    <a:pt x="665917" y="379903"/>
                    <a:pt x="666760" y="378565"/>
                  </a:cubicBezTo>
                  <a:cubicBezTo>
                    <a:pt x="753573" y="250102"/>
                    <a:pt x="850940" y="129085"/>
                    <a:pt x="957851" y="16770"/>
                  </a:cubicBezTo>
                  <a:cubicBezTo>
                    <a:pt x="960296" y="20666"/>
                    <a:pt x="962175" y="24889"/>
                    <a:pt x="963432" y="29313"/>
                  </a:cubicBezTo>
                  <a:cubicBezTo>
                    <a:pt x="962593" y="29646"/>
                    <a:pt x="961862" y="30205"/>
                    <a:pt x="961320" y="30927"/>
                  </a:cubicBezTo>
                  <a:cubicBezTo>
                    <a:pt x="877175" y="146055"/>
                    <a:pt x="815398" y="275942"/>
                    <a:pt x="779198" y="413842"/>
                  </a:cubicBezTo>
                  <a:cubicBezTo>
                    <a:pt x="778326" y="417362"/>
                    <a:pt x="780475" y="420923"/>
                    <a:pt x="783998" y="421795"/>
                  </a:cubicBezTo>
                  <a:cubicBezTo>
                    <a:pt x="786174" y="422333"/>
                    <a:pt x="788474" y="421726"/>
                    <a:pt x="790101" y="420184"/>
                  </a:cubicBezTo>
                  <a:cubicBezTo>
                    <a:pt x="811916" y="395760"/>
                    <a:pt x="836578" y="374034"/>
                    <a:pt x="863561" y="355468"/>
                  </a:cubicBezTo>
                  <a:cubicBezTo>
                    <a:pt x="887656" y="338998"/>
                    <a:pt x="919817" y="314999"/>
                    <a:pt x="949828" y="330123"/>
                  </a:cubicBezTo>
                  <a:cubicBezTo>
                    <a:pt x="974090" y="342349"/>
                    <a:pt x="987911" y="371047"/>
                    <a:pt x="990402" y="397072"/>
                  </a:cubicBezTo>
                  <a:cubicBezTo>
                    <a:pt x="993886" y="433469"/>
                    <a:pt x="983855" y="469571"/>
                    <a:pt x="982868" y="505863"/>
                  </a:cubicBezTo>
                  <a:cubicBezTo>
                    <a:pt x="982964" y="509501"/>
                    <a:pt x="985994" y="512371"/>
                    <a:pt x="989634" y="512275"/>
                  </a:cubicBezTo>
                  <a:cubicBezTo>
                    <a:pt x="991852" y="512216"/>
                    <a:pt x="993892" y="511047"/>
                    <a:pt x="995062" y="509163"/>
                  </a:cubicBezTo>
                  <a:cubicBezTo>
                    <a:pt x="1030178" y="448070"/>
                    <a:pt x="1115927" y="427801"/>
                    <a:pt x="1174045" y="468048"/>
                  </a:cubicBezTo>
                  <a:cubicBezTo>
                    <a:pt x="1206589" y="490585"/>
                    <a:pt x="1227626" y="526637"/>
                    <a:pt x="1241013" y="563136"/>
                  </a:cubicBezTo>
                  <a:cubicBezTo>
                    <a:pt x="1255486" y="601677"/>
                    <a:pt x="1262407" y="642639"/>
                    <a:pt x="1261399" y="6837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44" name="Google Shape;1644;p27"/>
            <p:cNvGrpSpPr/>
            <p:nvPr/>
          </p:nvGrpSpPr>
          <p:grpSpPr>
            <a:xfrm rot="720667">
              <a:off x="6672637" y="2444881"/>
              <a:ext cx="715675" cy="477127"/>
              <a:chOff x="6206084" y="2191639"/>
              <a:chExt cx="715680" cy="477131"/>
            </a:xfrm>
          </p:grpSpPr>
          <p:sp>
            <p:nvSpPr>
              <p:cNvPr id="1645" name="Google Shape;1645;p27"/>
              <p:cNvSpPr/>
              <p:nvPr/>
            </p:nvSpPr>
            <p:spPr>
              <a:xfrm>
                <a:off x="6405182" y="2215546"/>
                <a:ext cx="510260" cy="447878"/>
              </a:xfrm>
              <a:custGeom>
                <a:avLst/>
                <a:gdLst/>
                <a:ahLst/>
                <a:cxnLst/>
                <a:rect l="l" t="t" r="r" b="b"/>
                <a:pathLst>
                  <a:path w="510260" h="447878" extrusionOk="0">
                    <a:moveTo>
                      <a:pt x="510450" y="2108"/>
                    </a:moveTo>
                    <a:cubicBezTo>
                      <a:pt x="418642" y="40849"/>
                      <a:pt x="341627" y="109392"/>
                      <a:pt x="281009" y="188386"/>
                    </a:cubicBezTo>
                    <a:cubicBezTo>
                      <a:pt x="220387" y="267468"/>
                      <a:pt x="175098" y="357031"/>
                      <a:pt x="134159" y="447895"/>
                    </a:cubicBezTo>
                    <a:lnTo>
                      <a:pt x="125525" y="444147"/>
                    </a:lnTo>
                    <a:cubicBezTo>
                      <a:pt x="91494" y="406366"/>
                      <a:pt x="59627" y="366693"/>
                      <a:pt x="30078" y="325317"/>
                    </a:cubicBezTo>
                    <a:cubicBezTo>
                      <a:pt x="20395" y="311791"/>
                      <a:pt x="10897" y="298099"/>
                      <a:pt x="1762" y="284251"/>
                    </a:cubicBezTo>
                    <a:lnTo>
                      <a:pt x="190" y="282308"/>
                    </a:lnTo>
                    <a:cubicBezTo>
                      <a:pt x="85351" y="212970"/>
                      <a:pt x="175164" y="149541"/>
                      <a:pt x="268999" y="92468"/>
                    </a:cubicBezTo>
                    <a:cubicBezTo>
                      <a:pt x="329025" y="56031"/>
                      <a:pt x="392390" y="21546"/>
                      <a:pt x="460352" y="6225"/>
                    </a:cubicBezTo>
                    <a:cubicBezTo>
                      <a:pt x="472306" y="3472"/>
                      <a:pt x="484407" y="1399"/>
                      <a:pt x="496596" y="16"/>
                    </a:cubicBezTo>
                    <a:cubicBezTo>
                      <a:pt x="501243" y="715"/>
                      <a:pt x="505803" y="1409"/>
                      <a:pt x="510450" y="21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27"/>
              <p:cNvSpPr/>
              <p:nvPr/>
            </p:nvSpPr>
            <p:spPr>
              <a:xfrm>
                <a:off x="6210063" y="2197529"/>
                <a:ext cx="691524" cy="223741"/>
              </a:xfrm>
              <a:custGeom>
                <a:avLst/>
                <a:gdLst/>
                <a:ahLst/>
                <a:cxnLst/>
                <a:rect l="l" t="t" r="r" b="b"/>
                <a:pathLst>
                  <a:path w="691524" h="223741" extrusionOk="0">
                    <a:moveTo>
                      <a:pt x="691715" y="17713"/>
                    </a:moveTo>
                    <a:cubicBezTo>
                      <a:pt x="679526" y="19096"/>
                      <a:pt x="667426" y="21169"/>
                      <a:pt x="655472" y="23922"/>
                    </a:cubicBezTo>
                    <a:cubicBezTo>
                      <a:pt x="465205" y="40694"/>
                      <a:pt x="283320" y="109870"/>
                      <a:pt x="130040" y="223757"/>
                    </a:cubicBezTo>
                    <a:cubicBezTo>
                      <a:pt x="129874" y="223491"/>
                      <a:pt x="129681" y="223244"/>
                      <a:pt x="129462" y="223018"/>
                    </a:cubicBezTo>
                    <a:cubicBezTo>
                      <a:pt x="90731" y="167224"/>
                      <a:pt x="47911" y="114378"/>
                      <a:pt x="1356" y="64915"/>
                    </a:cubicBezTo>
                    <a:lnTo>
                      <a:pt x="190" y="60432"/>
                    </a:lnTo>
                    <a:cubicBezTo>
                      <a:pt x="225261" y="-1445"/>
                      <a:pt x="460731" y="-15992"/>
                      <a:pt x="691715" y="1771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7"/>
              <p:cNvSpPr/>
              <p:nvPr/>
            </p:nvSpPr>
            <p:spPr>
              <a:xfrm>
                <a:off x="6350117" y="2497838"/>
                <a:ext cx="84953" cy="71065"/>
              </a:xfrm>
              <a:custGeom>
                <a:avLst/>
                <a:gdLst/>
                <a:ahLst/>
                <a:cxnLst/>
                <a:rect l="l" t="t" r="r" b="b"/>
                <a:pathLst>
                  <a:path w="84953" h="71065" extrusionOk="0">
                    <a:moveTo>
                      <a:pt x="56828" y="1958"/>
                    </a:moveTo>
                    <a:cubicBezTo>
                      <a:pt x="65963" y="15807"/>
                      <a:pt x="75461" y="29499"/>
                      <a:pt x="85144" y="43024"/>
                    </a:cubicBezTo>
                    <a:lnTo>
                      <a:pt x="84870" y="43186"/>
                    </a:lnTo>
                    <a:cubicBezTo>
                      <a:pt x="57891" y="54798"/>
                      <a:pt x="29985" y="64129"/>
                      <a:pt x="1444" y="71081"/>
                    </a:cubicBezTo>
                    <a:lnTo>
                      <a:pt x="190" y="69774"/>
                    </a:lnTo>
                    <a:cubicBezTo>
                      <a:pt x="22708" y="50352"/>
                      <a:pt x="41277" y="26782"/>
                      <a:pt x="54884" y="349"/>
                    </a:cubicBezTo>
                    <a:cubicBezTo>
                      <a:pt x="54982" y="177"/>
                      <a:pt x="55163" y="100"/>
                      <a:pt x="55255" y="1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27"/>
              <p:cNvSpPr/>
              <p:nvPr/>
            </p:nvSpPr>
            <p:spPr>
              <a:xfrm>
                <a:off x="6210063" y="2197849"/>
                <a:ext cx="691524" cy="223741"/>
              </a:xfrm>
              <a:custGeom>
                <a:avLst/>
                <a:gdLst/>
                <a:ahLst/>
                <a:cxnLst/>
                <a:rect l="l" t="t" r="r" b="b"/>
                <a:pathLst>
                  <a:path w="691524" h="223741" extrusionOk="0">
                    <a:moveTo>
                      <a:pt x="691715" y="17713"/>
                    </a:moveTo>
                    <a:cubicBezTo>
                      <a:pt x="679526" y="19096"/>
                      <a:pt x="667426" y="21169"/>
                      <a:pt x="655472" y="23922"/>
                    </a:cubicBezTo>
                    <a:cubicBezTo>
                      <a:pt x="465205" y="40694"/>
                      <a:pt x="283320" y="109870"/>
                      <a:pt x="130040" y="223757"/>
                    </a:cubicBezTo>
                    <a:cubicBezTo>
                      <a:pt x="129874" y="223491"/>
                      <a:pt x="129681" y="223244"/>
                      <a:pt x="129462" y="223018"/>
                    </a:cubicBezTo>
                    <a:cubicBezTo>
                      <a:pt x="90731" y="167224"/>
                      <a:pt x="47911" y="114378"/>
                      <a:pt x="1356" y="64915"/>
                    </a:cubicBezTo>
                    <a:lnTo>
                      <a:pt x="190" y="60432"/>
                    </a:lnTo>
                    <a:cubicBezTo>
                      <a:pt x="225261" y="-1445"/>
                      <a:pt x="460731" y="-15992"/>
                      <a:pt x="691715" y="17713"/>
                    </a:cubicBezTo>
                    <a:close/>
                  </a:path>
                </a:pathLst>
              </a:custGeom>
              <a:solidFill>
                <a:srgbClr val="FFFFFF">
                  <a:alpha val="5597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27"/>
              <p:cNvSpPr/>
              <p:nvPr/>
            </p:nvSpPr>
            <p:spPr>
              <a:xfrm>
                <a:off x="6337494" y="2221755"/>
                <a:ext cx="527851" cy="345841"/>
              </a:xfrm>
              <a:custGeom>
                <a:avLst/>
                <a:gdLst/>
                <a:ahLst/>
                <a:cxnLst/>
                <a:rect l="l" t="t" r="r" b="b"/>
                <a:pathLst>
                  <a:path w="527851" h="345841" extrusionOk="0">
                    <a:moveTo>
                      <a:pt x="67507" y="276432"/>
                    </a:moveTo>
                    <a:cubicBezTo>
                      <a:pt x="53899" y="302865"/>
                      <a:pt x="35331" y="326435"/>
                      <a:pt x="12813" y="345857"/>
                    </a:cubicBezTo>
                    <a:lnTo>
                      <a:pt x="190" y="200424"/>
                    </a:lnTo>
                    <a:lnTo>
                      <a:pt x="2032" y="199112"/>
                    </a:lnTo>
                    <a:cubicBezTo>
                      <a:pt x="2250" y="199337"/>
                      <a:pt x="2443" y="199585"/>
                      <a:pt x="2610" y="199851"/>
                    </a:cubicBezTo>
                    <a:cubicBezTo>
                      <a:pt x="155890" y="85963"/>
                      <a:pt x="337774" y="16788"/>
                      <a:pt x="528041" y="16"/>
                    </a:cubicBezTo>
                    <a:cubicBezTo>
                      <a:pt x="460079" y="15337"/>
                      <a:pt x="396713" y="49821"/>
                      <a:pt x="336688" y="86259"/>
                    </a:cubicBezTo>
                    <a:cubicBezTo>
                      <a:pt x="242853" y="143332"/>
                      <a:pt x="153039" y="206760"/>
                      <a:pt x="67878" y="276099"/>
                    </a:cubicBezTo>
                    <a:cubicBezTo>
                      <a:pt x="67786" y="276183"/>
                      <a:pt x="67605" y="276260"/>
                      <a:pt x="67507" y="2764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7"/>
              <p:cNvSpPr/>
              <p:nvPr/>
            </p:nvSpPr>
            <p:spPr>
              <a:xfrm>
                <a:off x="6311345" y="2200482"/>
                <a:ext cx="590242" cy="221108"/>
              </a:xfrm>
              <a:custGeom>
                <a:avLst/>
                <a:gdLst/>
                <a:ahLst/>
                <a:cxnLst/>
                <a:rect l="l" t="t" r="r" b="b"/>
                <a:pathLst>
                  <a:path w="590242" h="221108" extrusionOk="0">
                    <a:moveTo>
                      <a:pt x="438940" y="16"/>
                    </a:moveTo>
                    <a:cubicBezTo>
                      <a:pt x="390611" y="7192"/>
                      <a:pt x="342855" y="17796"/>
                      <a:pt x="296033" y="31748"/>
                    </a:cubicBezTo>
                    <a:cubicBezTo>
                      <a:pt x="188321" y="64552"/>
                      <a:pt x="99839" y="133322"/>
                      <a:pt x="190" y="181621"/>
                    </a:cubicBezTo>
                    <a:cubicBezTo>
                      <a:pt x="9728" y="194388"/>
                      <a:pt x="19057" y="207309"/>
                      <a:pt x="28180" y="220386"/>
                    </a:cubicBezTo>
                    <a:cubicBezTo>
                      <a:pt x="28399" y="220610"/>
                      <a:pt x="28593" y="220858"/>
                      <a:pt x="28758" y="221124"/>
                    </a:cubicBezTo>
                    <a:cubicBezTo>
                      <a:pt x="182038" y="107236"/>
                      <a:pt x="363922" y="38060"/>
                      <a:pt x="554188" y="21288"/>
                    </a:cubicBezTo>
                    <a:cubicBezTo>
                      <a:pt x="566142" y="18536"/>
                      <a:pt x="578243" y="16463"/>
                      <a:pt x="590432" y="15079"/>
                    </a:cubicBezTo>
                    <a:cubicBezTo>
                      <a:pt x="540202" y="7706"/>
                      <a:pt x="489632" y="2783"/>
                      <a:pt x="438940" y="16"/>
                    </a:cubicBezTo>
                    <a:close/>
                  </a:path>
                </a:pathLst>
              </a:custGeom>
              <a:solidFill>
                <a:srgbClr val="FBEDD5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7"/>
              <p:cNvSpPr/>
              <p:nvPr/>
            </p:nvSpPr>
            <p:spPr>
              <a:xfrm>
                <a:off x="6405182" y="2215546"/>
                <a:ext cx="510260" cy="447878"/>
              </a:xfrm>
              <a:custGeom>
                <a:avLst/>
                <a:gdLst/>
                <a:ahLst/>
                <a:cxnLst/>
                <a:rect l="l" t="t" r="r" b="b"/>
                <a:pathLst>
                  <a:path w="510260" h="447878" extrusionOk="0">
                    <a:moveTo>
                      <a:pt x="510450" y="2108"/>
                    </a:moveTo>
                    <a:cubicBezTo>
                      <a:pt x="418642" y="40849"/>
                      <a:pt x="341627" y="109392"/>
                      <a:pt x="281009" y="188386"/>
                    </a:cubicBezTo>
                    <a:cubicBezTo>
                      <a:pt x="220387" y="267468"/>
                      <a:pt x="175098" y="357031"/>
                      <a:pt x="134159" y="447895"/>
                    </a:cubicBezTo>
                    <a:lnTo>
                      <a:pt x="125525" y="444147"/>
                    </a:lnTo>
                    <a:cubicBezTo>
                      <a:pt x="91494" y="406366"/>
                      <a:pt x="59627" y="366693"/>
                      <a:pt x="30078" y="325317"/>
                    </a:cubicBezTo>
                    <a:cubicBezTo>
                      <a:pt x="20395" y="311791"/>
                      <a:pt x="10897" y="298099"/>
                      <a:pt x="1762" y="284251"/>
                    </a:cubicBezTo>
                    <a:lnTo>
                      <a:pt x="190" y="282308"/>
                    </a:lnTo>
                    <a:cubicBezTo>
                      <a:pt x="85351" y="212970"/>
                      <a:pt x="175164" y="149541"/>
                      <a:pt x="268999" y="92468"/>
                    </a:cubicBezTo>
                    <a:cubicBezTo>
                      <a:pt x="329025" y="56031"/>
                      <a:pt x="392390" y="21546"/>
                      <a:pt x="460352" y="6225"/>
                    </a:cubicBezTo>
                    <a:cubicBezTo>
                      <a:pt x="472306" y="3472"/>
                      <a:pt x="484407" y="1399"/>
                      <a:pt x="496596" y="16"/>
                    </a:cubicBezTo>
                    <a:cubicBezTo>
                      <a:pt x="501243" y="715"/>
                      <a:pt x="505803" y="1409"/>
                      <a:pt x="510450" y="2108"/>
                    </a:cubicBezTo>
                    <a:close/>
                  </a:path>
                </a:pathLst>
              </a:custGeom>
              <a:solidFill>
                <a:srgbClr val="FFFFFF">
                  <a:alpha val="5597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27"/>
              <p:cNvSpPr/>
              <p:nvPr/>
            </p:nvSpPr>
            <p:spPr>
              <a:xfrm>
                <a:off x="6206084" y="2191639"/>
                <a:ext cx="715680" cy="477131"/>
              </a:xfrm>
              <a:custGeom>
                <a:avLst/>
                <a:gdLst/>
                <a:ahLst/>
                <a:cxnLst/>
                <a:rect l="l" t="t" r="r" b="b"/>
                <a:pathLst>
                  <a:path w="715680" h="477131" extrusionOk="0">
                    <a:moveTo>
                      <a:pt x="711233" y="19827"/>
                    </a:moveTo>
                    <a:cubicBezTo>
                      <a:pt x="527074" y="-8729"/>
                      <a:pt x="339440" y="-6400"/>
                      <a:pt x="156048" y="26718"/>
                    </a:cubicBezTo>
                    <a:cubicBezTo>
                      <a:pt x="104030" y="35855"/>
                      <a:pt x="52658" y="48345"/>
                      <a:pt x="2255" y="64109"/>
                    </a:cubicBezTo>
                    <a:cubicBezTo>
                      <a:pt x="703" y="64595"/>
                      <a:pt x="-161" y="66247"/>
                      <a:pt x="326" y="67798"/>
                    </a:cubicBezTo>
                    <a:cubicBezTo>
                      <a:pt x="569" y="68573"/>
                      <a:pt x="1121" y="69212"/>
                      <a:pt x="1852" y="69566"/>
                    </a:cubicBezTo>
                    <a:cubicBezTo>
                      <a:pt x="1152" y="71022"/>
                      <a:pt x="1410" y="72758"/>
                      <a:pt x="2505" y="73947"/>
                    </a:cubicBezTo>
                    <a:cubicBezTo>
                      <a:pt x="46912" y="123975"/>
                      <a:pt x="88679" y="176283"/>
                      <a:pt x="127638" y="230656"/>
                    </a:cubicBezTo>
                    <a:cubicBezTo>
                      <a:pt x="127492" y="254833"/>
                      <a:pt x="130613" y="279176"/>
                      <a:pt x="132581" y="303252"/>
                    </a:cubicBezTo>
                    <a:cubicBezTo>
                      <a:pt x="134562" y="327495"/>
                      <a:pt x="136663" y="351728"/>
                      <a:pt x="138754" y="375961"/>
                    </a:cubicBezTo>
                    <a:cubicBezTo>
                      <a:pt x="138853" y="379001"/>
                      <a:pt x="141400" y="381384"/>
                      <a:pt x="144441" y="381284"/>
                    </a:cubicBezTo>
                    <a:cubicBezTo>
                      <a:pt x="145777" y="381241"/>
                      <a:pt x="147052" y="380713"/>
                      <a:pt x="148027" y="379800"/>
                    </a:cubicBezTo>
                    <a:cubicBezTo>
                      <a:pt x="148243" y="379612"/>
                      <a:pt x="148449" y="379410"/>
                      <a:pt x="148665" y="379223"/>
                    </a:cubicBezTo>
                    <a:cubicBezTo>
                      <a:pt x="175259" y="374227"/>
                      <a:pt x="201157" y="366061"/>
                      <a:pt x="225804" y="354900"/>
                    </a:cubicBezTo>
                    <a:cubicBezTo>
                      <a:pt x="235408" y="368171"/>
                      <a:pt x="245505" y="381099"/>
                      <a:pt x="255333" y="393821"/>
                    </a:cubicBezTo>
                    <a:cubicBezTo>
                      <a:pt x="276105" y="420706"/>
                      <a:pt x="297839" y="446803"/>
                      <a:pt x="320534" y="472111"/>
                    </a:cubicBezTo>
                    <a:cubicBezTo>
                      <a:pt x="322333" y="474266"/>
                      <a:pt x="325540" y="474556"/>
                      <a:pt x="327697" y="472757"/>
                    </a:cubicBezTo>
                    <a:cubicBezTo>
                      <a:pt x="327927" y="472566"/>
                      <a:pt x="328139" y="472355"/>
                      <a:pt x="328331" y="472126"/>
                    </a:cubicBezTo>
                    <a:cubicBezTo>
                      <a:pt x="328966" y="476704"/>
                      <a:pt x="335462" y="479526"/>
                      <a:pt x="337770" y="474428"/>
                    </a:cubicBezTo>
                    <a:cubicBezTo>
                      <a:pt x="401957" y="332703"/>
                      <a:pt x="479525" y="189657"/>
                      <a:pt x="606006" y="93825"/>
                    </a:cubicBezTo>
                    <a:cubicBezTo>
                      <a:pt x="638916" y="68793"/>
                      <a:pt x="674771" y="47885"/>
                      <a:pt x="712769" y="31567"/>
                    </a:cubicBezTo>
                    <a:cubicBezTo>
                      <a:pt x="715824" y="29700"/>
                      <a:pt x="716786" y="25710"/>
                      <a:pt x="714917" y="22657"/>
                    </a:cubicBezTo>
                    <a:cubicBezTo>
                      <a:pt x="714081" y="21291"/>
                      <a:pt x="712769" y="20283"/>
                      <a:pt x="711233" y="19827"/>
                    </a:cubicBezTo>
                    <a:close/>
                    <a:moveTo>
                      <a:pt x="277230" y="21225"/>
                    </a:moveTo>
                    <a:cubicBezTo>
                      <a:pt x="368538" y="12031"/>
                      <a:pt x="460435" y="10131"/>
                      <a:pt x="552046" y="15541"/>
                    </a:cubicBezTo>
                    <a:cubicBezTo>
                      <a:pt x="588044" y="17691"/>
                      <a:pt x="623936" y="21036"/>
                      <a:pt x="659721" y="25577"/>
                    </a:cubicBezTo>
                    <a:cubicBezTo>
                      <a:pt x="514243" y="38065"/>
                      <a:pt x="373011" y="80945"/>
                      <a:pt x="245169" y="151441"/>
                    </a:cubicBezTo>
                    <a:cubicBezTo>
                      <a:pt x="207091" y="172654"/>
                      <a:pt x="170407" y="196273"/>
                      <a:pt x="135338" y="222153"/>
                    </a:cubicBezTo>
                    <a:cubicBezTo>
                      <a:pt x="97797" y="167272"/>
                      <a:pt x="55335" y="115921"/>
                      <a:pt x="8477" y="68733"/>
                    </a:cubicBezTo>
                    <a:cubicBezTo>
                      <a:pt x="96966" y="47233"/>
                      <a:pt x="186730" y="31365"/>
                      <a:pt x="277230" y="21225"/>
                    </a:cubicBezTo>
                    <a:close/>
                    <a:moveTo>
                      <a:pt x="136199" y="235077"/>
                    </a:moveTo>
                    <a:cubicBezTo>
                      <a:pt x="136431" y="235010"/>
                      <a:pt x="136656" y="234922"/>
                      <a:pt x="136871" y="234812"/>
                    </a:cubicBezTo>
                    <a:cubicBezTo>
                      <a:pt x="263647" y="140443"/>
                      <a:pt x="410379" y="76361"/>
                      <a:pt x="565798" y="47486"/>
                    </a:cubicBezTo>
                    <a:cubicBezTo>
                      <a:pt x="580301" y="44829"/>
                      <a:pt x="594870" y="42619"/>
                      <a:pt x="609467" y="40610"/>
                    </a:cubicBezTo>
                    <a:cubicBezTo>
                      <a:pt x="604712" y="42330"/>
                      <a:pt x="600019" y="44078"/>
                      <a:pt x="595449" y="45844"/>
                    </a:cubicBezTo>
                    <a:cubicBezTo>
                      <a:pt x="561737" y="59240"/>
                      <a:pt x="529071" y="75128"/>
                      <a:pt x="497723" y="93376"/>
                    </a:cubicBezTo>
                    <a:cubicBezTo>
                      <a:pt x="429655" y="132511"/>
                      <a:pt x="363787" y="175348"/>
                      <a:pt x="300415" y="221693"/>
                    </a:cubicBezTo>
                    <a:cubicBezTo>
                      <a:pt x="264378" y="247830"/>
                      <a:pt x="228936" y="274865"/>
                      <a:pt x="194516" y="303098"/>
                    </a:cubicBezTo>
                    <a:cubicBezTo>
                      <a:pt x="193034" y="304169"/>
                      <a:pt x="192399" y="306062"/>
                      <a:pt x="192935" y="307809"/>
                    </a:cubicBezTo>
                    <a:cubicBezTo>
                      <a:pt x="180583" y="328495"/>
                      <a:pt x="165691" y="347556"/>
                      <a:pt x="148606" y="364549"/>
                    </a:cubicBezTo>
                    <a:cubicBezTo>
                      <a:pt x="146780" y="343639"/>
                      <a:pt x="144926" y="322732"/>
                      <a:pt x="143042" y="301827"/>
                    </a:cubicBezTo>
                    <a:cubicBezTo>
                      <a:pt x="141004" y="279640"/>
                      <a:pt x="139747" y="257113"/>
                      <a:pt x="136199" y="235077"/>
                    </a:cubicBezTo>
                    <a:close/>
                    <a:moveTo>
                      <a:pt x="186015" y="361658"/>
                    </a:moveTo>
                    <a:cubicBezTo>
                      <a:pt x="176702" y="364797"/>
                      <a:pt x="167313" y="367693"/>
                      <a:pt x="157957" y="370685"/>
                    </a:cubicBezTo>
                    <a:cubicBezTo>
                      <a:pt x="175071" y="354619"/>
                      <a:pt x="189245" y="335689"/>
                      <a:pt x="199841" y="314748"/>
                    </a:cubicBezTo>
                    <a:cubicBezTo>
                      <a:pt x="206344" y="326293"/>
                      <a:pt x="213446" y="337490"/>
                      <a:pt x="221117" y="348294"/>
                    </a:cubicBezTo>
                    <a:cubicBezTo>
                      <a:pt x="209570" y="353141"/>
                      <a:pt x="197884" y="357657"/>
                      <a:pt x="186015" y="361658"/>
                    </a:cubicBezTo>
                    <a:close/>
                    <a:moveTo>
                      <a:pt x="390667" y="341836"/>
                    </a:moveTo>
                    <a:cubicBezTo>
                      <a:pt x="368746" y="382511"/>
                      <a:pt x="348943" y="424291"/>
                      <a:pt x="329950" y="466399"/>
                    </a:cubicBezTo>
                    <a:cubicBezTo>
                      <a:pt x="329717" y="465506"/>
                      <a:pt x="329273" y="464682"/>
                      <a:pt x="328655" y="463996"/>
                    </a:cubicBezTo>
                    <a:cubicBezTo>
                      <a:pt x="306109" y="438913"/>
                      <a:pt x="284485" y="413044"/>
                      <a:pt x="263784" y="386391"/>
                    </a:cubicBezTo>
                    <a:cubicBezTo>
                      <a:pt x="243896" y="360710"/>
                      <a:pt x="226110" y="333249"/>
                      <a:pt x="205855" y="307882"/>
                    </a:cubicBezTo>
                    <a:cubicBezTo>
                      <a:pt x="264962" y="260402"/>
                      <a:pt x="325662" y="214941"/>
                      <a:pt x="388726" y="172814"/>
                    </a:cubicBezTo>
                    <a:cubicBezTo>
                      <a:pt x="450569" y="131504"/>
                      <a:pt x="514179" y="90086"/>
                      <a:pt x="582434" y="60062"/>
                    </a:cubicBezTo>
                    <a:cubicBezTo>
                      <a:pt x="601660" y="51560"/>
                      <a:pt x="621408" y="44289"/>
                      <a:pt x="641559" y="38296"/>
                    </a:cubicBezTo>
                    <a:cubicBezTo>
                      <a:pt x="644717" y="37364"/>
                      <a:pt x="647898" y="36594"/>
                      <a:pt x="651073" y="35782"/>
                    </a:cubicBezTo>
                    <a:cubicBezTo>
                      <a:pt x="660163" y="34912"/>
                      <a:pt x="669262" y="34156"/>
                      <a:pt x="678372" y="33514"/>
                    </a:cubicBezTo>
                    <a:cubicBezTo>
                      <a:pt x="549936" y="98396"/>
                      <a:pt x="457930" y="217032"/>
                      <a:pt x="390667" y="3418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3" name="Google Shape;1653;p27"/>
            <p:cNvSpPr/>
            <p:nvPr/>
          </p:nvSpPr>
          <p:spPr>
            <a:xfrm>
              <a:off x="4558801" y="3544682"/>
              <a:ext cx="197662" cy="192991"/>
            </a:xfrm>
            <a:custGeom>
              <a:avLst/>
              <a:gdLst/>
              <a:ahLst/>
              <a:cxnLst/>
              <a:rect l="l" t="t" r="r" b="b"/>
              <a:pathLst>
                <a:path w="197662" h="192991" extrusionOk="0">
                  <a:moveTo>
                    <a:pt x="183057" y="193008"/>
                  </a:moveTo>
                  <a:cubicBezTo>
                    <a:pt x="123960" y="151323"/>
                    <a:pt x="64826" y="109623"/>
                    <a:pt x="5653" y="67906"/>
                  </a:cubicBezTo>
                  <a:cubicBezTo>
                    <a:pt x="2855" y="65883"/>
                    <a:pt x="-350" y="63072"/>
                    <a:pt x="267" y="59600"/>
                  </a:cubicBezTo>
                  <a:cubicBezTo>
                    <a:pt x="1010" y="57295"/>
                    <a:pt x="2645" y="55383"/>
                    <a:pt x="4807" y="54289"/>
                  </a:cubicBezTo>
                  <a:cubicBezTo>
                    <a:pt x="29185" y="37222"/>
                    <a:pt x="53618" y="20134"/>
                    <a:pt x="78105" y="3024"/>
                  </a:cubicBezTo>
                  <a:lnTo>
                    <a:pt x="80426" y="16"/>
                  </a:lnTo>
                  <a:cubicBezTo>
                    <a:pt x="117215" y="28857"/>
                    <a:pt x="156515" y="54350"/>
                    <a:pt x="197853" y="76190"/>
                  </a:cubicBezTo>
                  <a:lnTo>
                    <a:pt x="196006" y="79674"/>
                  </a:lnTo>
                  <a:cubicBezTo>
                    <a:pt x="193291" y="117576"/>
                    <a:pt x="188953" y="155458"/>
                    <a:pt x="183057" y="193008"/>
                  </a:cubicBezTo>
                  <a:close/>
                </a:path>
              </a:pathLst>
            </a:custGeom>
            <a:solidFill>
              <a:srgbClr val="6C86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4852130" y="3091944"/>
              <a:ext cx="192135" cy="184574"/>
            </a:xfrm>
            <a:custGeom>
              <a:avLst/>
              <a:gdLst/>
              <a:ahLst/>
              <a:cxnLst/>
              <a:rect l="l" t="t" r="r" b="b"/>
              <a:pathLst>
                <a:path w="192135" h="184574" extrusionOk="0">
                  <a:moveTo>
                    <a:pt x="154670" y="19937"/>
                  </a:moveTo>
                  <a:cubicBezTo>
                    <a:pt x="175947" y="33450"/>
                    <a:pt x="189758" y="56050"/>
                    <a:pt x="192071" y="81137"/>
                  </a:cubicBezTo>
                  <a:cubicBezTo>
                    <a:pt x="195349" y="121219"/>
                    <a:pt x="166582" y="159292"/>
                    <a:pt x="129796" y="175488"/>
                  </a:cubicBezTo>
                  <a:cubicBezTo>
                    <a:pt x="118271" y="180743"/>
                    <a:pt x="105873" y="183824"/>
                    <a:pt x="93227" y="184574"/>
                  </a:cubicBezTo>
                  <a:cubicBezTo>
                    <a:pt x="52125" y="185342"/>
                    <a:pt x="15470" y="158851"/>
                    <a:pt x="3327" y="119604"/>
                  </a:cubicBezTo>
                  <a:cubicBezTo>
                    <a:pt x="-7039" y="79930"/>
                    <a:pt x="8831" y="38043"/>
                    <a:pt x="42891" y="15177"/>
                  </a:cubicBezTo>
                  <a:cubicBezTo>
                    <a:pt x="77683" y="-6364"/>
                    <a:pt x="122034" y="-4840"/>
                    <a:pt x="155263" y="1903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4586113" y="2911277"/>
              <a:ext cx="605933" cy="732651"/>
            </a:xfrm>
            <a:custGeom>
              <a:avLst/>
              <a:gdLst/>
              <a:ahLst/>
              <a:cxnLst/>
              <a:rect l="l" t="t" r="r" b="b"/>
              <a:pathLst>
                <a:path w="605933" h="732651" extrusionOk="0">
                  <a:moveTo>
                    <a:pt x="192464" y="143198"/>
                  </a:moveTo>
                  <a:cubicBezTo>
                    <a:pt x="223083" y="92530"/>
                    <a:pt x="258059" y="44622"/>
                    <a:pt x="296995" y="16"/>
                  </a:cubicBezTo>
                  <a:lnTo>
                    <a:pt x="298286" y="1118"/>
                  </a:lnTo>
                  <a:cubicBezTo>
                    <a:pt x="382721" y="79835"/>
                    <a:pt x="485113" y="150673"/>
                    <a:pt x="600504" y="153527"/>
                  </a:cubicBezTo>
                  <a:lnTo>
                    <a:pt x="606123" y="155001"/>
                  </a:lnTo>
                  <a:cubicBezTo>
                    <a:pt x="587971" y="222718"/>
                    <a:pt x="561258" y="287846"/>
                    <a:pt x="526628" y="348813"/>
                  </a:cubicBezTo>
                  <a:cubicBezTo>
                    <a:pt x="514812" y="370012"/>
                    <a:pt x="502162" y="390782"/>
                    <a:pt x="488922" y="411026"/>
                  </a:cubicBezTo>
                  <a:cubicBezTo>
                    <a:pt x="449044" y="470908"/>
                    <a:pt x="405086" y="527974"/>
                    <a:pt x="357360" y="581819"/>
                  </a:cubicBezTo>
                  <a:cubicBezTo>
                    <a:pt x="314412" y="631304"/>
                    <a:pt x="269272" y="679094"/>
                    <a:pt x="224314" y="726623"/>
                  </a:cubicBezTo>
                  <a:lnTo>
                    <a:pt x="217689" y="732667"/>
                  </a:lnTo>
                  <a:cubicBezTo>
                    <a:pt x="201742" y="725510"/>
                    <a:pt x="185960" y="717814"/>
                    <a:pt x="170540" y="709595"/>
                  </a:cubicBezTo>
                  <a:cubicBezTo>
                    <a:pt x="129202" y="687756"/>
                    <a:pt x="89903" y="662262"/>
                    <a:pt x="53113" y="633421"/>
                  </a:cubicBezTo>
                  <a:cubicBezTo>
                    <a:pt x="35513" y="619707"/>
                    <a:pt x="18537" y="605176"/>
                    <a:pt x="2252" y="589991"/>
                  </a:cubicBezTo>
                  <a:lnTo>
                    <a:pt x="190" y="583121"/>
                  </a:lnTo>
                  <a:cubicBezTo>
                    <a:pt x="23244" y="518933"/>
                    <a:pt x="46348" y="454631"/>
                    <a:pt x="71827" y="391285"/>
                  </a:cubicBezTo>
                  <a:cubicBezTo>
                    <a:pt x="96408" y="328725"/>
                    <a:pt x="124375" y="267546"/>
                    <a:pt x="155603" y="208019"/>
                  </a:cubicBezTo>
                  <a:cubicBezTo>
                    <a:pt x="167240" y="186131"/>
                    <a:pt x="179532" y="164460"/>
                    <a:pt x="192464" y="143198"/>
                  </a:cubicBezTo>
                  <a:close/>
                  <a:moveTo>
                    <a:pt x="359244" y="365241"/>
                  </a:moveTo>
                  <a:cubicBezTo>
                    <a:pt x="371890" y="364490"/>
                    <a:pt x="384288" y="361410"/>
                    <a:pt x="395813" y="356155"/>
                  </a:cubicBezTo>
                  <a:cubicBezTo>
                    <a:pt x="432600" y="339959"/>
                    <a:pt x="461366" y="301886"/>
                    <a:pt x="458088" y="261804"/>
                  </a:cubicBezTo>
                  <a:cubicBezTo>
                    <a:pt x="455775" y="236717"/>
                    <a:pt x="441964" y="214117"/>
                    <a:pt x="420687" y="200604"/>
                  </a:cubicBezTo>
                  <a:lnTo>
                    <a:pt x="421281" y="199705"/>
                  </a:lnTo>
                  <a:cubicBezTo>
                    <a:pt x="388051" y="175826"/>
                    <a:pt x="343700" y="174303"/>
                    <a:pt x="308908" y="195844"/>
                  </a:cubicBezTo>
                  <a:cubicBezTo>
                    <a:pt x="274848" y="218710"/>
                    <a:pt x="258978" y="260596"/>
                    <a:pt x="269344" y="300270"/>
                  </a:cubicBezTo>
                  <a:cubicBezTo>
                    <a:pt x="281488" y="339518"/>
                    <a:pt x="318142" y="366008"/>
                    <a:pt x="359244" y="3652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4935809" y="3260075"/>
              <a:ext cx="227899" cy="483594"/>
            </a:xfrm>
            <a:custGeom>
              <a:avLst/>
              <a:gdLst/>
              <a:ahLst/>
              <a:cxnLst/>
              <a:rect l="l" t="t" r="r" b="b"/>
              <a:pathLst>
                <a:path w="227899" h="483594" extrusionOk="0">
                  <a:moveTo>
                    <a:pt x="9839" y="234912"/>
                  </a:moveTo>
                  <a:lnTo>
                    <a:pt x="7664" y="233021"/>
                  </a:lnTo>
                  <a:cubicBezTo>
                    <a:pt x="55390" y="179176"/>
                    <a:pt x="99348" y="122110"/>
                    <a:pt x="139227" y="62228"/>
                  </a:cubicBezTo>
                  <a:cubicBezTo>
                    <a:pt x="152466" y="41984"/>
                    <a:pt x="165116" y="21214"/>
                    <a:pt x="176933" y="16"/>
                  </a:cubicBezTo>
                  <a:cubicBezTo>
                    <a:pt x="195202" y="37667"/>
                    <a:pt x="213552" y="75761"/>
                    <a:pt x="222551" y="116614"/>
                  </a:cubicBezTo>
                  <a:cubicBezTo>
                    <a:pt x="231791" y="158319"/>
                    <a:pt x="230562" y="203794"/>
                    <a:pt x="210469" y="241467"/>
                  </a:cubicBezTo>
                  <a:cubicBezTo>
                    <a:pt x="199403" y="260308"/>
                    <a:pt x="186110" y="277750"/>
                    <a:pt x="170876" y="293418"/>
                  </a:cubicBezTo>
                  <a:cubicBezTo>
                    <a:pt x="113970" y="356788"/>
                    <a:pt x="57074" y="420186"/>
                    <a:pt x="190" y="483611"/>
                  </a:cubicBezTo>
                  <a:cubicBezTo>
                    <a:pt x="5313" y="400809"/>
                    <a:pt x="8529" y="317910"/>
                    <a:pt x="9839" y="2349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4424882" y="3054460"/>
              <a:ext cx="353504" cy="374309"/>
            </a:xfrm>
            <a:custGeom>
              <a:avLst/>
              <a:gdLst/>
              <a:ahLst/>
              <a:cxnLst/>
              <a:rect l="l" t="t" r="r" b="b"/>
              <a:pathLst>
                <a:path w="353504" h="374309" extrusionOk="0">
                  <a:moveTo>
                    <a:pt x="233057" y="248102"/>
                  </a:moveTo>
                  <a:lnTo>
                    <a:pt x="226818" y="245545"/>
                  </a:lnTo>
                  <a:cubicBezTo>
                    <a:pt x="144753" y="274625"/>
                    <a:pt x="68605" y="318249"/>
                    <a:pt x="2027" y="374326"/>
                  </a:cubicBezTo>
                  <a:cubicBezTo>
                    <a:pt x="-4466" y="340263"/>
                    <a:pt x="7373" y="305483"/>
                    <a:pt x="19990" y="273147"/>
                  </a:cubicBezTo>
                  <a:cubicBezTo>
                    <a:pt x="39330" y="223529"/>
                    <a:pt x="60946" y="174939"/>
                    <a:pt x="84839" y="127376"/>
                  </a:cubicBezTo>
                  <a:cubicBezTo>
                    <a:pt x="97551" y="102215"/>
                    <a:pt x="111280" y="76747"/>
                    <a:pt x="132417" y="58212"/>
                  </a:cubicBezTo>
                  <a:cubicBezTo>
                    <a:pt x="157235" y="36511"/>
                    <a:pt x="189905" y="26218"/>
                    <a:pt x="221977" y="18725"/>
                  </a:cubicBezTo>
                  <a:cubicBezTo>
                    <a:pt x="265238" y="8582"/>
                    <a:pt x="309319" y="2321"/>
                    <a:pt x="353694" y="16"/>
                  </a:cubicBezTo>
                  <a:cubicBezTo>
                    <a:pt x="340763" y="21277"/>
                    <a:pt x="328471" y="42949"/>
                    <a:pt x="316834" y="64836"/>
                  </a:cubicBezTo>
                  <a:cubicBezTo>
                    <a:pt x="285606" y="124363"/>
                    <a:pt x="257639" y="185542"/>
                    <a:pt x="233057" y="2481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4882918" y="2689735"/>
              <a:ext cx="329487" cy="376526"/>
            </a:xfrm>
            <a:custGeom>
              <a:avLst/>
              <a:gdLst/>
              <a:ahLst/>
              <a:cxnLst/>
              <a:rect l="l" t="t" r="r" b="b"/>
              <a:pathLst>
                <a:path w="329487" h="376526" extrusionOk="0">
                  <a:moveTo>
                    <a:pt x="309319" y="376543"/>
                  </a:moveTo>
                  <a:lnTo>
                    <a:pt x="303699" y="375068"/>
                  </a:lnTo>
                  <a:cubicBezTo>
                    <a:pt x="188308" y="372214"/>
                    <a:pt x="85916" y="301376"/>
                    <a:pt x="1482" y="222659"/>
                  </a:cubicBezTo>
                  <a:lnTo>
                    <a:pt x="190" y="221557"/>
                  </a:lnTo>
                  <a:cubicBezTo>
                    <a:pt x="34069" y="182839"/>
                    <a:pt x="71705" y="147572"/>
                    <a:pt x="112547" y="116275"/>
                  </a:cubicBezTo>
                  <a:cubicBezTo>
                    <a:pt x="172222" y="70885"/>
                    <a:pt x="238656" y="35344"/>
                    <a:pt x="304793" y="16"/>
                  </a:cubicBezTo>
                  <a:cubicBezTo>
                    <a:pt x="318853" y="82331"/>
                    <a:pt x="332926" y="165400"/>
                    <a:pt x="329014" y="248861"/>
                  </a:cubicBezTo>
                  <a:cubicBezTo>
                    <a:pt x="326873" y="291986"/>
                    <a:pt x="320273" y="334775"/>
                    <a:pt x="309319" y="3765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4558801" y="3550210"/>
              <a:ext cx="197661" cy="187463"/>
            </a:xfrm>
            <a:custGeom>
              <a:avLst/>
              <a:gdLst/>
              <a:ahLst/>
              <a:cxnLst/>
              <a:rect l="l" t="t" r="r" b="b"/>
              <a:pathLst>
                <a:path w="197661" h="187463" extrusionOk="0">
                  <a:moveTo>
                    <a:pt x="196006" y="74145"/>
                  </a:moveTo>
                  <a:lnTo>
                    <a:pt x="197852" y="70661"/>
                  </a:lnTo>
                  <a:cubicBezTo>
                    <a:pt x="162434" y="51890"/>
                    <a:pt x="128517" y="30419"/>
                    <a:pt x="96403" y="6438"/>
                  </a:cubicBezTo>
                  <a:cubicBezTo>
                    <a:pt x="88943" y="4884"/>
                    <a:pt x="81620" y="2737"/>
                    <a:pt x="74504" y="16"/>
                  </a:cubicBezTo>
                  <a:cubicBezTo>
                    <a:pt x="51246" y="16273"/>
                    <a:pt x="28013" y="32521"/>
                    <a:pt x="4807" y="48761"/>
                  </a:cubicBezTo>
                  <a:cubicBezTo>
                    <a:pt x="2645" y="49854"/>
                    <a:pt x="1010" y="51766"/>
                    <a:pt x="267" y="54071"/>
                  </a:cubicBezTo>
                  <a:cubicBezTo>
                    <a:pt x="-350" y="57543"/>
                    <a:pt x="2855" y="60353"/>
                    <a:pt x="5653" y="62377"/>
                  </a:cubicBezTo>
                  <a:cubicBezTo>
                    <a:pt x="64750" y="104062"/>
                    <a:pt x="123884" y="145763"/>
                    <a:pt x="183057" y="187479"/>
                  </a:cubicBezTo>
                  <a:cubicBezTo>
                    <a:pt x="188953" y="149931"/>
                    <a:pt x="193291" y="112048"/>
                    <a:pt x="196006" y="74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4651794" y="3096805"/>
              <a:ext cx="102088" cy="220927"/>
            </a:xfrm>
            <a:custGeom>
              <a:avLst/>
              <a:gdLst/>
              <a:ahLst/>
              <a:cxnLst/>
              <a:rect l="l" t="t" r="r" b="b"/>
              <a:pathLst>
                <a:path w="102088" h="220927" extrusionOk="0">
                  <a:moveTo>
                    <a:pt x="23733" y="194959"/>
                  </a:moveTo>
                  <a:cubicBezTo>
                    <a:pt x="50775" y="134598"/>
                    <a:pt x="75319" y="67328"/>
                    <a:pt x="102278" y="16"/>
                  </a:cubicBezTo>
                  <a:cubicBezTo>
                    <a:pt x="98117" y="7491"/>
                    <a:pt x="93928" y="14956"/>
                    <a:pt x="89923" y="22492"/>
                  </a:cubicBezTo>
                  <a:cubicBezTo>
                    <a:pt x="58695" y="82018"/>
                    <a:pt x="30728" y="143196"/>
                    <a:pt x="6146" y="205756"/>
                  </a:cubicBezTo>
                  <a:cubicBezTo>
                    <a:pt x="4117" y="210801"/>
                    <a:pt x="2190" y="215886"/>
                    <a:pt x="190" y="220943"/>
                  </a:cubicBezTo>
                  <a:cubicBezTo>
                    <a:pt x="7895" y="212181"/>
                    <a:pt x="15797" y="203530"/>
                    <a:pt x="23733" y="194959"/>
                  </a:cubicBezTo>
                  <a:close/>
                </a:path>
              </a:pathLst>
            </a:custGeom>
            <a:solidFill>
              <a:srgbClr val="9DCCC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5179335" y="2689735"/>
              <a:ext cx="16940" cy="52566"/>
            </a:xfrm>
            <a:custGeom>
              <a:avLst/>
              <a:gdLst/>
              <a:ahLst/>
              <a:cxnLst/>
              <a:rect l="l" t="t" r="r" b="b"/>
              <a:pathLst>
                <a:path w="16940" h="52566" extrusionOk="0">
                  <a:moveTo>
                    <a:pt x="17130" y="52582"/>
                  </a:moveTo>
                  <a:cubicBezTo>
                    <a:pt x="14316" y="35030"/>
                    <a:pt x="11397" y="17508"/>
                    <a:pt x="8376" y="16"/>
                  </a:cubicBezTo>
                  <a:cubicBezTo>
                    <a:pt x="5647" y="1472"/>
                    <a:pt x="2918" y="2933"/>
                    <a:pt x="190" y="4398"/>
                  </a:cubicBezTo>
                  <a:cubicBezTo>
                    <a:pt x="7931" y="19646"/>
                    <a:pt x="13627" y="35846"/>
                    <a:pt x="17130" y="52582"/>
                  </a:cubicBezTo>
                  <a:close/>
                </a:path>
              </a:pathLst>
            </a:custGeom>
            <a:solidFill>
              <a:srgbClr val="E5898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62" name="Google Shape;1662;p27"/>
            <p:cNvGrpSpPr/>
            <p:nvPr/>
          </p:nvGrpSpPr>
          <p:grpSpPr>
            <a:xfrm>
              <a:off x="4418654" y="2683274"/>
              <a:ext cx="800262" cy="1066847"/>
              <a:chOff x="5876404" y="2573449"/>
              <a:chExt cx="800262" cy="1066847"/>
            </a:xfrm>
          </p:grpSpPr>
          <p:sp>
            <p:nvSpPr>
              <p:cNvPr id="1663" name="Google Shape;1663;p27"/>
              <p:cNvSpPr/>
              <p:nvPr/>
            </p:nvSpPr>
            <p:spPr>
              <a:xfrm>
                <a:off x="5876404" y="2573449"/>
                <a:ext cx="800262" cy="1066847"/>
              </a:xfrm>
              <a:custGeom>
                <a:avLst/>
                <a:gdLst/>
                <a:ahLst/>
                <a:cxnLst/>
                <a:rect l="l" t="t" r="r" b="b"/>
                <a:pathLst>
                  <a:path w="800262" h="1066847" extrusionOk="0">
                    <a:moveTo>
                      <a:pt x="775347" y="4775"/>
                    </a:moveTo>
                    <a:cubicBezTo>
                      <a:pt x="774337" y="1281"/>
                      <a:pt x="770685" y="-733"/>
                      <a:pt x="767189" y="276"/>
                    </a:cubicBezTo>
                    <a:cubicBezTo>
                      <a:pt x="766691" y="420"/>
                      <a:pt x="766211" y="622"/>
                      <a:pt x="765761" y="878"/>
                    </a:cubicBezTo>
                    <a:cubicBezTo>
                      <a:pt x="703300" y="34254"/>
                      <a:pt x="640539" y="67790"/>
                      <a:pt x="583329" y="109782"/>
                    </a:cubicBezTo>
                    <a:cubicBezTo>
                      <a:pt x="532626" y="147323"/>
                      <a:pt x="486592" y="190782"/>
                      <a:pt x="446206" y="239235"/>
                    </a:cubicBezTo>
                    <a:cubicBezTo>
                      <a:pt x="412567" y="279543"/>
                      <a:pt x="382043" y="322347"/>
                      <a:pt x="354897" y="367278"/>
                    </a:cubicBezTo>
                    <a:cubicBezTo>
                      <a:pt x="315852" y="367339"/>
                      <a:pt x="276945" y="371920"/>
                      <a:pt x="238955" y="380931"/>
                    </a:cubicBezTo>
                    <a:cubicBezTo>
                      <a:pt x="204480" y="388346"/>
                      <a:pt x="168709" y="397665"/>
                      <a:pt x="140337" y="419616"/>
                    </a:cubicBezTo>
                    <a:cubicBezTo>
                      <a:pt x="111210" y="442152"/>
                      <a:pt x="94776" y="476125"/>
                      <a:pt x="78899" y="508415"/>
                    </a:cubicBezTo>
                    <a:cubicBezTo>
                      <a:pt x="61039" y="544737"/>
                      <a:pt x="44486" y="581661"/>
                      <a:pt x="29240" y="619189"/>
                    </a:cubicBezTo>
                    <a:cubicBezTo>
                      <a:pt x="12695" y="659847"/>
                      <a:pt x="-5597" y="702506"/>
                      <a:pt x="1935" y="747282"/>
                    </a:cubicBezTo>
                    <a:cubicBezTo>
                      <a:pt x="2824" y="752566"/>
                      <a:pt x="9491" y="752975"/>
                      <a:pt x="12847" y="750161"/>
                    </a:cubicBezTo>
                    <a:cubicBezTo>
                      <a:pt x="77723" y="695810"/>
                      <a:pt x="151630" y="653245"/>
                      <a:pt x="231214" y="624396"/>
                    </a:cubicBezTo>
                    <a:cubicBezTo>
                      <a:pt x="207189" y="685667"/>
                      <a:pt x="185150" y="747716"/>
                      <a:pt x="164505" y="810196"/>
                    </a:cubicBezTo>
                    <a:cubicBezTo>
                      <a:pt x="163159" y="814270"/>
                      <a:pt x="169340" y="815803"/>
                      <a:pt x="170840" y="811941"/>
                    </a:cubicBezTo>
                    <a:cubicBezTo>
                      <a:pt x="221708" y="680948"/>
                      <a:pt x="268752" y="548280"/>
                      <a:pt x="336571" y="424721"/>
                    </a:cubicBezTo>
                    <a:cubicBezTo>
                      <a:pt x="373045" y="357133"/>
                      <a:pt x="416692" y="293664"/>
                      <a:pt x="466758" y="235410"/>
                    </a:cubicBezTo>
                    <a:cubicBezTo>
                      <a:pt x="474883" y="244710"/>
                      <a:pt x="483763" y="253323"/>
                      <a:pt x="493308" y="261160"/>
                    </a:cubicBezTo>
                    <a:cubicBezTo>
                      <a:pt x="504839" y="271333"/>
                      <a:pt x="516684" y="281133"/>
                      <a:pt x="528843" y="290561"/>
                    </a:cubicBezTo>
                    <a:cubicBezTo>
                      <a:pt x="551976" y="308613"/>
                      <a:pt x="576475" y="324845"/>
                      <a:pt x="602120" y="339110"/>
                    </a:cubicBezTo>
                    <a:cubicBezTo>
                      <a:pt x="627302" y="353221"/>
                      <a:pt x="653881" y="364682"/>
                      <a:pt x="681431" y="373307"/>
                    </a:cubicBezTo>
                    <a:cubicBezTo>
                      <a:pt x="695132" y="377534"/>
                      <a:pt x="709093" y="380868"/>
                      <a:pt x="723226" y="383289"/>
                    </a:cubicBezTo>
                    <a:cubicBezTo>
                      <a:pt x="737136" y="386322"/>
                      <a:pt x="751371" y="387604"/>
                      <a:pt x="765600" y="387106"/>
                    </a:cubicBezTo>
                    <a:cubicBezTo>
                      <a:pt x="761897" y="400961"/>
                      <a:pt x="757848" y="414731"/>
                      <a:pt x="753306" y="428353"/>
                    </a:cubicBezTo>
                    <a:cubicBezTo>
                      <a:pt x="710086" y="557941"/>
                      <a:pt x="632337" y="672500"/>
                      <a:pt x="545010" y="776330"/>
                    </a:cubicBezTo>
                    <a:cubicBezTo>
                      <a:pt x="494647" y="836211"/>
                      <a:pt x="440919" y="893140"/>
                      <a:pt x="387221" y="950017"/>
                    </a:cubicBezTo>
                    <a:cubicBezTo>
                      <a:pt x="386241" y="951047"/>
                      <a:pt x="385654" y="952388"/>
                      <a:pt x="385560" y="953806"/>
                    </a:cubicBezTo>
                    <a:cubicBezTo>
                      <a:pt x="345349" y="935613"/>
                      <a:pt x="306716" y="914123"/>
                      <a:pt x="270054" y="889559"/>
                    </a:cubicBezTo>
                    <a:cubicBezTo>
                      <a:pt x="251247" y="876919"/>
                      <a:pt x="232922" y="863511"/>
                      <a:pt x="215240" y="849342"/>
                    </a:cubicBezTo>
                    <a:cubicBezTo>
                      <a:pt x="206427" y="842279"/>
                      <a:pt x="197778" y="835012"/>
                      <a:pt x="189180" y="827690"/>
                    </a:cubicBezTo>
                    <a:cubicBezTo>
                      <a:pt x="183361" y="822734"/>
                      <a:pt x="177294" y="814726"/>
                      <a:pt x="169098" y="815904"/>
                    </a:cubicBezTo>
                    <a:cubicBezTo>
                      <a:pt x="168171" y="816167"/>
                      <a:pt x="167529" y="817010"/>
                      <a:pt x="167522" y="817972"/>
                    </a:cubicBezTo>
                    <a:cubicBezTo>
                      <a:pt x="166906" y="826419"/>
                      <a:pt x="176538" y="832138"/>
                      <a:pt x="182218" y="837301"/>
                    </a:cubicBezTo>
                    <a:cubicBezTo>
                      <a:pt x="190566" y="844889"/>
                      <a:pt x="199199" y="852155"/>
                      <a:pt x="207958" y="859263"/>
                    </a:cubicBezTo>
                    <a:cubicBezTo>
                      <a:pt x="209523" y="860534"/>
                      <a:pt x="211157" y="861714"/>
                      <a:pt x="212732" y="862972"/>
                    </a:cubicBezTo>
                    <a:cubicBezTo>
                      <a:pt x="200402" y="870008"/>
                      <a:pt x="188483" y="877738"/>
                      <a:pt x="177032" y="886126"/>
                    </a:cubicBezTo>
                    <a:cubicBezTo>
                      <a:pt x="164967" y="894249"/>
                      <a:pt x="152245" y="902091"/>
                      <a:pt x="140838" y="911122"/>
                    </a:cubicBezTo>
                    <a:cubicBezTo>
                      <a:pt x="134818" y="914501"/>
                      <a:pt x="132679" y="922116"/>
                      <a:pt x="136060" y="928132"/>
                    </a:cubicBezTo>
                    <a:cubicBezTo>
                      <a:pt x="136452" y="928829"/>
                      <a:pt x="136909" y="929486"/>
                      <a:pt x="137427" y="930096"/>
                    </a:cubicBezTo>
                    <a:cubicBezTo>
                      <a:pt x="141835" y="934493"/>
                      <a:pt x="146795" y="938300"/>
                      <a:pt x="152183" y="941422"/>
                    </a:cubicBezTo>
                    <a:cubicBezTo>
                      <a:pt x="158502" y="945912"/>
                      <a:pt x="164821" y="950402"/>
                      <a:pt x="171141" y="954893"/>
                    </a:cubicBezTo>
                    <a:cubicBezTo>
                      <a:pt x="220652" y="990030"/>
                      <a:pt x="270230" y="1025076"/>
                      <a:pt x="319873" y="1060029"/>
                    </a:cubicBezTo>
                    <a:cubicBezTo>
                      <a:pt x="323005" y="1061835"/>
                      <a:pt x="327009" y="1060762"/>
                      <a:pt x="328817" y="1057633"/>
                    </a:cubicBezTo>
                    <a:cubicBezTo>
                      <a:pt x="329088" y="1057162"/>
                      <a:pt x="329301" y="1056659"/>
                      <a:pt x="329448" y="1056136"/>
                    </a:cubicBezTo>
                    <a:cubicBezTo>
                      <a:pt x="335157" y="1019853"/>
                      <a:pt x="339402" y="983394"/>
                      <a:pt x="342182" y="946758"/>
                    </a:cubicBezTo>
                    <a:cubicBezTo>
                      <a:pt x="355284" y="953527"/>
                      <a:pt x="368503" y="960071"/>
                      <a:pt x="381961" y="966127"/>
                    </a:cubicBezTo>
                    <a:cubicBezTo>
                      <a:pt x="385498" y="967639"/>
                      <a:pt x="389593" y="966000"/>
                      <a:pt x="391107" y="962465"/>
                    </a:cubicBezTo>
                    <a:cubicBezTo>
                      <a:pt x="391292" y="962034"/>
                      <a:pt x="391433" y="961584"/>
                      <a:pt x="391527" y="961124"/>
                    </a:cubicBezTo>
                    <a:cubicBezTo>
                      <a:pt x="393369" y="961307"/>
                      <a:pt x="395186" y="960587"/>
                      <a:pt x="396402" y="959192"/>
                    </a:cubicBezTo>
                    <a:cubicBezTo>
                      <a:pt x="438191" y="914935"/>
                      <a:pt x="480026" y="870425"/>
                      <a:pt x="520344" y="824644"/>
                    </a:cubicBezTo>
                    <a:cubicBezTo>
                      <a:pt x="518858" y="903310"/>
                      <a:pt x="515689" y="981915"/>
                      <a:pt x="510835" y="1060459"/>
                    </a:cubicBezTo>
                    <a:cubicBezTo>
                      <a:pt x="510916" y="1064075"/>
                      <a:pt x="513914" y="1066942"/>
                      <a:pt x="517533" y="1066862"/>
                    </a:cubicBezTo>
                    <a:cubicBezTo>
                      <a:pt x="519170" y="1066826"/>
                      <a:pt x="520734" y="1066178"/>
                      <a:pt x="521918" y="1065047"/>
                    </a:cubicBezTo>
                    <a:cubicBezTo>
                      <a:pt x="577827" y="1002727"/>
                      <a:pt x="633704" y="940378"/>
                      <a:pt x="689548" y="878001"/>
                    </a:cubicBezTo>
                    <a:cubicBezTo>
                      <a:pt x="712611" y="852163"/>
                      <a:pt x="734964" y="826130"/>
                      <a:pt x="744641" y="792139"/>
                    </a:cubicBezTo>
                    <a:cubicBezTo>
                      <a:pt x="753305" y="758635"/>
                      <a:pt x="753400" y="723491"/>
                      <a:pt x="744916" y="689941"/>
                    </a:cubicBezTo>
                    <a:cubicBezTo>
                      <a:pt x="736009" y="651068"/>
                      <a:pt x="720682" y="613951"/>
                      <a:pt x="699564" y="580114"/>
                    </a:cubicBezTo>
                    <a:cubicBezTo>
                      <a:pt x="755071" y="480840"/>
                      <a:pt x="793967" y="371293"/>
                      <a:pt x="799693" y="257230"/>
                    </a:cubicBezTo>
                    <a:cubicBezTo>
                      <a:pt x="803952" y="172392"/>
                      <a:pt x="789548" y="88083"/>
                      <a:pt x="775347" y="4775"/>
                    </a:cubicBezTo>
                    <a:close/>
                    <a:moveTo>
                      <a:pt x="247863" y="582590"/>
                    </a:moveTo>
                    <a:cubicBezTo>
                      <a:pt x="243979" y="592038"/>
                      <a:pt x="240303" y="601568"/>
                      <a:pt x="236526" y="611059"/>
                    </a:cubicBezTo>
                    <a:cubicBezTo>
                      <a:pt x="235006" y="609982"/>
                      <a:pt x="233040" y="609760"/>
                      <a:pt x="231318" y="610471"/>
                    </a:cubicBezTo>
                    <a:cubicBezTo>
                      <a:pt x="152235" y="638737"/>
                      <a:pt x="78528" y="680217"/>
                      <a:pt x="13340" y="733140"/>
                    </a:cubicBezTo>
                    <a:cubicBezTo>
                      <a:pt x="11016" y="698298"/>
                      <a:pt x="25176" y="664258"/>
                      <a:pt x="37914" y="632400"/>
                    </a:cubicBezTo>
                    <a:cubicBezTo>
                      <a:pt x="52260" y="596517"/>
                      <a:pt x="67846" y="561164"/>
                      <a:pt x="84671" y="526341"/>
                    </a:cubicBezTo>
                    <a:cubicBezTo>
                      <a:pt x="99795" y="495004"/>
                      <a:pt x="114637" y="460585"/>
                      <a:pt x="140567" y="436471"/>
                    </a:cubicBezTo>
                    <a:cubicBezTo>
                      <a:pt x="166091" y="412737"/>
                      <a:pt x="200908" y="402791"/>
                      <a:pt x="234080" y="395160"/>
                    </a:cubicBezTo>
                    <a:cubicBezTo>
                      <a:pt x="272156" y="386400"/>
                      <a:pt x="310696" y="382047"/>
                      <a:pt x="349252" y="376621"/>
                    </a:cubicBezTo>
                    <a:cubicBezTo>
                      <a:pt x="310427" y="442689"/>
                      <a:pt x="276538" y="511533"/>
                      <a:pt x="247863" y="582590"/>
                    </a:cubicBezTo>
                    <a:close/>
                    <a:moveTo>
                      <a:pt x="329617" y="941074"/>
                    </a:moveTo>
                    <a:cubicBezTo>
                      <a:pt x="327160" y="975206"/>
                      <a:pt x="323384" y="1009192"/>
                      <a:pt x="318289" y="1043034"/>
                    </a:cubicBezTo>
                    <a:cubicBezTo>
                      <a:pt x="278258" y="1014811"/>
                      <a:pt x="238205" y="986618"/>
                      <a:pt x="198130" y="958457"/>
                    </a:cubicBezTo>
                    <a:cubicBezTo>
                      <a:pt x="187567" y="951027"/>
                      <a:pt x="176998" y="943608"/>
                      <a:pt x="166421" y="936198"/>
                    </a:cubicBezTo>
                    <a:cubicBezTo>
                      <a:pt x="160780" y="933024"/>
                      <a:pt x="155465" y="929304"/>
                      <a:pt x="150553" y="925090"/>
                    </a:cubicBezTo>
                    <a:cubicBezTo>
                      <a:pt x="147323" y="921591"/>
                      <a:pt x="147770" y="922220"/>
                      <a:pt x="151198" y="918745"/>
                    </a:cubicBezTo>
                    <a:cubicBezTo>
                      <a:pt x="153686" y="916656"/>
                      <a:pt x="156346" y="914783"/>
                      <a:pt x="159150" y="913143"/>
                    </a:cubicBezTo>
                    <a:cubicBezTo>
                      <a:pt x="180439" y="899780"/>
                      <a:pt x="200675" y="884813"/>
                      <a:pt x="219683" y="868371"/>
                    </a:cubicBezTo>
                    <a:cubicBezTo>
                      <a:pt x="233500" y="879162"/>
                      <a:pt x="247565" y="889629"/>
                      <a:pt x="262093" y="899450"/>
                    </a:cubicBezTo>
                    <a:cubicBezTo>
                      <a:pt x="283981" y="914172"/>
                      <a:pt x="306593" y="927788"/>
                      <a:pt x="329846" y="940245"/>
                    </a:cubicBezTo>
                    <a:cubicBezTo>
                      <a:pt x="329751" y="940516"/>
                      <a:pt x="329674" y="940793"/>
                      <a:pt x="329617" y="941074"/>
                    </a:cubicBezTo>
                    <a:close/>
                    <a:moveTo>
                      <a:pt x="728545" y="673743"/>
                    </a:moveTo>
                    <a:cubicBezTo>
                      <a:pt x="739745" y="707971"/>
                      <a:pt x="742026" y="744487"/>
                      <a:pt x="735172" y="779841"/>
                    </a:cubicBezTo>
                    <a:cubicBezTo>
                      <a:pt x="727035" y="815801"/>
                      <a:pt x="704636" y="842302"/>
                      <a:pt x="680555" y="869015"/>
                    </a:cubicBezTo>
                    <a:cubicBezTo>
                      <a:pt x="654494" y="897922"/>
                      <a:pt x="628471" y="926863"/>
                      <a:pt x="602484" y="955836"/>
                    </a:cubicBezTo>
                    <a:cubicBezTo>
                      <a:pt x="576599" y="984689"/>
                      <a:pt x="550714" y="1013541"/>
                      <a:pt x="524829" y="1042394"/>
                    </a:cubicBezTo>
                    <a:cubicBezTo>
                      <a:pt x="529312" y="965575"/>
                      <a:pt x="532155" y="888687"/>
                      <a:pt x="533357" y="811728"/>
                    </a:cubicBezTo>
                    <a:cubicBezTo>
                      <a:pt x="533329" y="811197"/>
                      <a:pt x="533230" y="810672"/>
                      <a:pt x="533064" y="810166"/>
                    </a:cubicBezTo>
                    <a:cubicBezTo>
                      <a:pt x="581942" y="754803"/>
                      <a:pt x="626767" y="695994"/>
                      <a:pt x="667192" y="634197"/>
                    </a:cubicBezTo>
                    <a:cubicBezTo>
                      <a:pt x="676836" y="619167"/>
                      <a:pt x="686108" y="603855"/>
                      <a:pt x="695009" y="588261"/>
                    </a:cubicBezTo>
                    <a:cubicBezTo>
                      <a:pt x="705610" y="616948"/>
                      <a:pt x="719843" y="644251"/>
                      <a:pt x="728546" y="673744"/>
                    </a:cubicBezTo>
                    <a:close/>
                    <a:moveTo>
                      <a:pt x="768486" y="376039"/>
                    </a:moveTo>
                    <a:cubicBezTo>
                      <a:pt x="754698" y="373553"/>
                      <a:pt x="740421" y="373621"/>
                      <a:pt x="726544" y="371265"/>
                    </a:cubicBezTo>
                    <a:cubicBezTo>
                      <a:pt x="713001" y="368943"/>
                      <a:pt x="699616" y="365777"/>
                      <a:pt x="686469" y="361784"/>
                    </a:cubicBezTo>
                    <a:cubicBezTo>
                      <a:pt x="658768" y="353218"/>
                      <a:pt x="632058" y="341732"/>
                      <a:pt x="606788" y="327520"/>
                    </a:cubicBezTo>
                    <a:cubicBezTo>
                      <a:pt x="582215" y="313665"/>
                      <a:pt x="558614" y="298156"/>
                      <a:pt x="536148" y="281100"/>
                    </a:cubicBezTo>
                    <a:cubicBezTo>
                      <a:pt x="523719" y="271814"/>
                      <a:pt x="511609" y="262115"/>
                      <a:pt x="499694" y="252181"/>
                    </a:cubicBezTo>
                    <a:cubicBezTo>
                      <a:pt x="490612" y="244609"/>
                      <a:pt x="481820" y="236165"/>
                      <a:pt x="471983" y="229474"/>
                    </a:cubicBezTo>
                    <a:cubicBezTo>
                      <a:pt x="502228" y="195231"/>
                      <a:pt x="535430" y="163716"/>
                      <a:pt x="571205" y="135292"/>
                    </a:cubicBezTo>
                    <a:cubicBezTo>
                      <a:pt x="630651" y="88359"/>
                      <a:pt x="697552" y="52135"/>
                      <a:pt x="764165" y="16521"/>
                    </a:cubicBezTo>
                    <a:cubicBezTo>
                      <a:pt x="776271" y="87641"/>
                      <a:pt x="787962" y="159242"/>
                      <a:pt x="787390" y="231588"/>
                    </a:cubicBezTo>
                    <a:cubicBezTo>
                      <a:pt x="786815" y="280315"/>
                      <a:pt x="780469" y="328803"/>
                      <a:pt x="768486" y="3760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27"/>
              <p:cNvSpPr/>
              <p:nvPr/>
            </p:nvSpPr>
            <p:spPr>
              <a:xfrm>
                <a:off x="6303355" y="2976186"/>
                <a:ext cx="204573" cy="196789"/>
              </a:xfrm>
              <a:custGeom>
                <a:avLst/>
                <a:gdLst/>
                <a:ahLst/>
                <a:cxnLst/>
                <a:rect l="l" t="t" r="r" b="b"/>
                <a:pathLst>
                  <a:path w="204573" h="196789" extrusionOk="0">
                    <a:moveTo>
                      <a:pt x="85419" y="196134"/>
                    </a:moveTo>
                    <a:cubicBezTo>
                      <a:pt x="128597" y="201442"/>
                      <a:pt x="173357" y="174661"/>
                      <a:pt x="193615" y="137052"/>
                    </a:cubicBezTo>
                    <a:cubicBezTo>
                      <a:pt x="217170" y="95035"/>
                      <a:pt x="202181" y="41891"/>
                      <a:pt x="160135" y="18352"/>
                    </a:cubicBezTo>
                    <a:cubicBezTo>
                      <a:pt x="159889" y="18214"/>
                      <a:pt x="159643" y="18078"/>
                      <a:pt x="159395" y="17942"/>
                    </a:cubicBezTo>
                    <a:cubicBezTo>
                      <a:pt x="158993" y="17769"/>
                      <a:pt x="158571" y="17641"/>
                      <a:pt x="158140" y="17563"/>
                    </a:cubicBezTo>
                    <a:cubicBezTo>
                      <a:pt x="143139" y="6302"/>
                      <a:pt x="124890" y="203"/>
                      <a:pt x="106128" y="181"/>
                    </a:cubicBezTo>
                    <a:cubicBezTo>
                      <a:pt x="50856" y="-2964"/>
                      <a:pt x="3499" y="39262"/>
                      <a:pt x="352" y="94496"/>
                    </a:cubicBezTo>
                    <a:cubicBezTo>
                      <a:pt x="-124" y="102847"/>
                      <a:pt x="449" y="111225"/>
                      <a:pt x="2057" y="119434"/>
                    </a:cubicBezTo>
                    <a:cubicBezTo>
                      <a:pt x="10885" y="160006"/>
                      <a:pt x="44230" y="190686"/>
                      <a:pt x="85419" y="196134"/>
                    </a:cubicBezTo>
                    <a:close/>
                    <a:moveTo>
                      <a:pt x="45231" y="31740"/>
                    </a:moveTo>
                    <a:cubicBezTo>
                      <a:pt x="61245" y="18775"/>
                      <a:pt x="81250" y="11736"/>
                      <a:pt x="101860" y="11815"/>
                    </a:cubicBezTo>
                    <a:cubicBezTo>
                      <a:pt x="112275" y="11728"/>
                      <a:pt x="122646" y="13186"/>
                      <a:pt x="132633" y="16143"/>
                    </a:cubicBezTo>
                    <a:cubicBezTo>
                      <a:pt x="138786" y="18136"/>
                      <a:pt x="144819" y="20487"/>
                      <a:pt x="150699" y="23184"/>
                    </a:cubicBezTo>
                    <a:cubicBezTo>
                      <a:pt x="150589" y="25214"/>
                      <a:pt x="151670" y="27123"/>
                      <a:pt x="153468" y="28075"/>
                    </a:cubicBezTo>
                    <a:cubicBezTo>
                      <a:pt x="186183" y="46502"/>
                      <a:pt x="200517" y="86050"/>
                      <a:pt x="187198" y="121138"/>
                    </a:cubicBezTo>
                    <a:cubicBezTo>
                      <a:pt x="172058" y="157981"/>
                      <a:pt x="136862" y="182664"/>
                      <a:pt x="97042" y="184364"/>
                    </a:cubicBezTo>
                    <a:cubicBezTo>
                      <a:pt x="60703" y="183951"/>
                      <a:pt x="28534" y="160788"/>
                      <a:pt x="16639" y="126473"/>
                    </a:cubicBezTo>
                    <a:cubicBezTo>
                      <a:pt x="6485" y="92023"/>
                      <a:pt x="17709" y="54834"/>
                      <a:pt x="45231" y="317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5" name="Google Shape;1665;p27"/>
            <p:cNvGrpSpPr/>
            <p:nvPr/>
          </p:nvGrpSpPr>
          <p:grpSpPr>
            <a:xfrm rot="-1078917">
              <a:off x="3020154" y="2916398"/>
              <a:ext cx="707965" cy="733259"/>
              <a:chOff x="4596129" y="2949738"/>
              <a:chExt cx="708005" cy="733300"/>
            </a:xfrm>
          </p:grpSpPr>
          <p:sp>
            <p:nvSpPr>
              <p:cNvPr id="1666" name="Google Shape;1666;p27"/>
              <p:cNvSpPr/>
              <p:nvPr/>
            </p:nvSpPr>
            <p:spPr>
              <a:xfrm>
                <a:off x="4596129" y="2949738"/>
                <a:ext cx="237538" cy="143701"/>
              </a:xfrm>
              <a:custGeom>
                <a:avLst/>
                <a:gdLst/>
                <a:ahLst/>
                <a:cxnLst/>
                <a:rect l="l" t="t" r="r" b="b"/>
                <a:pathLst>
                  <a:path w="237538" h="143701" extrusionOk="0">
                    <a:moveTo>
                      <a:pt x="197338" y="94974"/>
                    </a:moveTo>
                    <a:cubicBezTo>
                      <a:pt x="154595" y="54531"/>
                      <a:pt x="102610" y="25136"/>
                      <a:pt x="45907" y="9346"/>
                    </a:cubicBezTo>
                    <a:cubicBezTo>
                      <a:pt x="31058" y="5266"/>
                      <a:pt x="15961" y="2152"/>
                      <a:pt x="710" y="21"/>
                    </a:cubicBezTo>
                    <a:cubicBezTo>
                      <a:pt x="197" y="-53"/>
                      <a:pt x="-42" y="712"/>
                      <a:pt x="490" y="818"/>
                    </a:cubicBezTo>
                    <a:cubicBezTo>
                      <a:pt x="55011" y="11706"/>
                      <a:pt x="106361" y="34775"/>
                      <a:pt x="150700" y="68298"/>
                    </a:cubicBezTo>
                    <a:cubicBezTo>
                      <a:pt x="179116" y="89229"/>
                      <a:pt x="203874" y="114713"/>
                      <a:pt x="223968" y="143717"/>
                    </a:cubicBezTo>
                    <a:cubicBezTo>
                      <a:pt x="228527" y="142888"/>
                      <a:pt x="233125" y="142282"/>
                      <a:pt x="237728" y="141675"/>
                    </a:cubicBezTo>
                    <a:cubicBezTo>
                      <a:pt x="225892" y="124774"/>
                      <a:pt x="212359" y="109125"/>
                      <a:pt x="197338" y="949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27"/>
              <p:cNvSpPr/>
              <p:nvPr/>
            </p:nvSpPr>
            <p:spPr>
              <a:xfrm>
                <a:off x="4819908" y="3091397"/>
                <a:ext cx="24675" cy="19148"/>
              </a:xfrm>
              <a:custGeom>
                <a:avLst/>
                <a:gdLst/>
                <a:ahLst/>
                <a:cxnLst/>
                <a:rect l="l" t="t" r="r" b="b"/>
                <a:pathLst>
                  <a:path w="24675" h="19148" extrusionOk="0">
                    <a:moveTo>
                      <a:pt x="190" y="2058"/>
                    </a:moveTo>
                    <a:cubicBezTo>
                      <a:pt x="3893" y="7620"/>
                      <a:pt x="7353" y="13322"/>
                      <a:pt x="10518" y="19165"/>
                    </a:cubicBezTo>
                    <a:cubicBezTo>
                      <a:pt x="15280" y="18403"/>
                      <a:pt x="20066" y="17827"/>
                      <a:pt x="24866" y="17321"/>
                    </a:cubicBezTo>
                    <a:cubicBezTo>
                      <a:pt x="21489" y="11406"/>
                      <a:pt x="17851" y="5638"/>
                      <a:pt x="13949" y="16"/>
                    </a:cubicBezTo>
                    <a:cubicBezTo>
                      <a:pt x="9347" y="622"/>
                      <a:pt x="4749" y="1228"/>
                      <a:pt x="190" y="20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27"/>
              <p:cNvSpPr/>
              <p:nvPr/>
            </p:nvSpPr>
            <p:spPr>
              <a:xfrm>
                <a:off x="4833667" y="3088877"/>
                <a:ext cx="470467" cy="594161"/>
              </a:xfrm>
              <a:custGeom>
                <a:avLst/>
                <a:gdLst/>
                <a:ahLst/>
                <a:cxnLst/>
                <a:rect l="l" t="t" r="r" b="b"/>
                <a:pathLst>
                  <a:path w="470467" h="594161" extrusionOk="0">
                    <a:moveTo>
                      <a:pt x="459912" y="405405"/>
                    </a:moveTo>
                    <a:cubicBezTo>
                      <a:pt x="449660" y="343512"/>
                      <a:pt x="429444" y="283687"/>
                      <a:pt x="400051" y="228252"/>
                    </a:cubicBezTo>
                    <a:cubicBezTo>
                      <a:pt x="344651" y="125852"/>
                      <a:pt x="249751" y="44606"/>
                      <a:pt x="136694" y="13231"/>
                    </a:cubicBezTo>
                    <a:cubicBezTo>
                      <a:pt x="92359" y="623"/>
                      <a:pt x="45950" y="-3013"/>
                      <a:pt x="190" y="2535"/>
                    </a:cubicBezTo>
                    <a:cubicBezTo>
                      <a:pt x="4081" y="8154"/>
                      <a:pt x="7720" y="13922"/>
                      <a:pt x="11106" y="19841"/>
                    </a:cubicBezTo>
                    <a:cubicBezTo>
                      <a:pt x="52813" y="15851"/>
                      <a:pt x="94898" y="19867"/>
                      <a:pt x="135095" y="31672"/>
                    </a:cubicBezTo>
                    <a:cubicBezTo>
                      <a:pt x="236861" y="60781"/>
                      <a:pt x="323065" y="132429"/>
                      <a:pt x="377134" y="222511"/>
                    </a:cubicBezTo>
                    <a:cubicBezTo>
                      <a:pt x="409245" y="276898"/>
                      <a:pt x="431660" y="336445"/>
                      <a:pt x="443379" y="398498"/>
                    </a:cubicBezTo>
                    <a:cubicBezTo>
                      <a:pt x="455708" y="461610"/>
                      <a:pt x="455594" y="524359"/>
                      <a:pt x="454908" y="588326"/>
                    </a:cubicBezTo>
                    <a:cubicBezTo>
                      <a:pt x="454838" y="594811"/>
                      <a:pt x="465675" y="596694"/>
                      <a:pt x="466593" y="589907"/>
                    </a:cubicBezTo>
                    <a:cubicBezTo>
                      <a:pt x="473718" y="528423"/>
                      <a:pt x="471465" y="466214"/>
                      <a:pt x="459912" y="405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27"/>
              <p:cNvSpPr/>
              <p:nvPr/>
            </p:nvSpPr>
            <p:spPr>
              <a:xfrm>
                <a:off x="4694110" y="3093440"/>
                <a:ext cx="173312" cy="199903"/>
              </a:xfrm>
              <a:custGeom>
                <a:avLst/>
                <a:gdLst/>
                <a:ahLst/>
                <a:cxnLst/>
                <a:rect l="l" t="t" r="r" b="b"/>
                <a:pathLst>
                  <a:path w="173312" h="199903" extrusionOk="0">
                    <a:moveTo>
                      <a:pt x="152105" y="55905"/>
                    </a:moveTo>
                    <a:cubicBezTo>
                      <a:pt x="160230" y="81289"/>
                      <a:pt x="158467" y="108803"/>
                      <a:pt x="147167" y="132945"/>
                    </a:cubicBezTo>
                    <a:cubicBezTo>
                      <a:pt x="136840" y="151872"/>
                      <a:pt x="120242" y="166618"/>
                      <a:pt x="100223" y="174653"/>
                    </a:cubicBezTo>
                    <a:cubicBezTo>
                      <a:pt x="82524" y="182568"/>
                      <a:pt x="62083" y="181417"/>
                      <a:pt x="45386" y="171564"/>
                    </a:cubicBezTo>
                    <a:cubicBezTo>
                      <a:pt x="27417" y="158381"/>
                      <a:pt x="17754" y="136693"/>
                      <a:pt x="19973" y="114528"/>
                    </a:cubicBezTo>
                    <a:cubicBezTo>
                      <a:pt x="22490" y="60340"/>
                      <a:pt x="73235" y="30543"/>
                      <a:pt x="120978" y="19932"/>
                    </a:cubicBezTo>
                    <a:cubicBezTo>
                      <a:pt x="126054" y="18804"/>
                      <a:pt x="131182" y="17944"/>
                      <a:pt x="136316" y="17122"/>
                    </a:cubicBezTo>
                    <a:cubicBezTo>
                      <a:pt x="133151" y="11279"/>
                      <a:pt x="129690" y="5578"/>
                      <a:pt x="125987" y="16"/>
                    </a:cubicBezTo>
                    <a:cubicBezTo>
                      <a:pt x="119818" y="1139"/>
                      <a:pt x="113674" y="2388"/>
                      <a:pt x="107608" y="3935"/>
                    </a:cubicBezTo>
                    <a:cubicBezTo>
                      <a:pt x="55026" y="17346"/>
                      <a:pt x="6121" y="52693"/>
                      <a:pt x="606" y="110197"/>
                    </a:cubicBezTo>
                    <a:cubicBezTo>
                      <a:pt x="-3992" y="158144"/>
                      <a:pt x="29942" y="204372"/>
                      <a:pt x="81074" y="199575"/>
                    </a:cubicBezTo>
                    <a:cubicBezTo>
                      <a:pt x="130162" y="194158"/>
                      <a:pt x="168665" y="154983"/>
                      <a:pt x="173201" y="105838"/>
                    </a:cubicBezTo>
                    <a:cubicBezTo>
                      <a:pt x="175188" y="74054"/>
                      <a:pt x="167317" y="42430"/>
                      <a:pt x="150663" y="15278"/>
                    </a:cubicBezTo>
                    <a:cubicBezTo>
                      <a:pt x="145864" y="15785"/>
                      <a:pt x="141078" y="16361"/>
                      <a:pt x="136316" y="17122"/>
                    </a:cubicBezTo>
                    <a:cubicBezTo>
                      <a:pt x="143039" y="29407"/>
                      <a:pt x="148337" y="42418"/>
                      <a:pt x="152105" y="559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70" name="Google Shape;1670;p27"/>
            <p:cNvSpPr/>
            <p:nvPr/>
          </p:nvSpPr>
          <p:spPr>
            <a:xfrm rot="719078">
              <a:off x="5566067" y="2609001"/>
              <a:ext cx="968337" cy="1075909"/>
            </a:xfrm>
            <a:custGeom>
              <a:avLst/>
              <a:gdLst/>
              <a:ahLst/>
              <a:cxnLst/>
              <a:rect l="l" t="t" r="r" b="b"/>
              <a:pathLst>
                <a:path w="969034" h="1076683" extrusionOk="0">
                  <a:moveTo>
                    <a:pt x="967473" y="45195"/>
                  </a:moveTo>
                  <a:cubicBezTo>
                    <a:pt x="898847" y="3681"/>
                    <a:pt x="812970" y="-8180"/>
                    <a:pt x="734583" y="5338"/>
                  </a:cubicBezTo>
                  <a:cubicBezTo>
                    <a:pt x="659479" y="18886"/>
                    <a:pt x="591022" y="57026"/>
                    <a:pt x="540003" y="113746"/>
                  </a:cubicBezTo>
                  <a:cubicBezTo>
                    <a:pt x="500358" y="157133"/>
                    <a:pt x="472242" y="209768"/>
                    <a:pt x="458231" y="266829"/>
                  </a:cubicBezTo>
                  <a:cubicBezTo>
                    <a:pt x="392738" y="295872"/>
                    <a:pt x="347025" y="356890"/>
                    <a:pt x="319715" y="421610"/>
                  </a:cubicBezTo>
                  <a:cubicBezTo>
                    <a:pt x="290553" y="490723"/>
                    <a:pt x="279024" y="565634"/>
                    <a:pt x="265360" y="638910"/>
                  </a:cubicBezTo>
                  <a:cubicBezTo>
                    <a:pt x="251337" y="714107"/>
                    <a:pt x="234342" y="788485"/>
                    <a:pt x="198265" y="856591"/>
                  </a:cubicBezTo>
                  <a:cubicBezTo>
                    <a:pt x="161694" y="925459"/>
                    <a:pt x="111160" y="985954"/>
                    <a:pt x="49888" y="1034217"/>
                  </a:cubicBezTo>
                  <a:cubicBezTo>
                    <a:pt x="34535" y="1046277"/>
                    <a:pt x="18584" y="1057644"/>
                    <a:pt x="2287" y="1068394"/>
                  </a:cubicBezTo>
                  <a:cubicBezTo>
                    <a:pt x="185" y="1069723"/>
                    <a:pt x="-442" y="1072503"/>
                    <a:pt x="888" y="1074604"/>
                  </a:cubicBezTo>
                  <a:cubicBezTo>
                    <a:pt x="2152" y="1076602"/>
                    <a:pt x="4748" y="1077282"/>
                    <a:pt x="6830" y="1076161"/>
                  </a:cubicBezTo>
                  <a:cubicBezTo>
                    <a:pt x="129600" y="1007765"/>
                    <a:pt x="217826" y="885884"/>
                    <a:pt x="255840" y="751887"/>
                  </a:cubicBezTo>
                  <a:cubicBezTo>
                    <a:pt x="292577" y="622389"/>
                    <a:pt x="290827" y="472971"/>
                    <a:pt x="373215" y="360483"/>
                  </a:cubicBezTo>
                  <a:cubicBezTo>
                    <a:pt x="394518" y="330900"/>
                    <a:pt x="422116" y="306401"/>
                    <a:pt x="454024" y="288747"/>
                  </a:cubicBezTo>
                  <a:cubicBezTo>
                    <a:pt x="452775" y="297076"/>
                    <a:pt x="451855" y="305445"/>
                    <a:pt x="451395" y="313847"/>
                  </a:cubicBezTo>
                  <a:cubicBezTo>
                    <a:pt x="449268" y="352608"/>
                    <a:pt x="457623" y="393241"/>
                    <a:pt x="483033" y="423582"/>
                  </a:cubicBezTo>
                  <a:cubicBezTo>
                    <a:pt x="504759" y="450326"/>
                    <a:pt x="537524" y="465681"/>
                    <a:pt x="571993" y="465272"/>
                  </a:cubicBezTo>
                  <a:cubicBezTo>
                    <a:pt x="639022" y="461794"/>
                    <a:pt x="674536" y="383894"/>
                    <a:pt x="649515" y="325944"/>
                  </a:cubicBezTo>
                  <a:cubicBezTo>
                    <a:pt x="621438" y="260919"/>
                    <a:pt x="542187" y="240054"/>
                    <a:pt x="478605" y="259167"/>
                  </a:cubicBezTo>
                  <a:cubicBezTo>
                    <a:pt x="488688" y="225095"/>
                    <a:pt x="503991" y="192790"/>
                    <a:pt x="523968" y="163399"/>
                  </a:cubicBezTo>
                  <a:cubicBezTo>
                    <a:pt x="562833" y="105227"/>
                    <a:pt x="618755" y="60494"/>
                    <a:pt x="684065" y="35336"/>
                  </a:cubicBezTo>
                  <a:cubicBezTo>
                    <a:pt x="756286" y="8648"/>
                    <a:pt x="835318" y="6607"/>
                    <a:pt x="908823" y="29533"/>
                  </a:cubicBezTo>
                  <a:cubicBezTo>
                    <a:pt x="927611" y="35612"/>
                    <a:pt x="945953" y="42993"/>
                    <a:pt x="963713" y="51624"/>
                  </a:cubicBezTo>
                  <a:cubicBezTo>
                    <a:pt x="965521" y="52608"/>
                    <a:pt x="967785" y="51941"/>
                    <a:pt x="968769" y="50135"/>
                  </a:cubicBezTo>
                  <a:cubicBezTo>
                    <a:pt x="969712" y="48404"/>
                    <a:pt x="969144" y="46240"/>
                    <a:pt x="967472" y="45195"/>
                  </a:cubicBezTo>
                  <a:close/>
                  <a:moveTo>
                    <a:pt x="558332" y="273811"/>
                  </a:moveTo>
                  <a:cubicBezTo>
                    <a:pt x="591256" y="281299"/>
                    <a:pt x="618885" y="303541"/>
                    <a:pt x="633216" y="334094"/>
                  </a:cubicBezTo>
                  <a:cubicBezTo>
                    <a:pt x="643869" y="361427"/>
                    <a:pt x="640451" y="392241"/>
                    <a:pt x="624068" y="416580"/>
                  </a:cubicBezTo>
                  <a:cubicBezTo>
                    <a:pt x="606172" y="442719"/>
                    <a:pt x="572885" y="453507"/>
                    <a:pt x="543043" y="442840"/>
                  </a:cubicBezTo>
                  <a:cubicBezTo>
                    <a:pt x="509671" y="431176"/>
                    <a:pt x="484308" y="403663"/>
                    <a:pt x="475408" y="369471"/>
                  </a:cubicBezTo>
                  <a:cubicBezTo>
                    <a:pt x="467680" y="340191"/>
                    <a:pt x="467057" y="309492"/>
                    <a:pt x="473589" y="279924"/>
                  </a:cubicBezTo>
                  <a:cubicBezTo>
                    <a:pt x="500467" y="268932"/>
                    <a:pt x="530152" y="266791"/>
                    <a:pt x="558332" y="2738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71" name="Google Shape;1671;p27"/>
            <p:cNvGrpSpPr/>
            <p:nvPr/>
          </p:nvGrpSpPr>
          <p:grpSpPr>
            <a:xfrm rot="521790">
              <a:off x="6222631" y="3600301"/>
              <a:ext cx="923996" cy="450554"/>
              <a:chOff x="7022209" y="2999733"/>
              <a:chExt cx="923999" cy="450555"/>
            </a:xfrm>
          </p:grpSpPr>
          <p:sp>
            <p:nvSpPr>
              <p:cNvPr id="1672" name="Google Shape;1672;p27"/>
              <p:cNvSpPr/>
              <p:nvPr/>
            </p:nvSpPr>
            <p:spPr>
              <a:xfrm>
                <a:off x="7695184" y="2999733"/>
                <a:ext cx="251024" cy="197880"/>
              </a:xfrm>
              <a:custGeom>
                <a:avLst/>
                <a:gdLst/>
                <a:ahLst/>
                <a:cxnLst/>
                <a:rect l="l" t="t" r="r" b="b"/>
                <a:pathLst>
                  <a:path w="251024" h="197880" extrusionOk="0">
                    <a:moveTo>
                      <a:pt x="211112" y="2802"/>
                    </a:moveTo>
                    <a:cubicBezTo>
                      <a:pt x="162993" y="-11603"/>
                      <a:pt x="106810" y="32129"/>
                      <a:pt x="106498" y="81554"/>
                    </a:cubicBezTo>
                    <a:cubicBezTo>
                      <a:pt x="106537" y="82872"/>
                      <a:pt x="107638" y="83910"/>
                      <a:pt x="108958" y="83871"/>
                    </a:cubicBezTo>
                    <a:cubicBezTo>
                      <a:pt x="109981" y="83841"/>
                      <a:pt x="110871" y="83163"/>
                      <a:pt x="111172" y="82186"/>
                    </a:cubicBezTo>
                    <a:cubicBezTo>
                      <a:pt x="120038" y="44970"/>
                      <a:pt x="150231" y="12919"/>
                      <a:pt x="190511" y="12269"/>
                    </a:cubicBezTo>
                    <a:cubicBezTo>
                      <a:pt x="242199" y="11435"/>
                      <a:pt x="245969" y="76098"/>
                      <a:pt x="230393" y="112037"/>
                    </a:cubicBezTo>
                    <a:cubicBezTo>
                      <a:pt x="213773" y="150386"/>
                      <a:pt x="176424" y="173467"/>
                      <a:pt x="136571" y="181599"/>
                    </a:cubicBezTo>
                    <a:cubicBezTo>
                      <a:pt x="97690" y="189533"/>
                      <a:pt x="42929" y="186655"/>
                      <a:pt x="20749" y="148094"/>
                    </a:cubicBezTo>
                    <a:cubicBezTo>
                      <a:pt x="8172" y="128507"/>
                      <a:pt x="11500" y="102720"/>
                      <a:pt x="28638" y="86963"/>
                    </a:cubicBezTo>
                    <a:cubicBezTo>
                      <a:pt x="49172" y="68524"/>
                      <a:pt x="77139" y="69925"/>
                      <a:pt x="102827" y="70705"/>
                    </a:cubicBezTo>
                    <a:cubicBezTo>
                      <a:pt x="104936" y="70643"/>
                      <a:pt x="106595" y="68885"/>
                      <a:pt x="106533" y="66778"/>
                    </a:cubicBezTo>
                    <a:cubicBezTo>
                      <a:pt x="106485" y="65144"/>
                      <a:pt x="105402" y="63722"/>
                      <a:pt x="103838" y="63241"/>
                    </a:cubicBezTo>
                    <a:cubicBezTo>
                      <a:pt x="60134" y="52790"/>
                      <a:pt x="-5358" y="71633"/>
                      <a:pt x="565" y="127550"/>
                    </a:cubicBezTo>
                    <a:cubicBezTo>
                      <a:pt x="6384" y="182475"/>
                      <a:pt x="66940" y="200585"/>
                      <a:pt x="114005" y="197581"/>
                    </a:cubicBezTo>
                    <a:cubicBezTo>
                      <a:pt x="163852" y="194399"/>
                      <a:pt x="215391" y="170817"/>
                      <a:pt x="238750" y="124564"/>
                    </a:cubicBezTo>
                    <a:cubicBezTo>
                      <a:pt x="257246" y="87938"/>
                      <a:pt x="260420" y="17562"/>
                      <a:pt x="211112" y="28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27"/>
              <p:cNvSpPr/>
              <p:nvPr/>
            </p:nvSpPr>
            <p:spPr>
              <a:xfrm>
                <a:off x="7022209" y="3132786"/>
                <a:ext cx="569635" cy="317502"/>
              </a:xfrm>
              <a:custGeom>
                <a:avLst/>
                <a:gdLst/>
                <a:ahLst/>
                <a:cxnLst/>
                <a:rect l="l" t="t" r="r" b="b"/>
                <a:pathLst>
                  <a:path w="569635" h="317502" extrusionOk="0">
                    <a:moveTo>
                      <a:pt x="568625" y="26886"/>
                    </a:moveTo>
                    <a:cubicBezTo>
                      <a:pt x="542891" y="14552"/>
                      <a:pt x="515492" y="6041"/>
                      <a:pt x="487295" y="1622"/>
                    </a:cubicBezTo>
                    <a:cubicBezTo>
                      <a:pt x="460139" y="-2096"/>
                      <a:pt x="432487" y="661"/>
                      <a:pt x="406601" y="9667"/>
                    </a:cubicBezTo>
                    <a:cubicBezTo>
                      <a:pt x="360527" y="25249"/>
                      <a:pt x="326401" y="64392"/>
                      <a:pt x="317267" y="112135"/>
                    </a:cubicBezTo>
                    <a:cubicBezTo>
                      <a:pt x="311920" y="139080"/>
                      <a:pt x="311430" y="168027"/>
                      <a:pt x="299504" y="193252"/>
                    </a:cubicBezTo>
                    <a:cubicBezTo>
                      <a:pt x="289532" y="213515"/>
                      <a:pt x="272997" y="229812"/>
                      <a:pt x="252585" y="239496"/>
                    </a:cubicBezTo>
                    <a:cubicBezTo>
                      <a:pt x="211259" y="260248"/>
                      <a:pt x="162934" y="260861"/>
                      <a:pt x="117748" y="260374"/>
                    </a:cubicBezTo>
                    <a:cubicBezTo>
                      <a:pt x="75897" y="259922"/>
                      <a:pt x="15564" y="264692"/>
                      <a:pt x="323" y="311799"/>
                    </a:cubicBezTo>
                    <a:cubicBezTo>
                      <a:pt x="-283" y="314278"/>
                      <a:pt x="1236" y="316779"/>
                      <a:pt x="3717" y="317386"/>
                    </a:cubicBezTo>
                    <a:cubicBezTo>
                      <a:pt x="5656" y="317860"/>
                      <a:pt x="7681" y="317036"/>
                      <a:pt x="8738" y="315344"/>
                    </a:cubicBezTo>
                    <a:cubicBezTo>
                      <a:pt x="30715" y="276301"/>
                      <a:pt x="80963" y="274706"/>
                      <a:pt x="120567" y="275165"/>
                    </a:cubicBezTo>
                    <a:cubicBezTo>
                      <a:pt x="163195" y="275659"/>
                      <a:pt x="207916" y="274066"/>
                      <a:pt x="247787" y="257351"/>
                    </a:cubicBezTo>
                    <a:cubicBezTo>
                      <a:pt x="287311" y="241578"/>
                      <a:pt x="315650" y="206233"/>
                      <a:pt x="322435" y="164247"/>
                    </a:cubicBezTo>
                    <a:cubicBezTo>
                      <a:pt x="327372" y="138588"/>
                      <a:pt x="328155" y="111638"/>
                      <a:pt x="338300" y="87234"/>
                    </a:cubicBezTo>
                    <a:cubicBezTo>
                      <a:pt x="348052" y="64992"/>
                      <a:pt x="364574" y="46389"/>
                      <a:pt x="385515" y="34069"/>
                    </a:cubicBezTo>
                    <a:cubicBezTo>
                      <a:pt x="439304" y="1214"/>
                      <a:pt x="510387" y="8778"/>
                      <a:pt x="566752" y="31328"/>
                    </a:cubicBezTo>
                    <a:cubicBezTo>
                      <a:pt x="569286" y="32341"/>
                      <a:pt x="571152" y="27981"/>
                      <a:pt x="568625" y="26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74" name="Google Shape;1674;p27"/>
            <p:cNvSpPr/>
            <p:nvPr/>
          </p:nvSpPr>
          <p:spPr>
            <a:xfrm>
              <a:off x="5406039" y="4187603"/>
              <a:ext cx="230955" cy="288534"/>
            </a:xfrm>
            <a:custGeom>
              <a:avLst/>
              <a:gdLst/>
              <a:ahLst/>
              <a:cxnLst/>
              <a:rect l="l" t="t" r="r" b="b"/>
              <a:pathLst>
                <a:path w="230955" h="288534" extrusionOk="0">
                  <a:moveTo>
                    <a:pt x="190" y="7995"/>
                  </a:moveTo>
                  <a:cubicBezTo>
                    <a:pt x="57926" y="2307"/>
                    <a:pt x="115921" y="-344"/>
                    <a:pt x="173936" y="55"/>
                  </a:cubicBezTo>
                  <a:lnTo>
                    <a:pt x="173936" y="4289"/>
                  </a:lnTo>
                  <a:cubicBezTo>
                    <a:pt x="206214" y="82211"/>
                    <a:pt x="225538" y="164878"/>
                    <a:pt x="231145" y="249025"/>
                  </a:cubicBezTo>
                  <a:cubicBezTo>
                    <a:pt x="205278" y="219293"/>
                    <a:pt x="179469" y="189532"/>
                    <a:pt x="153719" y="159742"/>
                  </a:cubicBezTo>
                  <a:cubicBezTo>
                    <a:pt x="151688" y="157360"/>
                    <a:pt x="148863" y="154801"/>
                    <a:pt x="145861" y="155595"/>
                  </a:cubicBezTo>
                  <a:cubicBezTo>
                    <a:pt x="143909" y="156355"/>
                    <a:pt x="142327" y="157842"/>
                    <a:pt x="141447" y="159742"/>
                  </a:cubicBezTo>
                  <a:cubicBezTo>
                    <a:pt x="113902" y="202707"/>
                    <a:pt x="86415" y="245643"/>
                    <a:pt x="58988" y="288550"/>
                  </a:cubicBezTo>
                  <a:cubicBezTo>
                    <a:pt x="53603" y="251584"/>
                    <a:pt x="48247" y="214559"/>
                    <a:pt x="42920" y="177475"/>
                  </a:cubicBezTo>
                  <a:cubicBezTo>
                    <a:pt x="34533" y="119599"/>
                    <a:pt x="25881" y="60577"/>
                    <a:pt x="190" y="7995"/>
                  </a:cubicBezTo>
                  <a:close/>
                </a:path>
              </a:pathLst>
            </a:custGeom>
            <a:solidFill>
              <a:srgbClr val="9DCC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27"/>
            <p:cNvSpPr/>
            <p:nvPr/>
          </p:nvSpPr>
          <p:spPr>
            <a:xfrm>
              <a:off x="2611887" y="4059145"/>
              <a:ext cx="1807648" cy="751540"/>
            </a:xfrm>
            <a:custGeom>
              <a:avLst/>
              <a:gdLst/>
              <a:ahLst/>
              <a:cxnLst/>
              <a:rect l="l" t="t" r="r" b="b"/>
              <a:pathLst>
                <a:path w="1807648" h="751540" extrusionOk="0">
                  <a:moveTo>
                    <a:pt x="32591" y="277172"/>
                  </a:moveTo>
                  <a:cubicBezTo>
                    <a:pt x="21643" y="295875"/>
                    <a:pt x="42832" y="258027"/>
                    <a:pt x="32591" y="277172"/>
                  </a:cubicBezTo>
                  <a:cubicBezTo>
                    <a:pt x="41861" y="217973"/>
                    <a:pt x="51808" y="158862"/>
                    <a:pt x="62431" y="99840"/>
                  </a:cubicBezTo>
                  <a:cubicBezTo>
                    <a:pt x="63459" y="88479"/>
                    <a:pt x="67581" y="77616"/>
                    <a:pt x="74350" y="68432"/>
                  </a:cubicBezTo>
                  <a:cubicBezTo>
                    <a:pt x="81516" y="61758"/>
                    <a:pt x="90172" y="56888"/>
                    <a:pt x="99599" y="54228"/>
                  </a:cubicBezTo>
                  <a:cubicBezTo>
                    <a:pt x="371608" y="-43173"/>
                    <a:pt x="672838" y="6939"/>
                    <a:pt x="953057" y="77430"/>
                  </a:cubicBezTo>
                  <a:cubicBezTo>
                    <a:pt x="1131747" y="122337"/>
                    <a:pt x="1310879" y="176242"/>
                    <a:pt x="1467409" y="273378"/>
                  </a:cubicBezTo>
                  <a:cubicBezTo>
                    <a:pt x="1623851" y="370513"/>
                    <a:pt x="1757251" y="516261"/>
                    <a:pt x="1805278" y="693946"/>
                  </a:cubicBezTo>
                  <a:lnTo>
                    <a:pt x="1807839" y="693946"/>
                  </a:lnTo>
                  <a:lnTo>
                    <a:pt x="1807839" y="699504"/>
                  </a:lnTo>
                  <a:lnTo>
                    <a:pt x="1806868" y="709562"/>
                  </a:lnTo>
                  <a:cubicBezTo>
                    <a:pt x="1803027" y="709133"/>
                    <a:pt x="1799166" y="708928"/>
                    <a:pt x="1795302" y="708944"/>
                  </a:cubicBezTo>
                  <a:cubicBezTo>
                    <a:pt x="1760029" y="709026"/>
                    <a:pt x="1726578" y="724611"/>
                    <a:pt x="1703838" y="751556"/>
                  </a:cubicBezTo>
                  <a:cubicBezTo>
                    <a:pt x="1613963" y="675507"/>
                    <a:pt x="1502547" y="630071"/>
                    <a:pt x="1391042" y="592223"/>
                  </a:cubicBezTo>
                  <a:cubicBezTo>
                    <a:pt x="945199" y="441005"/>
                    <a:pt x="457245" y="394775"/>
                    <a:pt x="190" y="507791"/>
                  </a:cubicBezTo>
                  <a:lnTo>
                    <a:pt x="190" y="507615"/>
                  </a:lnTo>
                  <a:cubicBezTo>
                    <a:pt x="7782" y="447093"/>
                    <a:pt x="16081" y="386658"/>
                    <a:pt x="25086" y="326313"/>
                  </a:cubicBezTo>
                  <a:cubicBezTo>
                    <a:pt x="37446" y="290758"/>
                    <a:pt x="18818" y="312197"/>
                    <a:pt x="32591" y="2771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27"/>
            <p:cNvSpPr/>
            <p:nvPr/>
          </p:nvSpPr>
          <p:spPr>
            <a:xfrm>
              <a:off x="2931392" y="3700414"/>
              <a:ext cx="1479667" cy="984639"/>
            </a:xfrm>
            <a:custGeom>
              <a:avLst/>
              <a:gdLst/>
              <a:ahLst/>
              <a:cxnLst/>
              <a:rect l="l" t="t" r="r" b="b"/>
              <a:pathLst>
                <a:path w="1479667" h="984639" extrusionOk="0">
                  <a:moveTo>
                    <a:pt x="1479858" y="983509"/>
                  </a:moveTo>
                  <a:lnTo>
                    <a:pt x="1475708" y="984655"/>
                  </a:lnTo>
                  <a:cubicBezTo>
                    <a:pt x="1436280" y="850034"/>
                    <a:pt x="1361754" y="728303"/>
                    <a:pt x="1259761" y="631932"/>
                  </a:cubicBezTo>
                  <a:cubicBezTo>
                    <a:pt x="1215576" y="591762"/>
                    <a:pt x="1168961" y="554343"/>
                    <a:pt x="1120182" y="519887"/>
                  </a:cubicBezTo>
                  <a:cubicBezTo>
                    <a:pt x="1077981" y="489008"/>
                    <a:pt x="1035604" y="458394"/>
                    <a:pt x="992256" y="429191"/>
                  </a:cubicBezTo>
                  <a:cubicBezTo>
                    <a:pt x="693275" y="227727"/>
                    <a:pt x="355295" y="91239"/>
                    <a:pt x="190" y="28562"/>
                  </a:cubicBezTo>
                  <a:lnTo>
                    <a:pt x="278" y="28298"/>
                  </a:lnTo>
                  <a:cubicBezTo>
                    <a:pt x="112313" y="-7522"/>
                    <a:pt x="233794" y="-6904"/>
                    <a:pt x="349006" y="16652"/>
                  </a:cubicBezTo>
                  <a:cubicBezTo>
                    <a:pt x="464219" y="40120"/>
                    <a:pt x="573782" y="85820"/>
                    <a:pt x="678753" y="138843"/>
                  </a:cubicBezTo>
                  <a:cubicBezTo>
                    <a:pt x="845469" y="222977"/>
                    <a:pt x="1002040" y="325836"/>
                    <a:pt x="1145431" y="445425"/>
                  </a:cubicBezTo>
                  <a:cubicBezTo>
                    <a:pt x="1228950" y="515123"/>
                    <a:pt x="1308495" y="591084"/>
                    <a:pt x="1370118" y="680721"/>
                  </a:cubicBezTo>
                  <a:cubicBezTo>
                    <a:pt x="1431653" y="770357"/>
                    <a:pt x="1474825" y="874904"/>
                    <a:pt x="1479858" y="98350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27"/>
            <p:cNvSpPr/>
            <p:nvPr/>
          </p:nvSpPr>
          <p:spPr>
            <a:xfrm>
              <a:off x="4418653" y="3734391"/>
              <a:ext cx="1442852" cy="938752"/>
            </a:xfrm>
            <a:custGeom>
              <a:avLst/>
              <a:gdLst/>
              <a:ahLst/>
              <a:cxnLst/>
              <a:rect l="l" t="t" r="r" b="b"/>
              <a:pathLst>
                <a:path w="1442852" h="938752" extrusionOk="0">
                  <a:moveTo>
                    <a:pt x="356069" y="500203"/>
                  </a:moveTo>
                  <a:cubicBezTo>
                    <a:pt x="204041" y="616130"/>
                    <a:pt x="55722" y="757290"/>
                    <a:pt x="1602" y="938768"/>
                  </a:cubicBezTo>
                  <a:lnTo>
                    <a:pt x="190" y="938327"/>
                  </a:lnTo>
                  <a:cubicBezTo>
                    <a:pt x="455" y="839603"/>
                    <a:pt x="39124" y="743791"/>
                    <a:pt x="95185" y="662624"/>
                  </a:cubicBezTo>
                  <a:cubicBezTo>
                    <a:pt x="151335" y="581458"/>
                    <a:pt x="224259" y="513348"/>
                    <a:pt x="299743" y="449738"/>
                  </a:cubicBezTo>
                  <a:cubicBezTo>
                    <a:pt x="561245" y="229087"/>
                    <a:pt x="870422" y="49285"/>
                    <a:pt x="1209969" y="6849"/>
                  </a:cubicBezTo>
                  <a:cubicBezTo>
                    <a:pt x="1287836" y="-2944"/>
                    <a:pt x="1368883" y="-5062"/>
                    <a:pt x="1443042" y="19994"/>
                  </a:cubicBezTo>
                  <a:lnTo>
                    <a:pt x="1440305" y="28287"/>
                  </a:lnTo>
                  <a:cubicBezTo>
                    <a:pt x="1044256" y="76105"/>
                    <a:pt x="673192" y="258466"/>
                    <a:pt x="356069" y="5002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27"/>
            <p:cNvSpPr/>
            <p:nvPr/>
          </p:nvSpPr>
          <p:spPr>
            <a:xfrm>
              <a:off x="4418564" y="4075673"/>
              <a:ext cx="1795906" cy="735894"/>
            </a:xfrm>
            <a:custGeom>
              <a:avLst/>
              <a:gdLst/>
              <a:ahLst/>
              <a:cxnLst/>
              <a:rect l="l" t="t" r="r" b="b"/>
              <a:pathLst>
                <a:path w="1795906" h="735894" extrusionOk="0">
                  <a:moveTo>
                    <a:pt x="43715" y="706444"/>
                  </a:moveTo>
                  <a:cubicBezTo>
                    <a:pt x="30211" y="699202"/>
                    <a:pt x="15430" y="694647"/>
                    <a:pt x="190" y="693034"/>
                  </a:cubicBezTo>
                  <a:lnTo>
                    <a:pt x="1161" y="682976"/>
                  </a:lnTo>
                  <a:lnTo>
                    <a:pt x="1161" y="677418"/>
                  </a:lnTo>
                  <a:cubicBezTo>
                    <a:pt x="599" y="629464"/>
                    <a:pt x="11495" y="582069"/>
                    <a:pt x="32944" y="539169"/>
                  </a:cubicBezTo>
                  <a:cubicBezTo>
                    <a:pt x="52808" y="501586"/>
                    <a:pt x="82384" y="470001"/>
                    <a:pt x="112842" y="440269"/>
                  </a:cubicBezTo>
                  <a:cubicBezTo>
                    <a:pt x="316252" y="241763"/>
                    <a:pt x="577666" y="105368"/>
                    <a:pt x="854883" y="42199"/>
                  </a:cubicBezTo>
                  <a:cubicBezTo>
                    <a:pt x="1132100" y="-20882"/>
                    <a:pt x="1424326" y="-11619"/>
                    <a:pt x="1699600" y="59314"/>
                  </a:cubicBezTo>
                  <a:lnTo>
                    <a:pt x="1703132" y="64078"/>
                  </a:lnTo>
                  <a:cubicBezTo>
                    <a:pt x="1715640" y="103011"/>
                    <a:pt x="1724767" y="142948"/>
                    <a:pt x="1730412" y="183447"/>
                  </a:cubicBezTo>
                  <a:cubicBezTo>
                    <a:pt x="1734032" y="207003"/>
                    <a:pt x="1736945" y="230735"/>
                    <a:pt x="1739771" y="254468"/>
                  </a:cubicBezTo>
                  <a:cubicBezTo>
                    <a:pt x="1750277" y="341369"/>
                    <a:pt x="1759635" y="428271"/>
                    <a:pt x="1796097" y="507055"/>
                  </a:cubicBezTo>
                  <a:lnTo>
                    <a:pt x="1786385" y="511643"/>
                  </a:lnTo>
                  <a:cubicBezTo>
                    <a:pt x="1628046" y="483042"/>
                    <a:pt x="1468190" y="463570"/>
                    <a:pt x="1307612" y="453327"/>
                  </a:cubicBezTo>
                  <a:cubicBezTo>
                    <a:pt x="1249785" y="449709"/>
                    <a:pt x="1191870" y="447151"/>
                    <a:pt x="1133866" y="447151"/>
                  </a:cubicBezTo>
                  <a:cubicBezTo>
                    <a:pt x="764698" y="447435"/>
                    <a:pt x="402273" y="546011"/>
                    <a:pt x="83885" y="732735"/>
                  </a:cubicBezTo>
                  <a:lnTo>
                    <a:pt x="80177" y="735911"/>
                  </a:lnTo>
                  <a:cubicBezTo>
                    <a:pt x="70122" y="723745"/>
                    <a:pt x="57722" y="713724"/>
                    <a:pt x="43715" y="706444"/>
                  </a:cubicBezTo>
                  <a:close/>
                  <a:moveTo>
                    <a:pt x="987665" y="119925"/>
                  </a:moveTo>
                  <a:cubicBezTo>
                    <a:pt x="1013356" y="172507"/>
                    <a:pt x="1022008" y="231529"/>
                    <a:pt x="1030395" y="289405"/>
                  </a:cubicBezTo>
                  <a:cubicBezTo>
                    <a:pt x="1035781" y="326459"/>
                    <a:pt x="1041136" y="363484"/>
                    <a:pt x="1046463" y="400480"/>
                  </a:cubicBezTo>
                  <a:cubicBezTo>
                    <a:pt x="1073920" y="357514"/>
                    <a:pt x="1101406" y="314578"/>
                    <a:pt x="1128922" y="271672"/>
                  </a:cubicBezTo>
                  <a:cubicBezTo>
                    <a:pt x="1129801" y="269771"/>
                    <a:pt x="1131384" y="268285"/>
                    <a:pt x="1133336" y="267525"/>
                  </a:cubicBezTo>
                  <a:cubicBezTo>
                    <a:pt x="1136338" y="266731"/>
                    <a:pt x="1139163" y="269289"/>
                    <a:pt x="1141194" y="271672"/>
                  </a:cubicBezTo>
                  <a:cubicBezTo>
                    <a:pt x="1166973" y="301403"/>
                    <a:pt x="1192782" y="331164"/>
                    <a:pt x="1218620" y="360955"/>
                  </a:cubicBezTo>
                  <a:cubicBezTo>
                    <a:pt x="1213013" y="276808"/>
                    <a:pt x="1193689" y="194141"/>
                    <a:pt x="1161411" y="116219"/>
                  </a:cubicBezTo>
                  <a:lnTo>
                    <a:pt x="1161411" y="111984"/>
                  </a:lnTo>
                  <a:cubicBezTo>
                    <a:pt x="1103397" y="111586"/>
                    <a:pt x="1045401" y="114236"/>
                    <a:pt x="987665" y="1199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27"/>
            <p:cNvSpPr/>
            <p:nvPr/>
          </p:nvSpPr>
          <p:spPr>
            <a:xfrm>
              <a:off x="2488287" y="4582695"/>
              <a:ext cx="1807383" cy="317010"/>
            </a:xfrm>
            <a:custGeom>
              <a:avLst/>
              <a:gdLst/>
              <a:ahLst/>
              <a:cxnLst/>
              <a:rect l="l" t="t" r="r" b="b"/>
              <a:pathLst>
                <a:path w="1807383" h="317010" extrusionOk="0">
                  <a:moveTo>
                    <a:pt x="72143" y="58527"/>
                  </a:moveTo>
                  <a:lnTo>
                    <a:pt x="73467" y="58880"/>
                  </a:lnTo>
                  <a:cubicBezTo>
                    <a:pt x="73202" y="59850"/>
                    <a:pt x="73026" y="60909"/>
                    <a:pt x="72761" y="61879"/>
                  </a:cubicBezTo>
                  <a:cubicBezTo>
                    <a:pt x="355363" y="10444"/>
                    <a:pt x="644763" y="-19287"/>
                    <a:pt x="930014" y="14238"/>
                  </a:cubicBezTo>
                  <a:cubicBezTo>
                    <a:pt x="1011502" y="23767"/>
                    <a:pt x="1092372" y="38500"/>
                    <a:pt x="1172888" y="53939"/>
                  </a:cubicBezTo>
                  <a:cubicBezTo>
                    <a:pt x="1384950" y="94523"/>
                    <a:pt x="1601515" y="142517"/>
                    <a:pt x="1782147" y="260738"/>
                  </a:cubicBezTo>
                  <a:cubicBezTo>
                    <a:pt x="1791520" y="266296"/>
                    <a:pt x="1800077" y="273125"/>
                    <a:pt x="1807574" y="281030"/>
                  </a:cubicBezTo>
                  <a:cubicBezTo>
                    <a:pt x="1797686" y="292764"/>
                    <a:pt x="1787886" y="304410"/>
                    <a:pt x="1778086" y="316232"/>
                  </a:cubicBezTo>
                  <a:lnTo>
                    <a:pt x="1777027" y="317026"/>
                  </a:lnTo>
                  <a:cubicBezTo>
                    <a:pt x="1776939" y="316938"/>
                    <a:pt x="1776850" y="316761"/>
                    <a:pt x="1776762" y="316673"/>
                  </a:cubicBezTo>
                  <a:lnTo>
                    <a:pt x="1772171" y="310233"/>
                  </a:lnTo>
                  <a:cubicBezTo>
                    <a:pt x="1609814" y="202245"/>
                    <a:pt x="1421059" y="138282"/>
                    <a:pt x="1229126" y="104139"/>
                  </a:cubicBezTo>
                  <a:cubicBezTo>
                    <a:pt x="1037105" y="69908"/>
                    <a:pt x="841199" y="64615"/>
                    <a:pt x="646176" y="66467"/>
                  </a:cubicBezTo>
                  <a:cubicBezTo>
                    <a:pt x="429170" y="68496"/>
                    <a:pt x="209603" y="79789"/>
                    <a:pt x="1956" y="142870"/>
                  </a:cubicBezTo>
                  <a:lnTo>
                    <a:pt x="190" y="141282"/>
                  </a:lnTo>
                  <a:cubicBezTo>
                    <a:pt x="24115" y="113668"/>
                    <a:pt x="48217" y="86141"/>
                    <a:pt x="72143" y="585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27"/>
            <p:cNvSpPr/>
            <p:nvPr/>
          </p:nvSpPr>
          <p:spPr>
            <a:xfrm>
              <a:off x="4265124" y="4839447"/>
              <a:ext cx="317387" cy="143347"/>
            </a:xfrm>
            <a:custGeom>
              <a:avLst/>
              <a:gdLst/>
              <a:ahLst/>
              <a:cxnLst/>
              <a:rect l="l" t="t" r="r" b="b"/>
              <a:pathLst>
                <a:path w="317387" h="143347" extrusionOk="0">
                  <a:moveTo>
                    <a:pt x="284647" y="986"/>
                  </a:moveTo>
                  <a:cubicBezTo>
                    <a:pt x="299274" y="4670"/>
                    <a:pt x="311408" y="14844"/>
                    <a:pt x="317577" y="28601"/>
                  </a:cubicBezTo>
                  <a:lnTo>
                    <a:pt x="316253" y="33806"/>
                  </a:lnTo>
                  <a:cubicBezTo>
                    <a:pt x="294446" y="95210"/>
                    <a:pt x="232558" y="139058"/>
                    <a:pt x="167491" y="143205"/>
                  </a:cubicBezTo>
                  <a:cubicBezTo>
                    <a:pt x="101222" y="145877"/>
                    <a:pt x="38158" y="114616"/>
                    <a:pt x="190" y="60273"/>
                  </a:cubicBezTo>
                  <a:lnTo>
                    <a:pt x="1250" y="59479"/>
                  </a:lnTo>
                  <a:cubicBezTo>
                    <a:pt x="11049" y="47657"/>
                    <a:pt x="20849" y="36011"/>
                    <a:pt x="30737" y="24278"/>
                  </a:cubicBezTo>
                  <a:cubicBezTo>
                    <a:pt x="31283" y="24794"/>
                    <a:pt x="31785" y="25355"/>
                    <a:pt x="32238" y="25954"/>
                  </a:cubicBezTo>
                  <a:cubicBezTo>
                    <a:pt x="40201" y="37579"/>
                    <a:pt x="47482" y="49657"/>
                    <a:pt x="54044" y="62126"/>
                  </a:cubicBezTo>
                  <a:cubicBezTo>
                    <a:pt x="74880" y="93799"/>
                    <a:pt x="113814" y="110209"/>
                    <a:pt x="151776" y="112149"/>
                  </a:cubicBezTo>
                  <a:cubicBezTo>
                    <a:pt x="183947" y="114559"/>
                    <a:pt x="215903" y="105252"/>
                    <a:pt x="241740" y="85947"/>
                  </a:cubicBezTo>
                  <a:cubicBezTo>
                    <a:pt x="267575" y="66007"/>
                    <a:pt x="280883" y="33867"/>
                    <a:pt x="276701" y="1515"/>
                  </a:cubicBezTo>
                  <a:lnTo>
                    <a:pt x="279261" y="16"/>
                  </a:lnTo>
                  <a:cubicBezTo>
                    <a:pt x="281078" y="203"/>
                    <a:pt x="282878" y="527"/>
                    <a:pt x="284646" y="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27"/>
            <p:cNvSpPr/>
            <p:nvPr/>
          </p:nvSpPr>
          <p:spPr>
            <a:xfrm>
              <a:off x="4549580" y="4597703"/>
              <a:ext cx="1742670" cy="273416"/>
            </a:xfrm>
            <a:custGeom>
              <a:avLst/>
              <a:gdLst/>
              <a:ahLst/>
              <a:cxnLst/>
              <a:rect l="l" t="t" r="r" b="b"/>
              <a:pathLst>
                <a:path w="1742670" h="273416" extrusionOk="0">
                  <a:moveTo>
                    <a:pt x="1742861" y="156358"/>
                  </a:moveTo>
                  <a:cubicBezTo>
                    <a:pt x="1593658" y="95218"/>
                    <a:pt x="1429800" y="81543"/>
                    <a:pt x="1268943" y="70515"/>
                  </a:cubicBezTo>
                  <a:cubicBezTo>
                    <a:pt x="1057852" y="56046"/>
                    <a:pt x="845260" y="44842"/>
                    <a:pt x="635052" y="69015"/>
                  </a:cubicBezTo>
                  <a:cubicBezTo>
                    <a:pt x="424844" y="93101"/>
                    <a:pt x="215430" y="154152"/>
                    <a:pt x="40713" y="273432"/>
                  </a:cubicBezTo>
                  <a:lnTo>
                    <a:pt x="33121" y="270344"/>
                  </a:lnTo>
                  <a:cubicBezTo>
                    <a:pt x="26951" y="256589"/>
                    <a:pt x="14817" y="246414"/>
                    <a:pt x="190" y="242730"/>
                  </a:cubicBezTo>
                  <a:lnTo>
                    <a:pt x="455" y="241495"/>
                  </a:lnTo>
                  <a:cubicBezTo>
                    <a:pt x="124585" y="149124"/>
                    <a:pt x="271933" y="91424"/>
                    <a:pt x="422902" y="57281"/>
                  </a:cubicBezTo>
                  <a:cubicBezTo>
                    <a:pt x="573782" y="23138"/>
                    <a:pt x="728900" y="11757"/>
                    <a:pt x="883576" y="5141"/>
                  </a:cubicBezTo>
                  <a:cubicBezTo>
                    <a:pt x="1156467" y="-6594"/>
                    <a:pt x="1433596" y="-3064"/>
                    <a:pt x="1697041" y="68839"/>
                  </a:cubicBezTo>
                  <a:lnTo>
                    <a:pt x="1694833" y="76955"/>
                  </a:lnTo>
                  <a:cubicBezTo>
                    <a:pt x="1710813" y="103423"/>
                    <a:pt x="1726822" y="129890"/>
                    <a:pt x="1742861" y="1563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27"/>
            <p:cNvSpPr/>
            <p:nvPr/>
          </p:nvSpPr>
          <p:spPr>
            <a:xfrm>
              <a:off x="5406039" y="4187603"/>
              <a:ext cx="230955" cy="288534"/>
            </a:xfrm>
            <a:custGeom>
              <a:avLst/>
              <a:gdLst/>
              <a:ahLst/>
              <a:cxnLst/>
              <a:rect l="l" t="t" r="r" b="b"/>
              <a:pathLst>
                <a:path w="230955" h="288534" extrusionOk="0">
                  <a:moveTo>
                    <a:pt x="190" y="7995"/>
                  </a:moveTo>
                  <a:cubicBezTo>
                    <a:pt x="57926" y="2307"/>
                    <a:pt x="115921" y="-344"/>
                    <a:pt x="173936" y="55"/>
                  </a:cubicBezTo>
                  <a:lnTo>
                    <a:pt x="173936" y="4289"/>
                  </a:lnTo>
                  <a:cubicBezTo>
                    <a:pt x="206214" y="82211"/>
                    <a:pt x="225538" y="164878"/>
                    <a:pt x="231145" y="249025"/>
                  </a:cubicBezTo>
                  <a:cubicBezTo>
                    <a:pt x="205278" y="219293"/>
                    <a:pt x="179469" y="189532"/>
                    <a:pt x="153719" y="159742"/>
                  </a:cubicBezTo>
                  <a:cubicBezTo>
                    <a:pt x="151688" y="157360"/>
                    <a:pt x="148863" y="154801"/>
                    <a:pt x="145861" y="155595"/>
                  </a:cubicBezTo>
                  <a:cubicBezTo>
                    <a:pt x="143909" y="156355"/>
                    <a:pt x="142327" y="157842"/>
                    <a:pt x="141447" y="159742"/>
                  </a:cubicBezTo>
                  <a:cubicBezTo>
                    <a:pt x="113902" y="202707"/>
                    <a:pt x="86415" y="245643"/>
                    <a:pt x="58988" y="288550"/>
                  </a:cubicBezTo>
                  <a:cubicBezTo>
                    <a:pt x="53603" y="251584"/>
                    <a:pt x="48247" y="214559"/>
                    <a:pt x="42920" y="177475"/>
                  </a:cubicBezTo>
                  <a:cubicBezTo>
                    <a:pt x="34533" y="119599"/>
                    <a:pt x="25881" y="60577"/>
                    <a:pt x="190" y="799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27"/>
            <p:cNvSpPr/>
            <p:nvPr/>
          </p:nvSpPr>
          <p:spPr>
            <a:xfrm>
              <a:off x="4222273" y="4852985"/>
              <a:ext cx="73397" cy="46718"/>
            </a:xfrm>
            <a:custGeom>
              <a:avLst/>
              <a:gdLst/>
              <a:ahLst/>
              <a:cxnLst/>
              <a:rect l="l" t="t" r="r" b="b"/>
              <a:pathLst>
                <a:path w="73397" h="46718" extrusionOk="0">
                  <a:moveTo>
                    <a:pt x="61944" y="16"/>
                  </a:moveTo>
                  <a:cubicBezTo>
                    <a:pt x="48426" y="20277"/>
                    <a:pt x="21807" y="27111"/>
                    <a:pt x="190" y="15872"/>
                  </a:cubicBezTo>
                  <a:cubicBezTo>
                    <a:pt x="12988" y="23670"/>
                    <a:pt x="25690" y="31631"/>
                    <a:pt x="38185" y="39942"/>
                  </a:cubicBezTo>
                  <a:lnTo>
                    <a:pt x="42776" y="46381"/>
                  </a:lnTo>
                  <a:cubicBezTo>
                    <a:pt x="42864" y="46471"/>
                    <a:pt x="42953" y="46647"/>
                    <a:pt x="43041" y="46734"/>
                  </a:cubicBezTo>
                  <a:lnTo>
                    <a:pt x="44100" y="45941"/>
                  </a:lnTo>
                  <a:cubicBezTo>
                    <a:pt x="53900" y="34118"/>
                    <a:pt x="63701" y="22473"/>
                    <a:pt x="73588" y="10740"/>
                  </a:cubicBezTo>
                  <a:cubicBezTo>
                    <a:pt x="70069" y="6791"/>
                    <a:pt x="66169" y="3199"/>
                    <a:pt x="61944" y="16"/>
                  </a:cubicBezTo>
                  <a:close/>
                </a:path>
              </a:pathLst>
            </a:custGeom>
            <a:solidFill>
              <a:srgbClr val="E5898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4" name="Google Shape;1684;p27"/>
            <p:cNvGrpSpPr/>
            <p:nvPr/>
          </p:nvGrpSpPr>
          <p:grpSpPr>
            <a:xfrm>
              <a:off x="2607178" y="3693324"/>
              <a:ext cx="3517124" cy="1091900"/>
              <a:chOff x="4064928" y="3583499"/>
              <a:chExt cx="3517124" cy="1091900"/>
            </a:xfrm>
          </p:grpSpPr>
          <p:sp>
            <p:nvSpPr>
              <p:cNvPr id="1685" name="Google Shape;1685;p27"/>
              <p:cNvSpPr/>
              <p:nvPr/>
            </p:nvSpPr>
            <p:spPr>
              <a:xfrm>
                <a:off x="4064928" y="3583499"/>
                <a:ext cx="3517124" cy="1070375"/>
              </a:xfrm>
              <a:custGeom>
                <a:avLst/>
                <a:gdLst/>
                <a:ahLst/>
                <a:cxnLst/>
                <a:rect l="l" t="t" r="r" b="b"/>
                <a:pathLst>
                  <a:path w="3517124" h="1070375" extrusionOk="0">
                    <a:moveTo>
                      <a:pt x="3512717" y="435340"/>
                    </a:moveTo>
                    <a:cubicBezTo>
                      <a:pt x="3378333" y="400710"/>
                      <a:pt x="3240529" y="381031"/>
                      <a:pt x="3101818" y="376663"/>
                    </a:cubicBezTo>
                    <a:cubicBezTo>
                      <a:pt x="2963233" y="372285"/>
                      <a:pt x="2824622" y="384466"/>
                      <a:pt x="2688930" y="412948"/>
                    </a:cubicBezTo>
                    <a:cubicBezTo>
                      <a:pt x="2567961" y="438583"/>
                      <a:pt x="2450319" y="477948"/>
                      <a:pt x="2338294" y="530276"/>
                    </a:cubicBezTo>
                    <a:cubicBezTo>
                      <a:pt x="2227225" y="582058"/>
                      <a:pt x="2122702" y="646836"/>
                      <a:pt x="2026920" y="723251"/>
                    </a:cubicBezTo>
                    <a:cubicBezTo>
                      <a:pt x="1978085" y="761458"/>
                      <a:pt x="1932242" y="803337"/>
                      <a:pt x="1889792" y="848524"/>
                    </a:cubicBezTo>
                    <a:cubicBezTo>
                      <a:pt x="1876634" y="862663"/>
                      <a:pt x="1864565" y="877776"/>
                      <a:pt x="1853687" y="893733"/>
                    </a:cubicBezTo>
                    <a:cubicBezTo>
                      <a:pt x="1884540" y="833037"/>
                      <a:pt x="1923454" y="776782"/>
                      <a:pt x="1969374" y="726494"/>
                    </a:cubicBezTo>
                    <a:cubicBezTo>
                      <a:pt x="2045850" y="641731"/>
                      <a:pt x="2136057" y="570232"/>
                      <a:pt x="2228323" y="503502"/>
                    </a:cubicBezTo>
                    <a:cubicBezTo>
                      <a:pt x="2422187" y="363293"/>
                      <a:pt x="2634459" y="246030"/>
                      <a:pt x="2860923" y="167568"/>
                    </a:cubicBezTo>
                    <a:cubicBezTo>
                      <a:pt x="2987588" y="123255"/>
                      <a:pt x="3118605" y="92512"/>
                      <a:pt x="3251769" y="75857"/>
                    </a:cubicBezTo>
                    <a:cubicBezTo>
                      <a:pt x="3255345" y="75398"/>
                      <a:pt x="3258010" y="72336"/>
                      <a:pt x="3257969" y="68733"/>
                    </a:cubicBezTo>
                    <a:cubicBezTo>
                      <a:pt x="3259621" y="69304"/>
                      <a:pt x="3261284" y="69824"/>
                      <a:pt x="3262929" y="70421"/>
                    </a:cubicBezTo>
                    <a:cubicBezTo>
                      <a:pt x="3270247" y="73077"/>
                      <a:pt x="3273340" y="61483"/>
                      <a:pt x="3266134" y="58807"/>
                    </a:cubicBezTo>
                    <a:cubicBezTo>
                      <a:pt x="3204758" y="36017"/>
                      <a:pt x="3138713" y="31966"/>
                      <a:pt x="3073871" y="36399"/>
                    </a:cubicBezTo>
                    <a:cubicBezTo>
                      <a:pt x="3012647" y="40989"/>
                      <a:pt x="2951876" y="50361"/>
                      <a:pt x="2892115" y="64431"/>
                    </a:cubicBezTo>
                    <a:cubicBezTo>
                      <a:pt x="2776153" y="91669"/>
                      <a:pt x="2663760" y="132312"/>
                      <a:pt x="2557208" y="185537"/>
                    </a:cubicBezTo>
                    <a:cubicBezTo>
                      <a:pt x="2449081" y="239457"/>
                      <a:pt x="2345888" y="302737"/>
                      <a:pt x="2248810" y="374651"/>
                    </a:cubicBezTo>
                    <a:cubicBezTo>
                      <a:pt x="2150551" y="446738"/>
                      <a:pt x="2053080" y="524611"/>
                      <a:pt x="1970688" y="614723"/>
                    </a:cubicBezTo>
                    <a:cubicBezTo>
                      <a:pt x="1883258" y="710346"/>
                      <a:pt x="1810897" y="831430"/>
                      <a:pt x="1808463" y="963979"/>
                    </a:cubicBezTo>
                    <a:cubicBezTo>
                      <a:pt x="1783876" y="723073"/>
                      <a:pt x="1595312" y="540971"/>
                      <a:pt x="1413629" y="398981"/>
                    </a:cubicBezTo>
                    <a:cubicBezTo>
                      <a:pt x="1313960" y="321042"/>
                      <a:pt x="1208447" y="250870"/>
                      <a:pt x="1098021" y="189083"/>
                    </a:cubicBezTo>
                    <a:cubicBezTo>
                      <a:pt x="986854" y="126929"/>
                      <a:pt x="870491" y="70450"/>
                      <a:pt x="747689" y="35326"/>
                    </a:cubicBezTo>
                    <a:cubicBezTo>
                      <a:pt x="612189" y="-3430"/>
                      <a:pt x="458332" y="-17607"/>
                      <a:pt x="323274" y="30857"/>
                    </a:cubicBezTo>
                    <a:cubicBezTo>
                      <a:pt x="322606" y="31094"/>
                      <a:pt x="321995" y="31470"/>
                      <a:pt x="321484" y="31961"/>
                    </a:cubicBezTo>
                    <a:cubicBezTo>
                      <a:pt x="318328" y="32821"/>
                      <a:pt x="317308" y="37744"/>
                      <a:pt x="321187" y="38546"/>
                    </a:cubicBezTo>
                    <a:lnTo>
                      <a:pt x="321272" y="38564"/>
                    </a:lnTo>
                    <a:cubicBezTo>
                      <a:pt x="322366" y="39860"/>
                      <a:pt x="324139" y="40361"/>
                      <a:pt x="325750" y="39830"/>
                    </a:cubicBezTo>
                    <a:cubicBezTo>
                      <a:pt x="325976" y="39768"/>
                      <a:pt x="326202" y="39717"/>
                      <a:pt x="326428" y="39655"/>
                    </a:cubicBezTo>
                    <a:cubicBezTo>
                      <a:pt x="444016" y="63229"/>
                      <a:pt x="560202" y="93311"/>
                      <a:pt x="674451" y="129764"/>
                    </a:cubicBezTo>
                    <a:cubicBezTo>
                      <a:pt x="907546" y="205927"/>
                      <a:pt x="1128532" y="315040"/>
                      <a:pt x="1330686" y="453782"/>
                    </a:cubicBezTo>
                    <a:cubicBezTo>
                      <a:pt x="1385109" y="491144"/>
                      <a:pt x="1438630" y="529852"/>
                      <a:pt x="1491251" y="569907"/>
                    </a:cubicBezTo>
                    <a:cubicBezTo>
                      <a:pt x="1540888" y="606777"/>
                      <a:pt x="1586809" y="648393"/>
                      <a:pt x="1628365" y="694167"/>
                    </a:cubicBezTo>
                    <a:cubicBezTo>
                      <a:pt x="1703151" y="778999"/>
                      <a:pt x="1758878" y="878860"/>
                      <a:pt x="1791795" y="987025"/>
                    </a:cubicBezTo>
                    <a:cubicBezTo>
                      <a:pt x="1747187" y="879862"/>
                      <a:pt x="1672434" y="786518"/>
                      <a:pt x="1583550" y="711860"/>
                    </a:cubicBezTo>
                    <a:cubicBezTo>
                      <a:pt x="1462865" y="610490"/>
                      <a:pt x="1317374" y="544566"/>
                      <a:pt x="1168495" y="496008"/>
                    </a:cubicBezTo>
                    <a:cubicBezTo>
                      <a:pt x="1089471" y="470235"/>
                      <a:pt x="1009021" y="448920"/>
                      <a:pt x="928296" y="429199"/>
                    </a:cubicBezTo>
                    <a:cubicBezTo>
                      <a:pt x="845640" y="409007"/>
                      <a:pt x="762326" y="391195"/>
                      <a:pt x="678157" y="378545"/>
                    </a:cubicBezTo>
                    <a:cubicBezTo>
                      <a:pt x="515467" y="354093"/>
                      <a:pt x="347286" y="348581"/>
                      <a:pt x="186521" y="388481"/>
                    </a:cubicBezTo>
                    <a:cubicBezTo>
                      <a:pt x="165909" y="393597"/>
                      <a:pt x="145500" y="399453"/>
                      <a:pt x="125294" y="406048"/>
                    </a:cubicBezTo>
                    <a:cubicBezTo>
                      <a:pt x="109608" y="411176"/>
                      <a:pt x="90909" y="415497"/>
                      <a:pt x="78047" y="426415"/>
                    </a:cubicBezTo>
                    <a:cubicBezTo>
                      <a:pt x="64549" y="437873"/>
                      <a:pt x="62301" y="456137"/>
                      <a:pt x="59366" y="472536"/>
                    </a:cubicBezTo>
                    <a:cubicBezTo>
                      <a:pt x="55285" y="495335"/>
                      <a:pt x="51309" y="518151"/>
                      <a:pt x="47437" y="540987"/>
                    </a:cubicBezTo>
                    <a:cubicBezTo>
                      <a:pt x="32467" y="629277"/>
                      <a:pt x="18888" y="717854"/>
                      <a:pt x="7712" y="806707"/>
                    </a:cubicBezTo>
                    <a:cubicBezTo>
                      <a:pt x="4917" y="828927"/>
                      <a:pt x="2499" y="851182"/>
                      <a:pt x="213" y="873459"/>
                    </a:cubicBezTo>
                    <a:cubicBezTo>
                      <a:pt x="-320" y="878651"/>
                      <a:pt x="8639" y="879924"/>
                      <a:pt x="9409" y="874703"/>
                    </a:cubicBezTo>
                    <a:cubicBezTo>
                      <a:pt x="22173" y="788136"/>
                      <a:pt x="34195" y="701472"/>
                      <a:pt x="48085" y="615074"/>
                    </a:cubicBezTo>
                    <a:cubicBezTo>
                      <a:pt x="55093" y="571488"/>
                      <a:pt x="62483" y="527966"/>
                      <a:pt x="70254" y="484506"/>
                    </a:cubicBezTo>
                    <a:cubicBezTo>
                      <a:pt x="73573" y="465953"/>
                      <a:pt x="74262" y="442435"/>
                      <a:pt x="92535" y="432054"/>
                    </a:cubicBezTo>
                    <a:cubicBezTo>
                      <a:pt x="110193" y="423585"/>
                      <a:pt x="128720" y="417058"/>
                      <a:pt x="147789" y="412588"/>
                    </a:cubicBezTo>
                    <a:cubicBezTo>
                      <a:pt x="303959" y="365651"/>
                      <a:pt x="469628" y="364790"/>
                      <a:pt x="630287" y="385014"/>
                    </a:cubicBezTo>
                    <a:cubicBezTo>
                      <a:pt x="791744" y="405337"/>
                      <a:pt x="952136" y="444370"/>
                      <a:pt x="1107933" y="490830"/>
                    </a:cubicBezTo>
                    <a:cubicBezTo>
                      <a:pt x="1258313" y="535674"/>
                      <a:pt x="1407157" y="594888"/>
                      <a:pt x="1533874" y="689132"/>
                    </a:cubicBezTo>
                    <a:cubicBezTo>
                      <a:pt x="1644948" y="771743"/>
                      <a:pt x="1739933" y="882015"/>
                      <a:pt x="1788209" y="1012992"/>
                    </a:cubicBezTo>
                    <a:cubicBezTo>
                      <a:pt x="1794086" y="1028938"/>
                      <a:pt x="1799208" y="1045138"/>
                      <a:pt x="1803688" y="1061529"/>
                    </a:cubicBezTo>
                    <a:cubicBezTo>
                      <a:pt x="1804146" y="1063445"/>
                      <a:pt x="1805537" y="1065003"/>
                      <a:pt x="1807390" y="1065674"/>
                    </a:cubicBezTo>
                    <a:cubicBezTo>
                      <a:pt x="1807685" y="1068558"/>
                      <a:pt x="1810263" y="1070658"/>
                      <a:pt x="1813149" y="1070363"/>
                    </a:cubicBezTo>
                    <a:cubicBezTo>
                      <a:pt x="1815763" y="1070096"/>
                      <a:pt x="1817778" y="1067941"/>
                      <a:pt x="1817866" y="1065317"/>
                    </a:cubicBezTo>
                    <a:cubicBezTo>
                      <a:pt x="1818591" y="997903"/>
                      <a:pt x="1836411" y="934380"/>
                      <a:pt x="1878780" y="881180"/>
                    </a:cubicBezTo>
                    <a:cubicBezTo>
                      <a:pt x="1916674" y="833599"/>
                      <a:pt x="1964009" y="792299"/>
                      <a:pt x="2010537" y="753357"/>
                    </a:cubicBezTo>
                    <a:cubicBezTo>
                      <a:pt x="2103325" y="676020"/>
                      <a:pt x="2204987" y="609985"/>
                      <a:pt x="2313382" y="556642"/>
                    </a:cubicBezTo>
                    <a:cubicBezTo>
                      <a:pt x="2543950" y="444259"/>
                      <a:pt x="2797459" y="386844"/>
                      <a:pt x="3053984" y="388911"/>
                    </a:cubicBezTo>
                    <a:cubicBezTo>
                      <a:pt x="3207592" y="389732"/>
                      <a:pt x="3360508" y="409564"/>
                      <a:pt x="3509237" y="447952"/>
                    </a:cubicBezTo>
                    <a:cubicBezTo>
                      <a:pt x="3512755" y="448794"/>
                      <a:pt x="3516290" y="446628"/>
                      <a:pt x="3517133" y="443112"/>
                    </a:cubicBezTo>
                    <a:cubicBezTo>
                      <a:pt x="3517936" y="439764"/>
                      <a:pt x="3516006" y="436367"/>
                      <a:pt x="3512718" y="435340"/>
                    </a:cubicBezTo>
                    <a:close/>
                    <a:moveTo>
                      <a:pt x="1810854" y="1007377"/>
                    </a:moveTo>
                    <a:cubicBezTo>
                      <a:pt x="1810634" y="1006554"/>
                      <a:pt x="1810385" y="1005739"/>
                      <a:pt x="1810162" y="1004917"/>
                    </a:cubicBezTo>
                    <a:cubicBezTo>
                      <a:pt x="1811024" y="1001924"/>
                      <a:pt x="1811862" y="998921"/>
                      <a:pt x="1812765" y="995949"/>
                    </a:cubicBezTo>
                    <a:cubicBezTo>
                      <a:pt x="1812062" y="999745"/>
                      <a:pt x="1811425" y="1003555"/>
                      <a:pt x="1810854" y="1007377"/>
                    </a:cubicBezTo>
                    <a:close/>
                    <a:moveTo>
                      <a:pt x="2227928" y="405217"/>
                    </a:moveTo>
                    <a:cubicBezTo>
                      <a:pt x="2415135" y="264077"/>
                      <a:pt x="2624457" y="146972"/>
                      <a:pt x="2852381" y="87095"/>
                    </a:cubicBezTo>
                    <a:cubicBezTo>
                      <a:pt x="2917057" y="69833"/>
                      <a:pt x="2983012" y="57780"/>
                      <a:pt x="3049614" y="51049"/>
                    </a:cubicBezTo>
                    <a:cubicBezTo>
                      <a:pt x="3114339" y="44780"/>
                      <a:pt x="3180486" y="45478"/>
                      <a:pt x="3243043" y="63956"/>
                    </a:cubicBezTo>
                    <a:cubicBezTo>
                      <a:pt x="3005576" y="94093"/>
                      <a:pt x="2776506" y="171869"/>
                      <a:pt x="2564143" y="281326"/>
                    </a:cubicBezTo>
                    <a:cubicBezTo>
                      <a:pt x="2455094" y="337920"/>
                      <a:pt x="2350138" y="402064"/>
                      <a:pt x="2250043" y="473288"/>
                    </a:cubicBezTo>
                    <a:cubicBezTo>
                      <a:pt x="2156539" y="539444"/>
                      <a:pt x="2064995" y="610103"/>
                      <a:pt x="1985469" y="692846"/>
                    </a:cubicBezTo>
                    <a:cubicBezTo>
                      <a:pt x="1914431" y="766759"/>
                      <a:pt x="1850284" y="853906"/>
                      <a:pt x="1817105" y="951965"/>
                    </a:cubicBezTo>
                    <a:cubicBezTo>
                      <a:pt x="1828645" y="837604"/>
                      <a:pt x="1884016" y="733151"/>
                      <a:pt x="1958347" y="646299"/>
                    </a:cubicBezTo>
                    <a:cubicBezTo>
                      <a:pt x="2036538" y="554934"/>
                      <a:pt x="2132174" y="477409"/>
                      <a:pt x="2227928" y="405217"/>
                    </a:cubicBezTo>
                    <a:close/>
                    <a:moveTo>
                      <a:pt x="1385852" y="476625"/>
                    </a:moveTo>
                    <a:cubicBezTo>
                      <a:pt x="1183233" y="331508"/>
                      <a:pt x="960958" y="215980"/>
                      <a:pt x="725726" y="133523"/>
                    </a:cubicBezTo>
                    <a:cubicBezTo>
                      <a:pt x="601606" y="89409"/>
                      <a:pt x="473781" y="56498"/>
                      <a:pt x="343782" y="35183"/>
                    </a:cubicBezTo>
                    <a:cubicBezTo>
                      <a:pt x="400018" y="20726"/>
                      <a:pt x="457854" y="13421"/>
                      <a:pt x="515920" y="13441"/>
                    </a:cubicBezTo>
                    <a:cubicBezTo>
                      <a:pt x="579024" y="14089"/>
                      <a:pt x="641843" y="21997"/>
                      <a:pt x="703136" y="37008"/>
                    </a:cubicBezTo>
                    <a:cubicBezTo>
                      <a:pt x="825981" y="66576"/>
                      <a:pt x="941926" y="119727"/>
                      <a:pt x="1052888" y="179187"/>
                    </a:cubicBezTo>
                    <a:cubicBezTo>
                      <a:pt x="1162166" y="237753"/>
                      <a:pt x="1266857" y="304490"/>
                      <a:pt x="1366067" y="378828"/>
                    </a:cubicBezTo>
                    <a:cubicBezTo>
                      <a:pt x="1463577" y="451893"/>
                      <a:pt x="1559082" y="531290"/>
                      <a:pt x="1637870" y="624675"/>
                    </a:cubicBezTo>
                    <a:cubicBezTo>
                      <a:pt x="1716673" y="718077"/>
                      <a:pt x="1777847" y="830248"/>
                      <a:pt x="1793853" y="952169"/>
                    </a:cubicBezTo>
                    <a:cubicBezTo>
                      <a:pt x="1764998" y="869273"/>
                      <a:pt x="1722717" y="791674"/>
                      <a:pt x="1668699" y="722469"/>
                    </a:cubicBezTo>
                    <a:cubicBezTo>
                      <a:pt x="1590924" y="622824"/>
                      <a:pt x="1487930" y="549378"/>
                      <a:pt x="1385852" y="476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7"/>
              <p:cNvSpPr/>
              <p:nvPr/>
            </p:nvSpPr>
            <p:spPr>
              <a:xfrm>
                <a:off x="6205736" y="4071571"/>
                <a:ext cx="1188156" cy="248467"/>
              </a:xfrm>
              <a:custGeom>
                <a:avLst/>
                <a:gdLst/>
                <a:ahLst/>
                <a:cxnLst/>
                <a:rect l="l" t="t" r="r" b="b"/>
                <a:pathLst>
                  <a:path w="1188156" h="248467" extrusionOk="0">
                    <a:moveTo>
                      <a:pt x="1183618" y="32901"/>
                    </a:moveTo>
                    <a:cubicBezTo>
                      <a:pt x="1016177" y="1651"/>
                      <a:pt x="845342" y="-7382"/>
                      <a:pt x="675536" y="6037"/>
                    </a:cubicBezTo>
                    <a:cubicBezTo>
                      <a:pt x="519847" y="19019"/>
                      <a:pt x="367252" y="56885"/>
                      <a:pt x="223571" y="118190"/>
                    </a:cubicBezTo>
                    <a:cubicBezTo>
                      <a:pt x="144131" y="151294"/>
                      <a:pt x="69213" y="194332"/>
                      <a:pt x="609" y="246273"/>
                    </a:cubicBezTo>
                    <a:cubicBezTo>
                      <a:pt x="-555" y="247177"/>
                      <a:pt x="947" y="249074"/>
                      <a:pt x="2176" y="248303"/>
                    </a:cubicBezTo>
                    <a:cubicBezTo>
                      <a:pt x="65803" y="207604"/>
                      <a:pt x="132101" y="171235"/>
                      <a:pt x="200620" y="139442"/>
                    </a:cubicBezTo>
                    <a:cubicBezTo>
                      <a:pt x="269859" y="108439"/>
                      <a:pt x="341556" y="83242"/>
                      <a:pt x="414972" y="64110"/>
                    </a:cubicBezTo>
                    <a:cubicBezTo>
                      <a:pt x="572378" y="23476"/>
                      <a:pt x="734986" y="6629"/>
                      <a:pt x="897386" y="14130"/>
                    </a:cubicBezTo>
                    <a:cubicBezTo>
                      <a:pt x="992246" y="18094"/>
                      <a:pt x="1086720" y="28579"/>
                      <a:pt x="1180138" y="45512"/>
                    </a:cubicBezTo>
                    <a:cubicBezTo>
                      <a:pt x="1188375" y="46985"/>
                      <a:pt x="1191908" y="34382"/>
                      <a:pt x="1183618" y="329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7"/>
              <p:cNvSpPr/>
              <p:nvPr/>
            </p:nvSpPr>
            <p:spPr>
              <a:xfrm>
                <a:off x="5916825" y="4391012"/>
                <a:ext cx="452037" cy="284387"/>
              </a:xfrm>
              <a:custGeom>
                <a:avLst/>
                <a:gdLst/>
                <a:ahLst/>
                <a:cxnLst/>
                <a:rect l="l" t="t" r="r" b="b"/>
                <a:pathLst>
                  <a:path w="452037" h="284387" extrusionOk="0">
                    <a:moveTo>
                      <a:pt x="448881" y="89"/>
                    </a:moveTo>
                    <a:cubicBezTo>
                      <a:pt x="416368" y="4859"/>
                      <a:pt x="383564" y="18855"/>
                      <a:pt x="353519" y="31704"/>
                    </a:cubicBezTo>
                    <a:cubicBezTo>
                      <a:pt x="321346" y="45571"/>
                      <a:pt x="290104" y="61503"/>
                      <a:pt x="259989" y="79402"/>
                    </a:cubicBezTo>
                    <a:cubicBezTo>
                      <a:pt x="200642" y="115549"/>
                      <a:pt x="144169" y="156210"/>
                      <a:pt x="91070" y="201024"/>
                    </a:cubicBezTo>
                    <a:cubicBezTo>
                      <a:pt x="59402" y="225296"/>
                      <a:pt x="29290" y="251533"/>
                      <a:pt x="913" y="279578"/>
                    </a:cubicBezTo>
                    <a:cubicBezTo>
                      <a:pt x="-1150" y="281763"/>
                      <a:pt x="1589" y="285793"/>
                      <a:pt x="4267" y="283921"/>
                    </a:cubicBezTo>
                    <a:cubicBezTo>
                      <a:pt x="31445" y="264921"/>
                      <a:pt x="55914" y="241579"/>
                      <a:pt x="81395" y="220401"/>
                    </a:cubicBezTo>
                    <a:cubicBezTo>
                      <a:pt x="108982" y="197474"/>
                      <a:pt x="136972" y="175017"/>
                      <a:pt x="165746" y="153591"/>
                    </a:cubicBezTo>
                    <a:cubicBezTo>
                      <a:pt x="219750" y="112228"/>
                      <a:pt x="277776" y="76394"/>
                      <a:pt x="338951" y="46627"/>
                    </a:cubicBezTo>
                    <a:cubicBezTo>
                      <a:pt x="356971" y="38166"/>
                      <a:pt x="375341" y="30456"/>
                      <a:pt x="394045" y="23633"/>
                    </a:cubicBezTo>
                    <a:cubicBezTo>
                      <a:pt x="412584" y="16871"/>
                      <a:pt x="431882" y="12239"/>
                      <a:pt x="450324" y="5324"/>
                    </a:cubicBezTo>
                    <a:cubicBezTo>
                      <a:pt x="451756" y="4873"/>
                      <a:pt x="452552" y="3348"/>
                      <a:pt x="452101" y="1917"/>
                    </a:cubicBezTo>
                    <a:cubicBezTo>
                      <a:pt x="451674" y="558"/>
                      <a:pt x="450268" y="-239"/>
                      <a:pt x="448881" y="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7"/>
              <p:cNvSpPr/>
              <p:nvPr/>
            </p:nvSpPr>
            <p:spPr>
              <a:xfrm>
                <a:off x="6114072" y="4211185"/>
                <a:ext cx="538717" cy="250064"/>
              </a:xfrm>
              <a:custGeom>
                <a:avLst/>
                <a:gdLst/>
                <a:ahLst/>
                <a:cxnLst/>
                <a:rect l="l" t="t" r="r" b="b"/>
                <a:pathLst>
                  <a:path w="538717" h="250064" extrusionOk="0">
                    <a:moveTo>
                      <a:pt x="531405" y="135"/>
                    </a:moveTo>
                    <a:cubicBezTo>
                      <a:pt x="454957" y="15469"/>
                      <a:pt x="380298" y="38643"/>
                      <a:pt x="308610" y="69291"/>
                    </a:cubicBezTo>
                    <a:cubicBezTo>
                      <a:pt x="238024" y="98525"/>
                      <a:pt x="170052" y="133703"/>
                      <a:pt x="105429" y="174444"/>
                    </a:cubicBezTo>
                    <a:cubicBezTo>
                      <a:pt x="68525" y="196370"/>
                      <a:pt x="33419" y="221186"/>
                      <a:pt x="442" y="248659"/>
                    </a:cubicBezTo>
                    <a:cubicBezTo>
                      <a:pt x="-264" y="249277"/>
                      <a:pt x="655" y="250464"/>
                      <a:pt x="1445" y="249958"/>
                    </a:cubicBezTo>
                    <a:cubicBezTo>
                      <a:pt x="33630" y="229309"/>
                      <a:pt x="64450" y="206685"/>
                      <a:pt x="96994" y="186550"/>
                    </a:cubicBezTo>
                    <a:cubicBezTo>
                      <a:pt x="129006" y="166745"/>
                      <a:pt x="162035" y="148550"/>
                      <a:pt x="195642" y="131597"/>
                    </a:cubicBezTo>
                    <a:cubicBezTo>
                      <a:pt x="264261" y="97084"/>
                      <a:pt x="335555" y="68161"/>
                      <a:pt x="408831" y="45110"/>
                    </a:cubicBezTo>
                    <a:cubicBezTo>
                      <a:pt x="450321" y="32005"/>
                      <a:pt x="492416" y="22189"/>
                      <a:pt x="534595" y="11700"/>
                    </a:cubicBezTo>
                    <a:cubicBezTo>
                      <a:pt x="542179" y="9814"/>
                      <a:pt x="538902" y="-1248"/>
                      <a:pt x="531405" y="1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7"/>
              <p:cNvSpPr/>
              <p:nvPr/>
            </p:nvSpPr>
            <p:spPr>
              <a:xfrm>
                <a:off x="5239319" y="4235729"/>
                <a:ext cx="613635" cy="400110"/>
              </a:xfrm>
              <a:custGeom>
                <a:avLst/>
                <a:gdLst/>
                <a:ahLst/>
                <a:cxnLst/>
                <a:rect l="l" t="t" r="r" b="b"/>
                <a:pathLst>
                  <a:path w="613635" h="400110" extrusionOk="0">
                    <a:moveTo>
                      <a:pt x="578421" y="340826"/>
                    </a:moveTo>
                    <a:cubicBezTo>
                      <a:pt x="564008" y="322277"/>
                      <a:pt x="548624" y="304502"/>
                      <a:pt x="532334" y="287575"/>
                    </a:cubicBezTo>
                    <a:cubicBezTo>
                      <a:pt x="500824" y="255080"/>
                      <a:pt x="466560" y="225370"/>
                      <a:pt x="429924" y="198779"/>
                    </a:cubicBezTo>
                    <a:cubicBezTo>
                      <a:pt x="349532" y="139914"/>
                      <a:pt x="259929" y="96876"/>
                      <a:pt x="167698" y="59978"/>
                    </a:cubicBezTo>
                    <a:cubicBezTo>
                      <a:pt x="112985" y="38090"/>
                      <a:pt x="57360" y="18656"/>
                      <a:pt x="1448" y="75"/>
                    </a:cubicBezTo>
                    <a:cubicBezTo>
                      <a:pt x="174" y="-348"/>
                      <a:pt x="-339" y="1619"/>
                      <a:pt x="898" y="2069"/>
                    </a:cubicBezTo>
                    <a:cubicBezTo>
                      <a:pt x="183080" y="68311"/>
                      <a:pt x="369667" y="143202"/>
                      <a:pt x="509877" y="281882"/>
                    </a:cubicBezTo>
                    <a:cubicBezTo>
                      <a:pt x="527896" y="299664"/>
                      <a:pt x="544905" y="318439"/>
                      <a:pt x="560826" y="338119"/>
                    </a:cubicBezTo>
                    <a:cubicBezTo>
                      <a:pt x="568819" y="348023"/>
                      <a:pt x="576487" y="358177"/>
                      <a:pt x="583831" y="368580"/>
                    </a:cubicBezTo>
                    <a:cubicBezTo>
                      <a:pt x="590400" y="379230"/>
                      <a:pt x="597784" y="389355"/>
                      <a:pt x="605917" y="398865"/>
                    </a:cubicBezTo>
                    <a:cubicBezTo>
                      <a:pt x="608963" y="402009"/>
                      <a:pt x="615159" y="398806"/>
                      <a:pt x="613569" y="394413"/>
                    </a:cubicBezTo>
                    <a:cubicBezTo>
                      <a:pt x="606464" y="374789"/>
                      <a:pt x="591136" y="357206"/>
                      <a:pt x="578421" y="3408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7"/>
              <p:cNvSpPr/>
              <p:nvPr/>
            </p:nvSpPr>
            <p:spPr>
              <a:xfrm>
                <a:off x="4180800" y="4251897"/>
                <a:ext cx="1348209" cy="232454"/>
              </a:xfrm>
              <a:custGeom>
                <a:avLst/>
                <a:gdLst/>
                <a:ahLst/>
                <a:cxnLst/>
                <a:rect l="l" t="t" r="r" b="b"/>
                <a:pathLst>
                  <a:path w="1348209" h="232454" extrusionOk="0">
                    <a:moveTo>
                      <a:pt x="1113395" y="95933"/>
                    </a:moveTo>
                    <a:cubicBezTo>
                      <a:pt x="1033233" y="62719"/>
                      <a:pt x="949630" y="38500"/>
                      <a:pt x="864121" y="23720"/>
                    </a:cubicBezTo>
                    <a:cubicBezTo>
                      <a:pt x="685294" y="-8070"/>
                      <a:pt x="502442" y="-4050"/>
                      <a:pt x="322309" y="13380"/>
                    </a:cubicBezTo>
                    <a:cubicBezTo>
                      <a:pt x="216159" y="23651"/>
                      <a:pt x="110520" y="38465"/>
                      <a:pt x="4929" y="53274"/>
                    </a:cubicBezTo>
                    <a:cubicBezTo>
                      <a:pt x="-3376" y="54439"/>
                      <a:pt x="158" y="67043"/>
                      <a:pt x="8409" y="65886"/>
                    </a:cubicBezTo>
                    <a:cubicBezTo>
                      <a:pt x="194587" y="39763"/>
                      <a:pt x="381561" y="13625"/>
                      <a:pt x="569936" y="12985"/>
                    </a:cubicBezTo>
                    <a:cubicBezTo>
                      <a:pt x="742117" y="12402"/>
                      <a:pt x="916128" y="33989"/>
                      <a:pt x="1078214" y="94076"/>
                    </a:cubicBezTo>
                    <a:cubicBezTo>
                      <a:pt x="1124829" y="111490"/>
                      <a:pt x="1170201" y="132062"/>
                      <a:pt x="1214014" y="155647"/>
                    </a:cubicBezTo>
                    <a:cubicBezTo>
                      <a:pt x="1258797" y="179607"/>
                      <a:pt x="1301803" y="206605"/>
                      <a:pt x="1345650" y="232180"/>
                    </a:cubicBezTo>
                    <a:cubicBezTo>
                      <a:pt x="1347793" y="233430"/>
                      <a:pt x="1349483" y="230322"/>
                      <a:pt x="1347556" y="228922"/>
                    </a:cubicBezTo>
                    <a:cubicBezTo>
                      <a:pt x="1274858" y="175774"/>
                      <a:pt x="1196289" y="131152"/>
                      <a:pt x="1113395" y="959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7"/>
              <p:cNvSpPr/>
              <p:nvPr/>
            </p:nvSpPr>
            <p:spPr>
              <a:xfrm>
                <a:off x="4279298" y="4110977"/>
                <a:ext cx="480878" cy="47341"/>
              </a:xfrm>
              <a:custGeom>
                <a:avLst/>
                <a:gdLst/>
                <a:ahLst/>
                <a:cxnLst/>
                <a:rect l="l" t="t" r="r" b="b"/>
                <a:pathLst>
                  <a:path w="480878" h="47341" extrusionOk="0">
                    <a:moveTo>
                      <a:pt x="62612" y="16056"/>
                    </a:moveTo>
                    <a:cubicBezTo>
                      <a:pt x="81611" y="17566"/>
                      <a:pt x="100611" y="19057"/>
                      <a:pt x="119613" y="20531"/>
                    </a:cubicBezTo>
                    <a:cubicBezTo>
                      <a:pt x="159806" y="23688"/>
                      <a:pt x="199999" y="26844"/>
                      <a:pt x="240192" y="30000"/>
                    </a:cubicBezTo>
                    <a:cubicBezTo>
                      <a:pt x="319813" y="36253"/>
                      <a:pt x="399461" y="42186"/>
                      <a:pt x="479159" y="47352"/>
                    </a:cubicBezTo>
                    <a:cubicBezTo>
                      <a:pt x="481746" y="47519"/>
                      <a:pt x="481665" y="43630"/>
                      <a:pt x="479159" y="43371"/>
                    </a:cubicBezTo>
                    <a:cubicBezTo>
                      <a:pt x="400293" y="35213"/>
                      <a:pt x="321350" y="27846"/>
                      <a:pt x="242385" y="20711"/>
                    </a:cubicBezTo>
                    <a:cubicBezTo>
                      <a:pt x="202925" y="17146"/>
                      <a:pt x="163462" y="13605"/>
                      <a:pt x="123998" y="10088"/>
                    </a:cubicBezTo>
                    <a:cubicBezTo>
                      <a:pt x="104997" y="8384"/>
                      <a:pt x="85997" y="6679"/>
                      <a:pt x="66996" y="4974"/>
                    </a:cubicBezTo>
                    <a:cubicBezTo>
                      <a:pt x="46731" y="3163"/>
                      <a:pt x="25952" y="-48"/>
                      <a:pt x="5611" y="17"/>
                    </a:cubicBezTo>
                    <a:cubicBezTo>
                      <a:pt x="-387" y="36"/>
                      <a:pt x="-2150" y="9746"/>
                      <a:pt x="4146" y="10831"/>
                    </a:cubicBezTo>
                    <a:cubicBezTo>
                      <a:pt x="23303" y="14133"/>
                      <a:pt x="43236" y="14516"/>
                      <a:pt x="62612" y="160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2" name="Google Shape;1692;p27"/>
            <p:cNvGrpSpPr/>
            <p:nvPr/>
          </p:nvGrpSpPr>
          <p:grpSpPr>
            <a:xfrm>
              <a:off x="2485955" y="4287699"/>
              <a:ext cx="3815311" cy="701277"/>
              <a:chOff x="3943705" y="4177874"/>
              <a:chExt cx="3815311" cy="701277"/>
            </a:xfrm>
          </p:grpSpPr>
          <p:sp>
            <p:nvSpPr>
              <p:cNvPr id="1693" name="Google Shape;1693;p27"/>
              <p:cNvSpPr/>
              <p:nvPr/>
            </p:nvSpPr>
            <p:spPr>
              <a:xfrm>
                <a:off x="4063409" y="4388307"/>
                <a:ext cx="3615181" cy="320387"/>
              </a:xfrm>
              <a:custGeom>
                <a:avLst/>
                <a:gdLst/>
                <a:ahLst/>
                <a:cxnLst/>
                <a:rect l="l" t="t" r="r" b="b"/>
                <a:pathLst>
                  <a:path w="3615181" h="320387" extrusionOk="0">
                    <a:moveTo>
                      <a:pt x="2132" y="71462"/>
                    </a:moveTo>
                    <a:cubicBezTo>
                      <a:pt x="228756" y="20122"/>
                      <a:pt x="461639" y="1934"/>
                      <a:pt x="693493" y="17470"/>
                    </a:cubicBezTo>
                    <a:cubicBezTo>
                      <a:pt x="924583" y="33429"/>
                      <a:pt x="1152720" y="78572"/>
                      <a:pt x="1372457" y="151821"/>
                    </a:cubicBezTo>
                    <a:cubicBezTo>
                      <a:pt x="1490284" y="190695"/>
                      <a:pt x="1609340" y="236435"/>
                      <a:pt x="1705423" y="317160"/>
                    </a:cubicBezTo>
                    <a:cubicBezTo>
                      <a:pt x="1708444" y="319592"/>
                      <a:pt x="1712867" y="319116"/>
                      <a:pt x="1715300" y="316096"/>
                    </a:cubicBezTo>
                    <a:cubicBezTo>
                      <a:pt x="1716182" y="315002"/>
                      <a:pt x="1716715" y="313669"/>
                      <a:pt x="1716831" y="312269"/>
                    </a:cubicBezTo>
                    <a:cubicBezTo>
                      <a:pt x="1741140" y="291361"/>
                      <a:pt x="1768170" y="276186"/>
                      <a:pt x="1801494" y="276337"/>
                    </a:cubicBezTo>
                    <a:cubicBezTo>
                      <a:pt x="1835263" y="276889"/>
                      <a:pt x="1867095" y="292197"/>
                      <a:pt x="1888595" y="318225"/>
                    </a:cubicBezTo>
                    <a:cubicBezTo>
                      <a:pt x="1892720" y="323145"/>
                      <a:pt x="1898994" y="318893"/>
                      <a:pt x="1899361" y="313763"/>
                    </a:cubicBezTo>
                    <a:cubicBezTo>
                      <a:pt x="1949207" y="287728"/>
                      <a:pt x="1998426" y="260593"/>
                      <a:pt x="2049134" y="236223"/>
                    </a:cubicBezTo>
                    <a:cubicBezTo>
                      <a:pt x="2099418" y="212057"/>
                      <a:pt x="2150626" y="189948"/>
                      <a:pt x="2202758" y="169897"/>
                    </a:cubicBezTo>
                    <a:cubicBezTo>
                      <a:pt x="2306186" y="130119"/>
                      <a:pt x="2412618" y="98630"/>
                      <a:pt x="2521046" y="75729"/>
                    </a:cubicBezTo>
                    <a:cubicBezTo>
                      <a:pt x="2630173" y="52656"/>
                      <a:pt x="2740996" y="38483"/>
                      <a:pt x="2852420" y="33351"/>
                    </a:cubicBezTo>
                    <a:cubicBezTo>
                      <a:pt x="2971019" y="27919"/>
                      <a:pt x="3089476" y="34614"/>
                      <a:pt x="3207741" y="43449"/>
                    </a:cubicBezTo>
                    <a:cubicBezTo>
                      <a:pt x="3341607" y="53449"/>
                      <a:pt x="3474997" y="67799"/>
                      <a:pt x="3607290" y="90802"/>
                    </a:cubicBezTo>
                    <a:cubicBezTo>
                      <a:pt x="3615373" y="92208"/>
                      <a:pt x="3618895" y="79911"/>
                      <a:pt x="3610715" y="78390"/>
                    </a:cubicBezTo>
                    <a:cubicBezTo>
                      <a:pt x="3492604" y="57534"/>
                      <a:pt x="3373505" y="42711"/>
                      <a:pt x="3253883" y="33980"/>
                    </a:cubicBezTo>
                    <a:cubicBezTo>
                      <a:pt x="3133495" y="24111"/>
                      <a:pt x="3012574" y="15667"/>
                      <a:pt x="2891716" y="18856"/>
                    </a:cubicBezTo>
                    <a:cubicBezTo>
                      <a:pt x="2667240" y="24981"/>
                      <a:pt x="2445229" y="67304"/>
                      <a:pt x="2234261" y="144188"/>
                    </a:cubicBezTo>
                    <a:cubicBezTo>
                      <a:pt x="2175854" y="165463"/>
                      <a:pt x="2118481" y="189331"/>
                      <a:pt x="2062143" y="215791"/>
                    </a:cubicBezTo>
                    <a:cubicBezTo>
                      <a:pt x="2004433" y="241978"/>
                      <a:pt x="1948633" y="272178"/>
                      <a:pt x="1895152" y="306168"/>
                    </a:cubicBezTo>
                    <a:cubicBezTo>
                      <a:pt x="1871036" y="279000"/>
                      <a:pt x="1836418" y="263472"/>
                      <a:pt x="1800076" y="263523"/>
                    </a:cubicBezTo>
                    <a:cubicBezTo>
                      <a:pt x="1765713" y="263595"/>
                      <a:pt x="1733089" y="278633"/>
                      <a:pt x="1710727" y="304707"/>
                    </a:cubicBezTo>
                    <a:cubicBezTo>
                      <a:pt x="1626858" y="235479"/>
                      <a:pt x="1526382" y="191507"/>
                      <a:pt x="1424484" y="155714"/>
                    </a:cubicBezTo>
                    <a:cubicBezTo>
                      <a:pt x="1313612" y="116798"/>
                      <a:pt x="1200428" y="84805"/>
                      <a:pt x="1085584" y="59920"/>
                    </a:cubicBezTo>
                    <a:cubicBezTo>
                      <a:pt x="857326" y="9027"/>
                      <a:pt x="623046" y="-9580"/>
                      <a:pt x="389608" y="4642"/>
                    </a:cubicBezTo>
                    <a:cubicBezTo>
                      <a:pt x="258397" y="13182"/>
                      <a:pt x="128338" y="34543"/>
                      <a:pt x="1294" y="68421"/>
                    </a:cubicBezTo>
                    <a:cubicBezTo>
                      <a:pt x="462" y="68684"/>
                      <a:pt x="1" y="69570"/>
                      <a:pt x="264" y="70402"/>
                    </a:cubicBezTo>
                    <a:cubicBezTo>
                      <a:pt x="513" y="71189"/>
                      <a:pt x="1327" y="71652"/>
                      <a:pt x="2132" y="714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7"/>
              <p:cNvSpPr/>
              <p:nvPr/>
            </p:nvSpPr>
            <p:spPr>
              <a:xfrm>
                <a:off x="3943705" y="4177874"/>
                <a:ext cx="3815311" cy="701277"/>
              </a:xfrm>
              <a:custGeom>
                <a:avLst/>
                <a:gdLst/>
                <a:ahLst/>
                <a:cxnLst/>
                <a:rect l="l" t="t" r="r" b="b"/>
                <a:pathLst>
                  <a:path w="3815311" h="701277" extrusionOk="0">
                    <a:moveTo>
                      <a:pt x="3814713" y="463068"/>
                    </a:moveTo>
                    <a:cubicBezTo>
                      <a:pt x="3797945" y="434849"/>
                      <a:pt x="3786476" y="403865"/>
                      <a:pt x="3769350" y="375849"/>
                    </a:cubicBezTo>
                    <a:cubicBezTo>
                      <a:pt x="3768722" y="374824"/>
                      <a:pt x="3767799" y="374013"/>
                      <a:pt x="3766701" y="373522"/>
                    </a:cubicBezTo>
                    <a:cubicBezTo>
                      <a:pt x="3738354" y="249957"/>
                      <a:pt x="3714204" y="125710"/>
                      <a:pt x="3676202" y="4572"/>
                    </a:cubicBezTo>
                    <a:cubicBezTo>
                      <a:pt x="3673691" y="-3432"/>
                      <a:pt x="3661052" y="-15"/>
                      <a:pt x="3663582" y="8049"/>
                    </a:cubicBezTo>
                    <a:cubicBezTo>
                      <a:pt x="3700872" y="126918"/>
                      <a:pt x="3724841" y="248778"/>
                      <a:pt x="3752509" y="370052"/>
                    </a:cubicBezTo>
                    <a:cubicBezTo>
                      <a:pt x="3530057" y="311095"/>
                      <a:pt x="3298397" y="299543"/>
                      <a:pt x="3069218" y="304535"/>
                    </a:cubicBezTo>
                    <a:cubicBezTo>
                      <a:pt x="2837616" y="309579"/>
                      <a:pt x="2599803" y="320489"/>
                      <a:pt x="2377140" y="389757"/>
                    </a:cubicBezTo>
                    <a:cubicBezTo>
                      <a:pt x="2264254" y="424874"/>
                      <a:pt x="2154216" y="475104"/>
                      <a:pt x="2060492" y="547862"/>
                    </a:cubicBezTo>
                    <a:cubicBezTo>
                      <a:pt x="2060368" y="547959"/>
                      <a:pt x="2060331" y="548086"/>
                      <a:pt x="2060223" y="548188"/>
                    </a:cubicBezTo>
                    <a:cubicBezTo>
                      <a:pt x="2056996" y="546107"/>
                      <a:pt x="2052691" y="547035"/>
                      <a:pt x="2050609" y="550259"/>
                    </a:cubicBezTo>
                    <a:cubicBezTo>
                      <a:pt x="2049699" y="551669"/>
                      <a:pt x="2049330" y="553361"/>
                      <a:pt x="2049570" y="555021"/>
                    </a:cubicBezTo>
                    <a:cubicBezTo>
                      <a:pt x="2053146" y="586998"/>
                      <a:pt x="2038672" y="618317"/>
                      <a:pt x="2011993" y="636330"/>
                    </a:cubicBezTo>
                    <a:cubicBezTo>
                      <a:pt x="1985169" y="653849"/>
                      <a:pt x="1952893" y="661042"/>
                      <a:pt x="1921162" y="656575"/>
                    </a:cubicBezTo>
                    <a:cubicBezTo>
                      <a:pt x="1891751" y="653843"/>
                      <a:pt x="1864436" y="640181"/>
                      <a:pt x="1844621" y="618291"/>
                    </a:cubicBezTo>
                    <a:cubicBezTo>
                      <a:pt x="1834527" y="606266"/>
                      <a:pt x="1829228" y="591300"/>
                      <a:pt x="1820199" y="578579"/>
                    </a:cubicBezTo>
                    <a:cubicBezTo>
                      <a:pt x="1810832" y="566658"/>
                      <a:pt x="1799279" y="556627"/>
                      <a:pt x="1786158" y="549024"/>
                    </a:cubicBezTo>
                    <a:cubicBezTo>
                      <a:pt x="1675403" y="476865"/>
                      <a:pt x="1549968" y="430569"/>
                      <a:pt x="1422779" y="396720"/>
                    </a:cubicBezTo>
                    <a:cubicBezTo>
                      <a:pt x="1357855" y="379441"/>
                      <a:pt x="1292150" y="365268"/>
                      <a:pt x="1226263" y="352200"/>
                    </a:cubicBezTo>
                    <a:cubicBezTo>
                      <a:pt x="1154798" y="338026"/>
                      <a:pt x="1083162" y="324358"/>
                      <a:pt x="1011130" y="313369"/>
                    </a:cubicBezTo>
                    <a:cubicBezTo>
                      <a:pt x="864966" y="291541"/>
                      <a:pt x="717016" y="284056"/>
                      <a:pt x="569394" y="291019"/>
                    </a:cubicBezTo>
                    <a:cubicBezTo>
                      <a:pt x="421574" y="298495"/>
                      <a:pt x="274375" y="315308"/>
                      <a:pt x="128680" y="341357"/>
                    </a:cubicBezTo>
                    <a:cubicBezTo>
                      <a:pt x="113385" y="343988"/>
                      <a:pt x="98112" y="346733"/>
                      <a:pt x="82842" y="349500"/>
                    </a:cubicBezTo>
                    <a:cubicBezTo>
                      <a:pt x="94330" y="300510"/>
                      <a:pt x="104124" y="251147"/>
                      <a:pt x="115769" y="202197"/>
                    </a:cubicBezTo>
                    <a:cubicBezTo>
                      <a:pt x="128517" y="150559"/>
                      <a:pt x="143877" y="99600"/>
                      <a:pt x="161789" y="49517"/>
                    </a:cubicBezTo>
                    <a:cubicBezTo>
                      <a:pt x="163033" y="45943"/>
                      <a:pt x="157150" y="43378"/>
                      <a:pt x="155596" y="46908"/>
                    </a:cubicBezTo>
                    <a:cubicBezTo>
                      <a:pt x="112169" y="145619"/>
                      <a:pt x="94524" y="251147"/>
                      <a:pt x="69362" y="355294"/>
                    </a:cubicBezTo>
                    <a:cubicBezTo>
                      <a:pt x="68554" y="358508"/>
                      <a:pt x="70506" y="361768"/>
                      <a:pt x="73722" y="362576"/>
                    </a:cubicBezTo>
                    <a:cubicBezTo>
                      <a:pt x="74683" y="362817"/>
                      <a:pt x="75688" y="362817"/>
                      <a:pt x="76649" y="362576"/>
                    </a:cubicBezTo>
                    <a:cubicBezTo>
                      <a:pt x="227394" y="334267"/>
                      <a:pt x="379744" y="315282"/>
                      <a:pt x="532829" y="305729"/>
                    </a:cubicBezTo>
                    <a:cubicBezTo>
                      <a:pt x="685619" y="296347"/>
                      <a:pt x="838964" y="302278"/>
                      <a:pt x="990570" y="323431"/>
                    </a:cubicBezTo>
                    <a:cubicBezTo>
                      <a:pt x="1064552" y="334203"/>
                      <a:pt x="1138060" y="348146"/>
                      <a:pt x="1211407" y="362546"/>
                    </a:cubicBezTo>
                    <a:cubicBezTo>
                      <a:pt x="1278581" y="375735"/>
                      <a:pt x="1345592" y="389954"/>
                      <a:pt x="1411824" y="407318"/>
                    </a:cubicBezTo>
                    <a:cubicBezTo>
                      <a:pt x="1542401" y="441551"/>
                      <a:pt x="1676024" y="487862"/>
                      <a:pt x="1787666" y="565615"/>
                    </a:cubicBezTo>
                    <a:cubicBezTo>
                      <a:pt x="1793190" y="569446"/>
                      <a:pt x="1798262" y="573889"/>
                      <a:pt x="1802785" y="578861"/>
                    </a:cubicBezTo>
                    <a:cubicBezTo>
                      <a:pt x="1799230" y="582842"/>
                      <a:pt x="1795964" y="587139"/>
                      <a:pt x="1792586" y="591210"/>
                    </a:cubicBezTo>
                    <a:cubicBezTo>
                      <a:pt x="1788456" y="596188"/>
                      <a:pt x="1784516" y="601275"/>
                      <a:pt x="1780607" y="606402"/>
                    </a:cubicBezTo>
                    <a:cubicBezTo>
                      <a:pt x="1781194" y="603766"/>
                      <a:pt x="1780056" y="601047"/>
                      <a:pt x="1777767" y="599613"/>
                    </a:cubicBezTo>
                    <a:cubicBezTo>
                      <a:pt x="1587059" y="473154"/>
                      <a:pt x="1363233" y="407800"/>
                      <a:pt x="1137990" y="378150"/>
                    </a:cubicBezTo>
                    <a:cubicBezTo>
                      <a:pt x="1014155" y="362829"/>
                      <a:pt x="889504" y="355033"/>
                      <a:pt x="764724" y="354806"/>
                    </a:cubicBezTo>
                    <a:cubicBezTo>
                      <a:pt x="643847" y="353649"/>
                      <a:pt x="522596" y="355025"/>
                      <a:pt x="401979" y="363529"/>
                    </a:cubicBezTo>
                    <a:cubicBezTo>
                      <a:pt x="334827" y="368263"/>
                      <a:pt x="267809" y="375404"/>
                      <a:pt x="201388" y="386439"/>
                    </a:cubicBezTo>
                    <a:cubicBezTo>
                      <a:pt x="134055" y="396365"/>
                      <a:pt x="67728" y="412207"/>
                      <a:pt x="3181" y="433782"/>
                    </a:cubicBezTo>
                    <a:cubicBezTo>
                      <a:pt x="931" y="434489"/>
                      <a:pt x="-320" y="436885"/>
                      <a:pt x="388" y="439134"/>
                    </a:cubicBezTo>
                    <a:cubicBezTo>
                      <a:pt x="1060" y="441271"/>
                      <a:pt x="3270" y="442525"/>
                      <a:pt x="5450" y="442007"/>
                    </a:cubicBezTo>
                    <a:cubicBezTo>
                      <a:pt x="63434" y="427488"/>
                      <a:pt x="121097" y="412781"/>
                      <a:pt x="180047" y="402524"/>
                    </a:cubicBezTo>
                    <a:cubicBezTo>
                      <a:pt x="239732" y="392139"/>
                      <a:pt x="299957" y="384846"/>
                      <a:pt x="360312" y="379714"/>
                    </a:cubicBezTo>
                    <a:cubicBezTo>
                      <a:pt x="479702" y="369560"/>
                      <a:pt x="599748" y="367512"/>
                      <a:pt x="719518" y="367648"/>
                    </a:cubicBezTo>
                    <a:cubicBezTo>
                      <a:pt x="958780" y="367921"/>
                      <a:pt x="1200895" y="383199"/>
                      <a:pt x="1430973" y="453413"/>
                    </a:cubicBezTo>
                    <a:cubicBezTo>
                      <a:pt x="1551386" y="489215"/>
                      <a:pt x="1665972" y="542264"/>
                      <a:pt x="1771161" y="610906"/>
                    </a:cubicBezTo>
                    <a:cubicBezTo>
                      <a:pt x="1772607" y="611964"/>
                      <a:pt x="1774469" y="612275"/>
                      <a:pt x="1776180" y="611743"/>
                    </a:cubicBezTo>
                    <a:cubicBezTo>
                      <a:pt x="1776155" y="612252"/>
                      <a:pt x="1776250" y="612759"/>
                      <a:pt x="1776457" y="613224"/>
                    </a:cubicBezTo>
                    <a:cubicBezTo>
                      <a:pt x="1790523" y="643697"/>
                      <a:pt x="1823144" y="667132"/>
                      <a:pt x="1852531" y="681428"/>
                    </a:cubicBezTo>
                    <a:cubicBezTo>
                      <a:pt x="1883634" y="696946"/>
                      <a:pt x="1918422" y="703580"/>
                      <a:pt x="1953059" y="700597"/>
                    </a:cubicBezTo>
                    <a:cubicBezTo>
                      <a:pt x="2020050" y="693901"/>
                      <a:pt x="2077557" y="650075"/>
                      <a:pt x="2101743" y="587288"/>
                    </a:cubicBezTo>
                    <a:cubicBezTo>
                      <a:pt x="2104648" y="579412"/>
                      <a:pt x="2092049" y="576007"/>
                      <a:pt x="2089173" y="583825"/>
                    </a:cubicBezTo>
                    <a:cubicBezTo>
                      <a:pt x="2066011" y="642719"/>
                      <a:pt x="2011373" y="683344"/>
                      <a:pt x="1948269" y="688593"/>
                    </a:cubicBezTo>
                    <a:cubicBezTo>
                      <a:pt x="1916192" y="690813"/>
                      <a:pt x="1884112" y="684333"/>
                      <a:pt x="1855417" y="669836"/>
                    </a:cubicBezTo>
                    <a:cubicBezTo>
                      <a:pt x="1840743" y="662505"/>
                      <a:pt x="1827030" y="653392"/>
                      <a:pt x="1814590" y="642704"/>
                    </a:cubicBezTo>
                    <a:cubicBezTo>
                      <a:pt x="1803474" y="633172"/>
                      <a:pt x="1793996" y="622172"/>
                      <a:pt x="1783633" y="611919"/>
                    </a:cubicBezTo>
                    <a:cubicBezTo>
                      <a:pt x="1788556" y="606601"/>
                      <a:pt x="1793347" y="601199"/>
                      <a:pt x="1798029" y="595644"/>
                    </a:cubicBezTo>
                    <a:cubicBezTo>
                      <a:pt x="1801145" y="591947"/>
                      <a:pt x="1804439" y="588300"/>
                      <a:pt x="1807496" y="584496"/>
                    </a:cubicBezTo>
                    <a:cubicBezTo>
                      <a:pt x="1812388" y="590933"/>
                      <a:pt x="1816743" y="597761"/>
                      <a:pt x="1820515" y="604912"/>
                    </a:cubicBezTo>
                    <a:cubicBezTo>
                      <a:pt x="1827079" y="617750"/>
                      <a:pt x="1835978" y="629254"/>
                      <a:pt x="1846756" y="638837"/>
                    </a:cubicBezTo>
                    <a:cubicBezTo>
                      <a:pt x="1867957" y="656232"/>
                      <a:pt x="1893858" y="666929"/>
                      <a:pt x="1921162" y="669566"/>
                    </a:cubicBezTo>
                    <a:cubicBezTo>
                      <a:pt x="1978379" y="676088"/>
                      <a:pt x="2042954" y="650000"/>
                      <a:pt x="2059897" y="590690"/>
                    </a:cubicBezTo>
                    <a:cubicBezTo>
                      <a:pt x="2062997" y="579494"/>
                      <a:pt x="2063903" y="567805"/>
                      <a:pt x="2062567" y="556265"/>
                    </a:cubicBezTo>
                    <a:cubicBezTo>
                      <a:pt x="2063908" y="556873"/>
                      <a:pt x="2065472" y="556718"/>
                      <a:pt x="2066667" y="555859"/>
                    </a:cubicBezTo>
                    <a:cubicBezTo>
                      <a:pt x="2153038" y="495083"/>
                      <a:pt x="2247687" y="447003"/>
                      <a:pt x="2347721" y="413087"/>
                    </a:cubicBezTo>
                    <a:cubicBezTo>
                      <a:pt x="2455369" y="377632"/>
                      <a:pt x="2566458" y="353618"/>
                      <a:pt x="2679145" y="341443"/>
                    </a:cubicBezTo>
                    <a:cubicBezTo>
                      <a:pt x="2795270" y="327694"/>
                      <a:pt x="2912359" y="322107"/>
                      <a:pt x="3029192" y="318646"/>
                    </a:cubicBezTo>
                    <a:cubicBezTo>
                      <a:pt x="3144290" y="315237"/>
                      <a:pt x="3259610" y="315444"/>
                      <a:pt x="3374533" y="323290"/>
                    </a:cubicBezTo>
                    <a:cubicBezTo>
                      <a:pt x="3504594" y="331250"/>
                      <a:pt x="3633548" y="352044"/>
                      <a:pt x="3759513" y="385367"/>
                    </a:cubicBezTo>
                    <a:cubicBezTo>
                      <a:pt x="3759755" y="385413"/>
                      <a:pt x="3760001" y="385446"/>
                      <a:pt x="3760247" y="385464"/>
                    </a:cubicBezTo>
                    <a:cubicBezTo>
                      <a:pt x="3772760" y="407727"/>
                      <a:pt x="3782912" y="431215"/>
                      <a:pt x="3794795" y="453799"/>
                    </a:cubicBezTo>
                    <a:cubicBezTo>
                      <a:pt x="3693228" y="414945"/>
                      <a:pt x="3585355" y="396560"/>
                      <a:pt x="3477466" y="385540"/>
                    </a:cubicBezTo>
                    <a:cubicBezTo>
                      <a:pt x="3359545" y="373496"/>
                      <a:pt x="3240709" y="366574"/>
                      <a:pt x="3122292" y="361732"/>
                    </a:cubicBezTo>
                    <a:cubicBezTo>
                      <a:pt x="2890657" y="352260"/>
                      <a:pt x="2655118" y="360117"/>
                      <a:pt x="2431330" y="426014"/>
                    </a:cubicBezTo>
                    <a:cubicBezTo>
                      <a:pt x="2316802" y="459737"/>
                      <a:pt x="2200699" y="507452"/>
                      <a:pt x="2104539" y="579310"/>
                    </a:cubicBezTo>
                    <a:cubicBezTo>
                      <a:pt x="2099715" y="582915"/>
                      <a:pt x="2103990" y="590947"/>
                      <a:pt x="2109395" y="587612"/>
                    </a:cubicBezTo>
                    <a:cubicBezTo>
                      <a:pt x="2154789" y="558925"/>
                      <a:pt x="2201677" y="532670"/>
                      <a:pt x="2249862" y="508960"/>
                    </a:cubicBezTo>
                    <a:cubicBezTo>
                      <a:pt x="2298483" y="485806"/>
                      <a:pt x="2348593" y="465915"/>
                      <a:pt x="2399861" y="449421"/>
                    </a:cubicBezTo>
                    <a:cubicBezTo>
                      <a:pt x="2503526" y="416481"/>
                      <a:pt x="2610343" y="394426"/>
                      <a:pt x="2718582" y="383611"/>
                    </a:cubicBezTo>
                    <a:cubicBezTo>
                      <a:pt x="2838279" y="371983"/>
                      <a:pt x="2958630" y="368510"/>
                      <a:pt x="3078800" y="373215"/>
                    </a:cubicBezTo>
                    <a:cubicBezTo>
                      <a:pt x="3196859" y="376877"/>
                      <a:pt x="3315073" y="384234"/>
                      <a:pt x="3432751" y="394386"/>
                    </a:cubicBezTo>
                    <a:cubicBezTo>
                      <a:pt x="3560173" y="405379"/>
                      <a:pt x="3688204" y="424156"/>
                      <a:pt x="3807351" y="472638"/>
                    </a:cubicBezTo>
                    <a:cubicBezTo>
                      <a:pt x="3812817" y="474863"/>
                      <a:pt x="3817393" y="467580"/>
                      <a:pt x="3814713" y="4630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7"/>
            <p:cNvGrpSpPr/>
            <p:nvPr/>
          </p:nvGrpSpPr>
          <p:grpSpPr>
            <a:xfrm rot="-1078917">
              <a:off x="2159369" y="2772301"/>
              <a:ext cx="715643" cy="477227"/>
              <a:chOff x="2403338" y="2664228"/>
              <a:chExt cx="715683" cy="477254"/>
            </a:xfrm>
          </p:grpSpPr>
          <p:sp>
            <p:nvSpPr>
              <p:cNvPr id="1696" name="Google Shape;1696;p27"/>
              <p:cNvSpPr/>
              <p:nvPr/>
            </p:nvSpPr>
            <p:spPr>
              <a:xfrm>
                <a:off x="2890032" y="2970553"/>
                <a:ext cx="84953" cy="71065"/>
              </a:xfrm>
              <a:custGeom>
                <a:avLst/>
                <a:gdLst/>
                <a:ahLst/>
                <a:cxnLst/>
                <a:rect l="l" t="t" r="r" b="b"/>
                <a:pathLst>
                  <a:path w="84953" h="71065" extrusionOk="0">
                    <a:moveTo>
                      <a:pt x="28506" y="1958"/>
                    </a:moveTo>
                    <a:cubicBezTo>
                      <a:pt x="19371" y="15806"/>
                      <a:pt x="9874" y="29499"/>
                      <a:pt x="190" y="43023"/>
                    </a:cubicBezTo>
                    <a:lnTo>
                      <a:pt x="465" y="43185"/>
                    </a:lnTo>
                    <a:cubicBezTo>
                      <a:pt x="27444" y="54798"/>
                      <a:pt x="55350" y="64129"/>
                      <a:pt x="83890" y="71081"/>
                    </a:cubicBezTo>
                    <a:lnTo>
                      <a:pt x="85144" y="69774"/>
                    </a:lnTo>
                    <a:cubicBezTo>
                      <a:pt x="62626" y="50352"/>
                      <a:pt x="44057" y="26781"/>
                      <a:pt x="30451" y="348"/>
                    </a:cubicBezTo>
                    <a:cubicBezTo>
                      <a:pt x="30353" y="177"/>
                      <a:pt x="30171" y="99"/>
                      <a:pt x="30078" y="1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27"/>
              <p:cNvSpPr/>
              <p:nvPr/>
            </p:nvSpPr>
            <p:spPr>
              <a:xfrm>
                <a:off x="2423515" y="2670563"/>
                <a:ext cx="691524" cy="223741"/>
              </a:xfrm>
              <a:custGeom>
                <a:avLst/>
                <a:gdLst/>
                <a:ahLst/>
                <a:cxnLst/>
                <a:rect l="l" t="t" r="r" b="b"/>
                <a:pathLst>
                  <a:path w="691524" h="223741" extrusionOk="0">
                    <a:moveTo>
                      <a:pt x="190" y="17713"/>
                    </a:moveTo>
                    <a:cubicBezTo>
                      <a:pt x="12379" y="19097"/>
                      <a:pt x="24480" y="21170"/>
                      <a:pt x="36434" y="23923"/>
                    </a:cubicBezTo>
                    <a:cubicBezTo>
                      <a:pt x="226700" y="40695"/>
                      <a:pt x="408585" y="109870"/>
                      <a:pt x="561865" y="223758"/>
                    </a:cubicBezTo>
                    <a:cubicBezTo>
                      <a:pt x="562031" y="223492"/>
                      <a:pt x="562225" y="223244"/>
                      <a:pt x="562443" y="223019"/>
                    </a:cubicBezTo>
                    <a:cubicBezTo>
                      <a:pt x="601174" y="167225"/>
                      <a:pt x="643994" y="114379"/>
                      <a:pt x="690548" y="64915"/>
                    </a:cubicBezTo>
                    <a:lnTo>
                      <a:pt x="691715" y="60432"/>
                    </a:lnTo>
                    <a:cubicBezTo>
                      <a:pt x="466643" y="-1446"/>
                      <a:pt x="231174" y="-15992"/>
                      <a:pt x="190" y="177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27"/>
              <p:cNvSpPr/>
              <p:nvPr/>
            </p:nvSpPr>
            <p:spPr>
              <a:xfrm>
                <a:off x="2409661" y="2688260"/>
                <a:ext cx="510259" cy="447878"/>
              </a:xfrm>
              <a:custGeom>
                <a:avLst/>
                <a:gdLst/>
                <a:ahLst/>
                <a:cxnLst/>
                <a:rect l="l" t="t" r="r" b="b"/>
                <a:pathLst>
                  <a:path w="510259" h="447878" extrusionOk="0">
                    <a:moveTo>
                      <a:pt x="190" y="2108"/>
                    </a:moveTo>
                    <a:cubicBezTo>
                      <a:pt x="91998" y="40850"/>
                      <a:pt x="169012" y="109393"/>
                      <a:pt x="229630" y="188387"/>
                    </a:cubicBezTo>
                    <a:cubicBezTo>
                      <a:pt x="290253" y="267469"/>
                      <a:pt x="335541" y="357031"/>
                      <a:pt x="376481" y="447895"/>
                    </a:cubicBezTo>
                    <a:lnTo>
                      <a:pt x="385115" y="444147"/>
                    </a:lnTo>
                    <a:cubicBezTo>
                      <a:pt x="419146" y="406367"/>
                      <a:pt x="451013" y="366693"/>
                      <a:pt x="480561" y="325317"/>
                    </a:cubicBezTo>
                    <a:cubicBezTo>
                      <a:pt x="490245" y="311792"/>
                      <a:pt x="499742" y="298099"/>
                      <a:pt x="508877" y="284252"/>
                    </a:cubicBezTo>
                    <a:lnTo>
                      <a:pt x="510449" y="282309"/>
                    </a:lnTo>
                    <a:cubicBezTo>
                      <a:pt x="425288" y="212971"/>
                      <a:pt x="335475" y="149542"/>
                      <a:pt x="241641" y="92468"/>
                    </a:cubicBezTo>
                    <a:cubicBezTo>
                      <a:pt x="181615" y="56031"/>
                      <a:pt x="118249" y="21547"/>
                      <a:pt x="50288" y="6226"/>
                    </a:cubicBezTo>
                    <a:cubicBezTo>
                      <a:pt x="38333" y="3473"/>
                      <a:pt x="26233" y="1400"/>
                      <a:pt x="14044" y="16"/>
                    </a:cubicBezTo>
                    <a:cubicBezTo>
                      <a:pt x="9396" y="715"/>
                      <a:pt x="4837" y="1410"/>
                      <a:pt x="190" y="210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27"/>
              <p:cNvSpPr/>
              <p:nvPr/>
            </p:nvSpPr>
            <p:spPr>
              <a:xfrm>
                <a:off x="2459759" y="2694470"/>
                <a:ext cx="527850" cy="345841"/>
              </a:xfrm>
              <a:custGeom>
                <a:avLst/>
                <a:gdLst/>
                <a:ahLst/>
                <a:cxnLst/>
                <a:rect l="l" t="t" r="r" b="b"/>
                <a:pathLst>
                  <a:path w="527850" h="345841" extrusionOk="0">
                    <a:moveTo>
                      <a:pt x="460724" y="276431"/>
                    </a:moveTo>
                    <a:cubicBezTo>
                      <a:pt x="474331" y="302865"/>
                      <a:pt x="492899" y="326435"/>
                      <a:pt x="515417" y="345857"/>
                    </a:cubicBezTo>
                    <a:lnTo>
                      <a:pt x="528040" y="200424"/>
                    </a:lnTo>
                    <a:lnTo>
                      <a:pt x="526199" y="199112"/>
                    </a:lnTo>
                    <a:cubicBezTo>
                      <a:pt x="525981" y="199337"/>
                      <a:pt x="525787" y="199585"/>
                      <a:pt x="525621" y="199850"/>
                    </a:cubicBezTo>
                    <a:cubicBezTo>
                      <a:pt x="372341" y="85963"/>
                      <a:pt x="190457" y="16788"/>
                      <a:pt x="190" y="16"/>
                    </a:cubicBezTo>
                    <a:cubicBezTo>
                      <a:pt x="68151" y="15337"/>
                      <a:pt x="131517" y="49821"/>
                      <a:pt x="191543" y="86258"/>
                    </a:cubicBezTo>
                    <a:cubicBezTo>
                      <a:pt x="285377" y="143332"/>
                      <a:pt x="375190" y="206760"/>
                      <a:pt x="460351" y="276099"/>
                    </a:cubicBezTo>
                    <a:cubicBezTo>
                      <a:pt x="460444" y="276182"/>
                      <a:pt x="460626" y="276260"/>
                      <a:pt x="460724" y="2764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27"/>
              <p:cNvSpPr/>
              <p:nvPr/>
            </p:nvSpPr>
            <p:spPr>
              <a:xfrm>
                <a:off x="2890032" y="2970553"/>
                <a:ext cx="84953" cy="71065"/>
              </a:xfrm>
              <a:custGeom>
                <a:avLst/>
                <a:gdLst/>
                <a:ahLst/>
                <a:cxnLst/>
                <a:rect l="l" t="t" r="r" b="b"/>
                <a:pathLst>
                  <a:path w="84953" h="71065" extrusionOk="0">
                    <a:moveTo>
                      <a:pt x="28506" y="1958"/>
                    </a:moveTo>
                    <a:cubicBezTo>
                      <a:pt x="19371" y="15806"/>
                      <a:pt x="9874" y="29499"/>
                      <a:pt x="190" y="43023"/>
                    </a:cubicBezTo>
                    <a:lnTo>
                      <a:pt x="465" y="43185"/>
                    </a:lnTo>
                    <a:cubicBezTo>
                      <a:pt x="27444" y="54798"/>
                      <a:pt x="55350" y="64129"/>
                      <a:pt x="83890" y="71081"/>
                    </a:cubicBezTo>
                    <a:lnTo>
                      <a:pt x="85144" y="69774"/>
                    </a:lnTo>
                    <a:cubicBezTo>
                      <a:pt x="62626" y="50352"/>
                      <a:pt x="44057" y="26781"/>
                      <a:pt x="30451" y="348"/>
                    </a:cubicBezTo>
                    <a:cubicBezTo>
                      <a:pt x="30353" y="177"/>
                      <a:pt x="30171" y="99"/>
                      <a:pt x="30078" y="16"/>
                    </a:cubicBezTo>
                    <a:close/>
                  </a:path>
                </a:pathLst>
              </a:custGeom>
              <a:solidFill>
                <a:srgbClr val="202120">
                  <a:alpha val="195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27"/>
              <p:cNvSpPr/>
              <p:nvPr/>
            </p:nvSpPr>
            <p:spPr>
              <a:xfrm>
                <a:off x="2459759" y="2694470"/>
                <a:ext cx="527850" cy="345841"/>
              </a:xfrm>
              <a:custGeom>
                <a:avLst/>
                <a:gdLst/>
                <a:ahLst/>
                <a:cxnLst/>
                <a:rect l="l" t="t" r="r" b="b"/>
                <a:pathLst>
                  <a:path w="527850" h="345841" extrusionOk="0">
                    <a:moveTo>
                      <a:pt x="460724" y="276431"/>
                    </a:moveTo>
                    <a:cubicBezTo>
                      <a:pt x="474331" y="302865"/>
                      <a:pt x="492899" y="326435"/>
                      <a:pt x="515417" y="345857"/>
                    </a:cubicBezTo>
                    <a:lnTo>
                      <a:pt x="528040" y="200424"/>
                    </a:lnTo>
                    <a:lnTo>
                      <a:pt x="526199" y="199112"/>
                    </a:lnTo>
                    <a:cubicBezTo>
                      <a:pt x="525981" y="199337"/>
                      <a:pt x="525787" y="199585"/>
                      <a:pt x="525621" y="199850"/>
                    </a:cubicBezTo>
                    <a:cubicBezTo>
                      <a:pt x="372341" y="85963"/>
                      <a:pt x="190457" y="16788"/>
                      <a:pt x="190" y="16"/>
                    </a:cubicBezTo>
                    <a:cubicBezTo>
                      <a:pt x="68151" y="15337"/>
                      <a:pt x="131517" y="49821"/>
                      <a:pt x="191543" y="86258"/>
                    </a:cubicBezTo>
                    <a:cubicBezTo>
                      <a:pt x="285377" y="143332"/>
                      <a:pt x="375190" y="206760"/>
                      <a:pt x="460351" y="276099"/>
                    </a:cubicBezTo>
                    <a:cubicBezTo>
                      <a:pt x="460444" y="276182"/>
                      <a:pt x="460626" y="276260"/>
                      <a:pt x="460724" y="276431"/>
                    </a:cubicBezTo>
                    <a:close/>
                  </a:path>
                </a:pathLst>
              </a:custGeom>
              <a:solidFill>
                <a:srgbClr val="202120">
                  <a:alpha val="195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27"/>
              <p:cNvSpPr/>
              <p:nvPr/>
            </p:nvSpPr>
            <p:spPr>
              <a:xfrm>
                <a:off x="2403338" y="2664228"/>
                <a:ext cx="715683" cy="477254"/>
              </a:xfrm>
              <a:custGeom>
                <a:avLst/>
                <a:gdLst/>
                <a:ahLst/>
                <a:cxnLst/>
                <a:rect l="l" t="t" r="r" b="b"/>
                <a:pathLst>
                  <a:path w="715683" h="477254" extrusionOk="0">
                    <a:moveTo>
                      <a:pt x="713807" y="64235"/>
                    </a:moveTo>
                    <a:cubicBezTo>
                      <a:pt x="624901" y="36941"/>
                      <a:pt x="533473" y="18653"/>
                      <a:pt x="440904" y="9647"/>
                    </a:cubicBezTo>
                    <a:cubicBezTo>
                      <a:pt x="347573" y="-451"/>
                      <a:pt x="253551" y="-2613"/>
                      <a:pt x="159853" y="3183"/>
                    </a:cubicBezTo>
                    <a:cubicBezTo>
                      <a:pt x="107946" y="6370"/>
                      <a:pt x="56271" y="11959"/>
                      <a:pt x="4828" y="19952"/>
                    </a:cubicBezTo>
                    <a:cubicBezTo>
                      <a:pt x="1394" y="20973"/>
                      <a:pt x="-561" y="24582"/>
                      <a:pt x="461" y="28013"/>
                    </a:cubicBezTo>
                    <a:cubicBezTo>
                      <a:pt x="918" y="29547"/>
                      <a:pt x="1926" y="30857"/>
                      <a:pt x="3292" y="31693"/>
                    </a:cubicBezTo>
                    <a:cubicBezTo>
                      <a:pt x="145983" y="92652"/>
                      <a:pt x="245546" y="217915"/>
                      <a:pt x="317737" y="351048"/>
                    </a:cubicBezTo>
                    <a:cubicBezTo>
                      <a:pt x="339605" y="391375"/>
                      <a:pt x="359370" y="432776"/>
                      <a:pt x="378291" y="474553"/>
                    </a:cubicBezTo>
                    <a:cubicBezTo>
                      <a:pt x="380598" y="479645"/>
                      <a:pt x="387095" y="476832"/>
                      <a:pt x="387731" y="472255"/>
                    </a:cubicBezTo>
                    <a:cubicBezTo>
                      <a:pt x="389539" y="474402"/>
                      <a:pt x="392747" y="474678"/>
                      <a:pt x="394896" y="472870"/>
                    </a:cubicBezTo>
                    <a:cubicBezTo>
                      <a:pt x="395124" y="472678"/>
                      <a:pt x="395335" y="472466"/>
                      <a:pt x="395527" y="472237"/>
                    </a:cubicBezTo>
                    <a:cubicBezTo>
                      <a:pt x="418199" y="446933"/>
                      <a:pt x="439933" y="420836"/>
                      <a:pt x="460727" y="393947"/>
                    </a:cubicBezTo>
                    <a:cubicBezTo>
                      <a:pt x="481153" y="368994"/>
                      <a:pt x="499702" y="342565"/>
                      <a:pt x="516221" y="314874"/>
                    </a:cubicBezTo>
                    <a:cubicBezTo>
                      <a:pt x="528984" y="339790"/>
                      <a:pt x="546599" y="361907"/>
                      <a:pt x="568033" y="379926"/>
                    </a:cubicBezTo>
                    <a:cubicBezTo>
                      <a:pt x="570253" y="382005"/>
                      <a:pt x="573740" y="381892"/>
                      <a:pt x="575820" y="379674"/>
                    </a:cubicBezTo>
                    <a:cubicBezTo>
                      <a:pt x="576735" y="378698"/>
                      <a:pt x="577264" y="377423"/>
                      <a:pt x="577307" y="376087"/>
                    </a:cubicBezTo>
                    <a:cubicBezTo>
                      <a:pt x="579398" y="351853"/>
                      <a:pt x="581500" y="327621"/>
                      <a:pt x="583481" y="303379"/>
                    </a:cubicBezTo>
                    <a:cubicBezTo>
                      <a:pt x="585448" y="279301"/>
                      <a:pt x="588569" y="254959"/>
                      <a:pt x="588423" y="230782"/>
                    </a:cubicBezTo>
                    <a:cubicBezTo>
                      <a:pt x="627382" y="176409"/>
                      <a:pt x="669149" y="124101"/>
                      <a:pt x="713556" y="74073"/>
                    </a:cubicBezTo>
                    <a:cubicBezTo>
                      <a:pt x="714650" y="72883"/>
                      <a:pt x="714909" y="71148"/>
                      <a:pt x="714209" y="69692"/>
                    </a:cubicBezTo>
                    <a:cubicBezTo>
                      <a:pt x="715673" y="68985"/>
                      <a:pt x="716287" y="67227"/>
                      <a:pt x="715580" y="65763"/>
                    </a:cubicBezTo>
                    <a:cubicBezTo>
                      <a:pt x="715226" y="65031"/>
                      <a:pt x="714584" y="64478"/>
                      <a:pt x="713807" y="64235"/>
                    </a:cubicBezTo>
                    <a:close/>
                    <a:moveTo>
                      <a:pt x="561195" y="38172"/>
                    </a:moveTo>
                    <a:cubicBezTo>
                      <a:pt x="610383" y="46627"/>
                      <a:pt x="658985" y="57627"/>
                      <a:pt x="707591" y="68852"/>
                    </a:cubicBezTo>
                    <a:cubicBezTo>
                      <a:pt x="660731" y="116040"/>
                      <a:pt x="618267" y="167393"/>
                      <a:pt x="580725" y="222275"/>
                    </a:cubicBezTo>
                    <a:cubicBezTo>
                      <a:pt x="452313" y="128271"/>
                      <a:pt x="303980" y="65051"/>
                      <a:pt x="147205" y="37505"/>
                    </a:cubicBezTo>
                    <a:cubicBezTo>
                      <a:pt x="117161" y="32191"/>
                      <a:pt x="86889" y="28333"/>
                      <a:pt x="56504" y="25704"/>
                    </a:cubicBezTo>
                    <a:cubicBezTo>
                      <a:pt x="224435" y="5089"/>
                      <a:pt x="394488" y="9290"/>
                      <a:pt x="561195" y="38172"/>
                    </a:cubicBezTo>
                    <a:close/>
                    <a:moveTo>
                      <a:pt x="452277" y="386516"/>
                    </a:moveTo>
                    <a:cubicBezTo>
                      <a:pt x="431627" y="413182"/>
                      <a:pt x="410004" y="439050"/>
                      <a:pt x="387406" y="464122"/>
                    </a:cubicBezTo>
                    <a:cubicBezTo>
                      <a:pt x="386789" y="464807"/>
                      <a:pt x="386345" y="465629"/>
                      <a:pt x="386111" y="466521"/>
                    </a:cubicBezTo>
                    <a:cubicBezTo>
                      <a:pt x="321991" y="324410"/>
                      <a:pt x="245149" y="182168"/>
                      <a:pt x="119280" y="85248"/>
                    </a:cubicBezTo>
                    <a:cubicBezTo>
                      <a:pt x="93744" y="65510"/>
                      <a:pt x="66404" y="48219"/>
                      <a:pt x="37623" y="33604"/>
                    </a:cubicBezTo>
                    <a:cubicBezTo>
                      <a:pt x="47124" y="34269"/>
                      <a:pt x="56607" y="35072"/>
                      <a:pt x="66071" y="36012"/>
                    </a:cubicBezTo>
                    <a:cubicBezTo>
                      <a:pt x="66402" y="36105"/>
                      <a:pt x="66738" y="36171"/>
                      <a:pt x="67069" y="36265"/>
                    </a:cubicBezTo>
                    <a:cubicBezTo>
                      <a:pt x="84495" y="41199"/>
                      <a:pt x="101647" y="47051"/>
                      <a:pt x="118454" y="53796"/>
                    </a:cubicBezTo>
                    <a:cubicBezTo>
                      <a:pt x="152483" y="67938"/>
                      <a:pt x="185422" y="84569"/>
                      <a:pt x="217003" y="103553"/>
                    </a:cubicBezTo>
                    <a:cubicBezTo>
                      <a:pt x="283015" y="142263"/>
                      <a:pt x="346725" y="184810"/>
                      <a:pt x="408586" y="229819"/>
                    </a:cubicBezTo>
                    <a:cubicBezTo>
                      <a:pt x="443165" y="254977"/>
                      <a:pt x="476881" y="281227"/>
                      <a:pt x="510207" y="308010"/>
                    </a:cubicBezTo>
                    <a:cubicBezTo>
                      <a:pt x="489950" y="333375"/>
                      <a:pt x="472164" y="360835"/>
                      <a:pt x="452277" y="386516"/>
                    </a:cubicBezTo>
                    <a:close/>
                    <a:moveTo>
                      <a:pt x="573020" y="301953"/>
                    </a:moveTo>
                    <a:cubicBezTo>
                      <a:pt x="571100" y="322854"/>
                      <a:pt x="569245" y="343762"/>
                      <a:pt x="567455" y="364674"/>
                    </a:cubicBezTo>
                    <a:cubicBezTo>
                      <a:pt x="550371" y="347682"/>
                      <a:pt x="535479" y="328621"/>
                      <a:pt x="523128" y="307937"/>
                    </a:cubicBezTo>
                    <a:cubicBezTo>
                      <a:pt x="523664" y="306189"/>
                      <a:pt x="523028" y="304294"/>
                      <a:pt x="521546" y="303223"/>
                    </a:cubicBezTo>
                    <a:cubicBezTo>
                      <a:pt x="460901" y="253730"/>
                      <a:pt x="397762" y="207369"/>
                      <a:pt x="332377" y="164321"/>
                    </a:cubicBezTo>
                    <a:cubicBezTo>
                      <a:pt x="269499" y="122704"/>
                      <a:pt x="204828" y="80992"/>
                      <a:pt x="135055" y="51791"/>
                    </a:cubicBezTo>
                    <a:cubicBezTo>
                      <a:pt x="126256" y="48109"/>
                      <a:pt x="117075" y="44426"/>
                      <a:pt x="107670" y="40958"/>
                    </a:cubicBezTo>
                    <a:cubicBezTo>
                      <a:pt x="278581" y="65278"/>
                      <a:pt x="440681" y="131966"/>
                      <a:pt x="579191" y="234939"/>
                    </a:cubicBezTo>
                    <a:cubicBezTo>
                      <a:pt x="579405" y="235048"/>
                      <a:pt x="579631" y="235136"/>
                      <a:pt x="579862" y="235202"/>
                    </a:cubicBezTo>
                    <a:cubicBezTo>
                      <a:pt x="576314" y="257239"/>
                      <a:pt x="575057" y="279764"/>
                      <a:pt x="573019" y="30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27"/>
              <p:cNvSpPr/>
              <p:nvPr/>
            </p:nvSpPr>
            <p:spPr>
              <a:xfrm>
                <a:off x="2886257" y="3009906"/>
                <a:ext cx="89807" cy="34158"/>
              </a:xfrm>
              <a:custGeom>
                <a:avLst/>
                <a:gdLst/>
                <a:ahLst/>
                <a:cxnLst/>
                <a:rect l="l" t="t" r="r" b="b"/>
                <a:pathLst>
                  <a:path w="89807" h="34158" extrusionOk="0">
                    <a:moveTo>
                      <a:pt x="88297" y="29422"/>
                    </a:moveTo>
                    <a:cubicBezTo>
                      <a:pt x="74693" y="24634"/>
                      <a:pt x="60800" y="20713"/>
                      <a:pt x="47126" y="16105"/>
                    </a:cubicBezTo>
                    <a:cubicBezTo>
                      <a:pt x="33289" y="11441"/>
                      <a:pt x="19666" y="6200"/>
                      <a:pt x="6258" y="381"/>
                    </a:cubicBezTo>
                    <a:cubicBezTo>
                      <a:pt x="1623" y="-1630"/>
                      <a:pt x="-2400" y="5220"/>
                      <a:pt x="2263" y="7211"/>
                    </a:cubicBezTo>
                    <a:cubicBezTo>
                      <a:pt x="29238" y="19774"/>
                      <a:pt x="57719" y="28814"/>
                      <a:pt x="87004" y="34108"/>
                    </a:cubicBezTo>
                    <a:cubicBezTo>
                      <a:pt x="88312" y="34417"/>
                      <a:pt x="89623" y="33608"/>
                      <a:pt x="89932" y="32301"/>
                    </a:cubicBezTo>
                    <a:cubicBezTo>
                      <a:pt x="90225" y="31061"/>
                      <a:pt x="89512" y="29806"/>
                      <a:pt x="88297" y="294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4" name="Google Shape;1704;p27"/>
            <p:cNvGrpSpPr/>
            <p:nvPr/>
          </p:nvGrpSpPr>
          <p:grpSpPr>
            <a:xfrm rot="521790">
              <a:off x="6866704" y="3577560"/>
              <a:ext cx="300194" cy="263147"/>
              <a:chOff x="6187100" y="3037885"/>
              <a:chExt cx="300195" cy="263148"/>
            </a:xfrm>
          </p:grpSpPr>
          <p:sp>
            <p:nvSpPr>
              <p:cNvPr id="1705" name="Google Shape;1705;p27"/>
              <p:cNvSpPr/>
              <p:nvPr/>
            </p:nvSpPr>
            <p:spPr>
              <a:xfrm>
                <a:off x="6226121" y="3069767"/>
                <a:ext cx="74251" cy="114180"/>
              </a:xfrm>
              <a:custGeom>
                <a:avLst/>
                <a:gdLst/>
                <a:ahLst/>
                <a:cxnLst/>
                <a:rect l="l" t="t" r="r" b="b"/>
                <a:pathLst>
                  <a:path w="74251" h="114180" extrusionOk="0">
                    <a:moveTo>
                      <a:pt x="60757" y="108991"/>
                    </a:moveTo>
                    <a:cubicBezTo>
                      <a:pt x="57797" y="109901"/>
                      <a:pt x="54906" y="111021"/>
                      <a:pt x="52106" y="112344"/>
                    </a:cubicBezTo>
                    <a:cubicBezTo>
                      <a:pt x="50798" y="112872"/>
                      <a:pt x="49530" y="113491"/>
                      <a:pt x="48309" y="114196"/>
                    </a:cubicBezTo>
                    <a:lnTo>
                      <a:pt x="47161" y="111197"/>
                    </a:lnTo>
                    <a:cubicBezTo>
                      <a:pt x="24626" y="98595"/>
                      <a:pt x="8371" y="77172"/>
                      <a:pt x="2312" y="52086"/>
                    </a:cubicBezTo>
                    <a:cubicBezTo>
                      <a:pt x="-1905" y="38193"/>
                      <a:pt x="227" y="23149"/>
                      <a:pt x="8139" y="10973"/>
                    </a:cubicBezTo>
                    <a:cubicBezTo>
                      <a:pt x="16879" y="-408"/>
                      <a:pt x="35684" y="-4290"/>
                      <a:pt x="45660" y="5944"/>
                    </a:cubicBezTo>
                    <a:lnTo>
                      <a:pt x="52459" y="7356"/>
                    </a:lnTo>
                    <a:cubicBezTo>
                      <a:pt x="47957" y="22441"/>
                      <a:pt x="47139" y="38385"/>
                      <a:pt x="50075" y="53850"/>
                    </a:cubicBezTo>
                    <a:cubicBezTo>
                      <a:pt x="52723" y="73437"/>
                      <a:pt x="58021" y="94963"/>
                      <a:pt x="74442" y="105992"/>
                    </a:cubicBezTo>
                    <a:cubicBezTo>
                      <a:pt x="69803" y="106602"/>
                      <a:pt x="65225" y="107605"/>
                      <a:pt x="60757" y="108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7"/>
              <p:cNvSpPr/>
              <p:nvPr/>
            </p:nvSpPr>
            <p:spPr>
              <a:xfrm>
                <a:off x="6274280" y="3049223"/>
                <a:ext cx="82146" cy="129695"/>
              </a:xfrm>
              <a:custGeom>
                <a:avLst/>
                <a:gdLst/>
                <a:ahLst/>
                <a:cxnLst/>
                <a:rect l="l" t="t" r="r" b="b"/>
                <a:pathLst>
                  <a:path w="82146" h="129695" extrusionOk="0">
                    <a:moveTo>
                      <a:pt x="73251" y="118066"/>
                    </a:moveTo>
                    <a:lnTo>
                      <a:pt x="77665" y="119830"/>
                    </a:lnTo>
                    <a:cubicBezTo>
                      <a:pt x="76324" y="123044"/>
                      <a:pt x="75203" y="126345"/>
                      <a:pt x="74311" y="129712"/>
                    </a:cubicBezTo>
                    <a:lnTo>
                      <a:pt x="66012" y="127241"/>
                    </a:lnTo>
                    <a:cubicBezTo>
                      <a:pt x="56262" y="125714"/>
                      <a:pt x="46384" y="125152"/>
                      <a:pt x="36524" y="125565"/>
                    </a:cubicBezTo>
                    <a:cubicBezTo>
                      <a:pt x="33093" y="125669"/>
                      <a:pt x="29673" y="125994"/>
                      <a:pt x="26283" y="126535"/>
                    </a:cubicBezTo>
                    <a:cubicBezTo>
                      <a:pt x="9862" y="115507"/>
                      <a:pt x="4565" y="93981"/>
                      <a:pt x="1916" y="74395"/>
                    </a:cubicBezTo>
                    <a:cubicBezTo>
                      <a:pt x="-1019" y="58929"/>
                      <a:pt x="-202" y="42985"/>
                      <a:pt x="4300" y="27900"/>
                    </a:cubicBezTo>
                    <a:cubicBezTo>
                      <a:pt x="9166" y="12599"/>
                      <a:pt x="22659" y="1646"/>
                      <a:pt x="38643" y="21"/>
                    </a:cubicBezTo>
                    <a:cubicBezTo>
                      <a:pt x="62657" y="-420"/>
                      <a:pt x="77842" y="26400"/>
                      <a:pt x="81108" y="50133"/>
                    </a:cubicBezTo>
                    <a:cubicBezTo>
                      <a:pt x="84176" y="73078"/>
                      <a:pt x="81476" y="96425"/>
                      <a:pt x="73251" y="1180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7"/>
              <p:cNvSpPr/>
              <p:nvPr/>
            </p:nvSpPr>
            <p:spPr>
              <a:xfrm>
                <a:off x="6192488" y="3213414"/>
                <a:ext cx="5429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54295" h="33525" extrusionOk="0">
                    <a:moveTo>
                      <a:pt x="53868" y="33541"/>
                    </a:moveTo>
                    <a:cubicBezTo>
                      <a:pt x="35357" y="30756"/>
                      <a:pt x="17304" y="25505"/>
                      <a:pt x="190" y="17925"/>
                    </a:cubicBezTo>
                    <a:cubicBezTo>
                      <a:pt x="17461" y="10472"/>
                      <a:pt x="35328" y="4481"/>
                      <a:pt x="53603" y="16"/>
                    </a:cubicBezTo>
                    <a:lnTo>
                      <a:pt x="54486" y="280"/>
                    </a:lnTo>
                    <a:cubicBezTo>
                      <a:pt x="50678" y="11016"/>
                      <a:pt x="50523" y="22708"/>
                      <a:pt x="54044" y="335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7"/>
              <p:cNvSpPr/>
              <p:nvPr/>
            </p:nvSpPr>
            <p:spPr>
              <a:xfrm>
                <a:off x="6243810" y="3182095"/>
                <a:ext cx="68835" cy="116633"/>
              </a:xfrm>
              <a:custGeom>
                <a:avLst/>
                <a:gdLst/>
                <a:ahLst/>
                <a:cxnLst/>
                <a:rect l="l" t="t" r="r" b="b"/>
                <a:pathLst>
                  <a:path w="68835" h="116633" extrusionOk="0">
                    <a:moveTo>
                      <a:pt x="30621" y="1868"/>
                    </a:moveTo>
                    <a:cubicBezTo>
                      <a:pt x="31841" y="1163"/>
                      <a:pt x="33110" y="544"/>
                      <a:pt x="34417" y="16"/>
                    </a:cubicBezTo>
                    <a:lnTo>
                      <a:pt x="35212" y="1692"/>
                    </a:lnTo>
                    <a:cubicBezTo>
                      <a:pt x="25598" y="42718"/>
                      <a:pt x="38467" y="85763"/>
                      <a:pt x="69025" y="114796"/>
                    </a:cubicBezTo>
                    <a:lnTo>
                      <a:pt x="68672" y="116649"/>
                    </a:lnTo>
                    <a:cubicBezTo>
                      <a:pt x="52920" y="114119"/>
                      <a:pt x="38034" y="107756"/>
                      <a:pt x="25324" y="98122"/>
                    </a:cubicBezTo>
                    <a:cubicBezTo>
                      <a:pt x="14618" y="89555"/>
                      <a:pt x="6743" y="77964"/>
                      <a:pt x="2723" y="64861"/>
                    </a:cubicBezTo>
                    <a:cubicBezTo>
                      <a:pt x="-799" y="54028"/>
                      <a:pt x="-644" y="42336"/>
                      <a:pt x="3164" y="31600"/>
                    </a:cubicBezTo>
                    <a:cubicBezTo>
                      <a:pt x="3241" y="31235"/>
                      <a:pt x="3360" y="30880"/>
                      <a:pt x="3517" y="30542"/>
                    </a:cubicBezTo>
                    <a:cubicBezTo>
                      <a:pt x="8856" y="18070"/>
                      <a:pt x="18464" y="7905"/>
                      <a:pt x="30621" y="18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7"/>
              <p:cNvSpPr/>
              <p:nvPr/>
            </p:nvSpPr>
            <p:spPr>
              <a:xfrm>
                <a:off x="6308365" y="3174641"/>
                <a:ext cx="88504" cy="125057"/>
              </a:xfrm>
              <a:custGeom>
                <a:avLst/>
                <a:gdLst/>
                <a:ahLst/>
                <a:cxnLst/>
                <a:rect l="l" t="t" r="r" b="b"/>
                <a:pathLst>
                  <a:path w="88504" h="125057" extrusionOk="0">
                    <a:moveTo>
                      <a:pt x="40225" y="4293"/>
                    </a:moveTo>
                    <a:cubicBezTo>
                      <a:pt x="39695" y="6058"/>
                      <a:pt x="39254" y="7911"/>
                      <a:pt x="38901" y="9675"/>
                    </a:cubicBezTo>
                    <a:cubicBezTo>
                      <a:pt x="30270" y="50228"/>
                      <a:pt x="49773" y="91552"/>
                      <a:pt x="86575" y="110693"/>
                    </a:cubicBezTo>
                    <a:lnTo>
                      <a:pt x="88694" y="116956"/>
                    </a:lnTo>
                    <a:cubicBezTo>
                      <a:pt x="77150" y="120895"/>
                      <a:pt x="65225" y="123616"/>
                      <a:pt x="53115" y="125073"/>
                    </a:cubicBezTo>
                    <a:lnTo>
                      <a:pt x="52585" y="120309"/>
                    </a:lnTo>
                    <a:cubicBezTo>
                      <a:pt x="12950" y="96263"/>
                      <a:pt x="-7103" y="49776"/>
                      <a:pt x="2615" y="4470"/>
                    </a:cubicBezTo>
                    <a:lnTo>
                      <a:pt x="2439" y="147"/>
                    </a:lnTo>
                    <a:cubicBezTo>
                      <a:pt x="12299" y="-266"/>
                      <a:pt x="22176" y="296"/>
                      <a:pt x="31926" y="1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27"/>
              <p:cNvSpPr/>
              <p:nvPr/>
            </p:nvSpPr>
            <p:spPr>
              <a:xfrm>
                <a:off x="6275700" y="3174772"/>
                <a:ext cx="85589" cy="126261"/>
              </a:xfrm>
              <a:custGeom>
                <a:avLst/>
                <a:gdLst/>
                <a:ahLst/>
                <a:cxnLst/>
                <a:rect l="l" t="t" r="r" b="b"/>
                <a:pathLst>
                  <a:path w="85589" h="126261" extrusionOk="0">
                    <a:moveTo>
                      <a:pt x="11179" y="3986"/>
                    </a:moveTo>
                    <a:cubicBezTo>
                      <a:pt x="15647" y="2600"/>
                      <a:pt x="20225" y="1596"/>
                      <a:pt x="24863" y="986"/>
                    </a:cubicBezTo>
                    <a:cubicBezTo>
                      <a:pt x="28252" y="444"/>
                      <a:pt x="31673" y="120"/>
                      <a:pt x="35104" y="16"/>
                    </a:cubicBezTo>
                    <a:lnTo>
                      <a:pt x="35281" y="4338"/>
                    </a:lnTo>
                    <a:cubicBezTo>
                      <a:pt x="25562" y="49644"/>
                      <a:pt x="45616" y="96132"/>
                      <a:pt x="85250" y="120178"/>
                    </a:cubicBezTo>
                    <a:lnTo>
                      <a:pt x="85780" y="124942"/>
                    </a:lnTo>
                    <a:cubicBezTo>
                      <a:pt x="78980" y="125734"/>
                      <a:pt x="72143" y="126176"/>
                      <a:pt x="65297" y="126265"/>
                    </a:cubicBezTo>
                    <a:cubicBezTo>
                      <a:pt x="55741" y="126386"/>
                      <a:pt x="46195" y="125618"/>
                      <a:pt x="36781" y="123971"/>
                    </a:cubicBezTo>
                    <a:lnTo>
                      <a:pt x="37135" y="122119"/>
                    </a:lnTo>
                    <a:cubicBezTo>
                      <a:pt x="6577" y="93085"/>
                      <a:pt x="-6292" y="50041"/>
                      <a:pt x="3321" y="9014"/>
                    </a:cubicBezTo>
                    <a:lnTo>
                      <a:pt x="2527" y="7338"/>
                    </a:lnTo>
                    <a:cubicBezTo>
                      <a:pt x="5326" y="6015"/>
                      <a:pt x="8218" y="4895"/>
                      <a:pt x="11178" y="398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27"/>
              <p:cNvSpPr/>
              <p:nvPr/>
            </p:nvSpPr>
            <p:spPr>
              <a:xfrm>
                <a:off x="6345049" y="3115801"/>
                <a:ext cx="137453" cy="175780"/>
              </a:xfrm>
              <a:custGeom>
                <a:avLst/>
                <a:gdLst/>
                <a:ahLst/>
                <a:cxnLst/>
                <a:rect l="l" t="t" r="r" b="b"/>
                <a:pathLst>
                  <a:path w="137453" h="175780" extrusionOk="0">
                    <a:moveTo>
                      <a:pt x="73904" y="846"/>
                    </a:moveTo>
                    <a:cubicBezTo>
                      <a:pt x="77381" y="316"/>
                      <a:pt x="80893" y="50"/>
                      <a:pt x="84410" y="52"/>
                    </a:cubicBezTo>
                    <a:cubicBezTo>
                      <a:pt x="95046" y="-350"/>
                      <a:pt x="105541" y="2581"/>
                      <a:pt x="114428" y="8434"/>
                    </a:cubicBezTo>
                    <a:cubicBezTo>
                      <a:pt x="116554" y="10017"/>
                      <a:pt x="118507" y="11821"/>
                      <a:pt x="120254" y="13815"/>
                    </a:cubicBezTo>
                    <a:cubicBezTo>
                      <a:pt x="124399" y="18466"/>
                      <a:pt x="127741" y="23773"/>
                      <a:pt x="130142" y="29519"/>
                    </a:cubicBezTo>
                    <a:cubicBezTo>
                      <a:pt x="146652" y="66662"/>
                      <a:pt x="134645" y="112627"/>
                      <a:pt x="106482" y="141918"/>
                    </a:cubicBezTo>
                    <a:cubicBezTo>
                      <a:pt x="91280" y="157381"/>
                      <a:pt x="72606" y="168995"/>
                      <a:pt x="52010" y="175796"/>
                    </a:cubicBezTo>
                    <a:lnTo>
                      <a:pt x="49891" y="169532"/>
                    </a:lnTo>
                    <a:cubicBezTo>
                      <a:pt x="13089" y="150392"/>
                      <a:pt x="-6414" y="109067"/>
                      <a:pt x="2216" y="68515"/>
                    </a:cubicBezTo>
                    <a:cubicBezTo>
                      <a:pt x="2570" y="66750"/>
                      <a:pt x="3011" y="64898"/>
                      <a:pt x="3541" y="63133"/>
                    </a:cubicBezTo>
                    <a:cubicBezTo>
                      <a:pt x="4433" y="59767"/>
                      <a:pt x="5554" y="56465"/>
                      <a:pt x="6896" y="53252"/>
                    </a:cubicBezTo>
                    <a:cubicBezTo>
                      <a:pt x="18802" y="25488"/>
                      <a:pt x="44074" y="5723"/>
                      <a:pt x="73905" y="8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7"/>
              <p:cNvSpPr/>
              <p:nvPr/>
            </p:nvSpPr>
            <p:spPr>
              <a:xfrm>
                <a:off x="6254298" y="3069814"/>
                <a:ext cx="24093" cy="60822"/>
              </a:xfrm>
              <a:custGeom>
                <a:avLst/>
                <a:gdLst/>
                <a:ahLst/>
                <a:cxnLst/>
                <a:rect l="l" t="t" r="r" b="b"/>
                <a:pathLst>
                  <a:path w="24093" h="60822" extrusionOk="0">
                    <a:moveTo>
                      <a:pt x="9951" y="14355"/>
                    </a:moveTo>
                    <a:cubicBezTo>
                      <a:pt x="13164" y="24821"/>
                      <a:pt x="15259" y="35597"/>
                      <a:pt x="16202" y="46504"/>
                    </a:cubicBezTo>
                    <a:cubicBezTo>
                      <a:pt x="17540" y="48479"/>
                      <a:pt x="18825" y="50378"/>
                      <a:pt x="19752" y="52101"/>
                    </a:cubicBezTo>
                    <a:cubicBezTo>
                      <a:pt x="21239" y="54845"/>
                      <a:pt x="22324" y="57787"/>
                      <a:pt x="22974" y="60839"/>
                    </a:cubicBezTo>
                    <a:cubicBezTo>
                      <a:pt x="22571" y="58481"/>
                      <a:pt x="22213" y="56127"/>
                      <a:pt x="21898" y="53804"/>
                    </a:cubicBezTo>
                    <a:cubicBezTo>
                      <a:pt x="18963" y="38338"/>
                      <a:pt x="19780" y="22394"/>
                      <a:pt x="24283" y="7310"/>
                    </a:cubicBezTo>
                    <a:lnTo>
                      <a:pt x="17484" y="5897"/>
                    </a:lnTo>
                    <a:cubicBezTo>
                      <a:pt x="12886" y="1468"/>
                      <a:pt x="6522" y="-631"/>
                      <a:pt x="190" y="191"/>
                    </a:cubicBezTo>
                    <a:cubicBezTo>
                      <a:pt x="4770" y="3848"/>
                      <a:pt x="8166" y="8776"/>
                      <a:pt x="9951" y="14355"/>
                    </a:cubicBezTo>
                    <a:close/>
                  </a:path>
                </a:pathLst>
              </a:custGeom>
              <a:solidFill>
                <a:srgbClr val="9DCCC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27"/>
              <p:cNvSpPr/>
              <p:nvPr/>
            </p:nvSpPr>
            <p:spPr>
              <a:xfrm>
                <a:off x="6260854" y="3131587"/>
                <a:ext cx="39520" cy="52360"/>
              </a:xfrm>
              <a:custGeom>
                <a:avLst/>
                <a:gdLst/>
                <a:ahLst/>
                <a:cxnLst/>
                <a:rect l="l" t="t" r="r" b="b"/>
                <a:pathLst>
                  <a:path w="39520" h="52360" extrusionOk="0">
                    <a:moveTo>
                      <a:pt x="16591" y="16"/>
                    </a:moveTo>
                    <a:cubicBezTo>
                      <a:pt x="17998" y="8188"/>
                      <a:pt x="15798" y="16568"/>
                      <a:pt x="10557" y="22997"/>
                    </a:cubicBezTo>
                    <a:cubicBezTo>
                      <a:pt x="9408" y="30076"/>
                      <a:pt x="5723" y="36496"/>
                      <a:pt x="190" y="41061"/>
                    </a:cubicBezTo>
                    <a:cubicBezTo>
                      <a:pt x="4032" y="44166"/>
                      <a:pt x="8126" y="46948"/>
                      <a:pt x="12429" y="49376"/>
                    </a:cubicBezTo>
                    <a:lnTo>
                      <a:pt x="13578" y="52376"/>
                    </a:lnTo>
                    <a:cubicBezTo>
                      <a:pt x="14798" y="51671"/>
                      <a:pt x="16066" y="51052"/>
                      <a:pt x="17373" y="50524"/>
                    </a:cubicBezTo>
                    <a:cubicBezTo>
                      <a:pt x="20173" y="49202"/>
                      <a:pt x="23065" y="48081"/>
                      <a:pt x="26025" y="47171"/>
                    </a:cubicBezTo>
                    <a:cubicBezTo>
                      <a:pt x="30493" y="45785"/>
                      <a:pt x="35071" y="44782"/>
                      <a:pt x="39710" y="44172"/>
                    </a:cubicBezTo>
                    <a:cubicBezTo>
                      <a:pt x="25499" y="34628"/>
                      <a:pt x="19632" y="17222"/>
                      <a:pt x="16591" y="16"/>
                    </a:cubicBezTo>
                    <a:close/>
                  </a:path>
                </a:pathLst>
              </a:custGeom>
              <a:solidFill>
                <a:srgbClr val="9DCCC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27"/>
              <p:cNvSpPr/>
              <p:nvPr/>
            </p:nvSpPr>
            <p:spPr>
              <a:xfrm>
                <a:off x="6309140" y="3174657"/>
                <a:ext cx="26556" cy="13534"/>
              </a:xfrm>
              <a:custGeom>
                <a:avLst/>
                <a:gdLst/>
                <a:ahLst/>
                <a:cxnLst/>
                <a:rect l="l" t="t" r="r" b="b"/>
                <a:pathLst>
                  <a:path w="26556" h="13534" extrusionOk="0">
                    <a:moveTo>
                      <a:pt x="190" y="13550"/>
                    </a:moveTo>
                    <a:cubicBezTo>
                      <a:pt x="9279" y="10015"/>
                      <a:pt x="18147" y="5937"/>
                      <a:pt x="26746" y="1337"/>
                    </a:cubicBezTo>
                    <a:cubicBezTo>
                      <a:pt x="18438" y="198"/>
                      <a:pt x="10044" y="-206"/>
                      <a:pt x="1664" y="130"/>
                    </a:cubicBezTo>
                    <a:lnTo>
                      <a:pt x="1841" y="4454"/>
                    </a:lnTo>
                    <a:cubicBezTo>
                      <a:pt x="1134" y="7463"/>
                      <a:pt x="603" y="10500"/>
                      <a:pt x="190" y="13550"/>
                    </a:cubicBezTo>
                    <a:close/>
                  </a:path>
                </a:pathLst>
              </a:custGeom>
              <a:solidFill>
                <a:srgbClr val="60394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7"/>
              <p:cNvSpPr/>
              <p:nvPr/>
            </p:nvSpPr>
            <p:spPr>
              <a:xfrm>
                <a:off x="6276296" y="3174772"/>
                <a:ext cx="34495" cy="24050"/>
              </a:xfrm>
              <a:custGeom>
                <a:avLst/>
                <a:gdLst/>
                <a:ahLst/>
                <a:cxnLst/>
                <a:rect l="l" t="t" r="r" b="b"/>
                <a:pathLst>
                  <a:path w="34495" h="24050" extrusionOk="0">
                    <a:moveTo>
                      <a:pt x="190" y="23556"/>
                    </a:moveTo>
                    <a:cubicBezTo>
                      <a:pt x="798" y="23710"/>
                      <a:pt x="1408" y="23876"/>
                      <a:pt x="2018" y="24066"/>
                    </a:cubicBezTo>
                    <a:cubicBezTo>
                      <a:pt x="12834" y="20804"/>
                      <a:pt x="23147" y="17319"/>
                      <a:pt x="33034" y="13436"/>
                    </a:cubicBezTo>
                    <a:cubicBezTo>
                      <a:pt x="33447" y="10386"/>
                      <a:pt x="33978" y="7348"/>
                      <a:pt x="34685" y="4340"/>
                    </a:cubicBezTo>
                    <a:lnTo>
                      <a:pt x="34508" y="16"/>
                    </a:lnTo>
                    <a:cubicBezTo>
                      <a:pt x="31077" y="120"/>
                      <a:pt x="27657" y="445"/>
                      <a:pt x="24269" y="987"/>
                    </a:cubicBezTo>
                    <a:cubicBezTo>
                      <a:pt x="19630" y="1597"/>
                      <a:pt x="15051" y="2600"/>
                      <a:pt x="10583" y="3986"/>
                    </a:cubicBezTo>
                    <a:cubicBezTo>
                      <a:pt x="7623" y="4896"/>
                      <a:pt x="4732" y="6017"/>
                      <a:pt x="1931" y="7339"/>
                    </a:cubicBezTo>
                    <a:lnTo>
                      <a:pt x="2725" y="9015"/>
                    </a:lnTo>
                    <a:cubicBezTo>
                      <a:pt x="1554" y="13799"/>
                      <a:pt x="707" y="18657"/>
                      <a:pt x="190" y="23556"/>
                    </a:cubicBezTo>
                    <a:close/>
                  </a:path>
                </a:pathLst>
              </a:custGeom>
              <a:solidFill>
                <a:srgbClr val="F0C573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27"/>
              <p:cNvSpPr/>
              <p:nvPr/>
            </p:nvSpPr>
            <p:spPr>
              <a:xfrm>
                <a:off x="6353835" y="3123720"/>
                <a:ext cx="41879" cy="41189"/>
              </a:xfrm>
              <a:custGeom>
                <a:avLst/>
                <a:gdLst/>
                <a:ahLst/>
                <a:cxnLst/>
                <a:rect l="l" t="t" r="r" b="b"/>
                <a:pathLst>
                  <a:path w="41879" h="41189" extrusionOk="0">
                    <a:moveTo>
                      <a:pt x="42069" y="16"/>
                    </a:moveTo>
                    <a:cubicBezTo>
                      <a:pt x="23882" y="8664"/>
                      <a:pt x="9133" y="23171"/>
                      <a:pt x="190" y="41205"/>
                    </a:cubicBezTo>
                    <a:cubicBezTo>
                      <a:pt x="16376" y="29936"/>
                      <a:pt x="30536" y="16010"/>
                      <a:pt x="42069" y="16"/>
                    </a:cubicBezTo>
                    <a:close/>
                  </a:path>
                </a:pathLst>
              </a:custGeom>
              <a:solidFill>
                <a:srgbClr val="F0C573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17" name="Google Shape;1717;p27"/>
              <p:cNvGrpSpPr/>
              <p:nvPr/>
            </p:nvGrpSpPr>
            <p:grpSpPr>
              <a:xfrm>
                <a:off x="6221399" y="3037885"/>
                <a:ext cx="265896" cy="146296"/>
                <a:chOff x="7679149" y="2928060"/>
                <a:chExt cx="265896" cy="146296"/>
              </a:xfrm>
            </p:grpSpPr>
            <p:sp>
              <p:nvSpPr>
                <p:cNvPr id="1718" name="Google Shape;1718;p27"/>
                <p:cNvSpPr/>
                <p:nvPr/>
              </p:nvSpPr>
              <p:spPr>
                <a:xfrm>
                  <a:off x="7679149" y="2934420"/>
                  <a:ext cx="140026" cy="13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026" h="139936" extrusionOk="0">
                      <a:moveTo>
                        <a:pt x="114704" y="7685"/>
                      </a:moveTo>
                      <a:cubicBezTo>
                        <a:pt x="99165" y="-4076"/>
                        <a:pt x="77227" y="-2113"/>
                        <a:pt x="64025" y="12219"/>
                      </a:cubicBezTo>
                      <a:cubicBezTo>
                        <a:pt x="59158" y="17214"/>
                        <a:pt x="55374" y="23157"/>
                        <a:pt x="52908" y="29678"/>
                      </a:cubicBezTo>
                      <a:cubicBezTo>
                        <a:pt x="52831" y="29538"/>
                        <a:pt x="52745" y="29403"/>
                        <a:pt x="52648" y="29276"/>
                      </a:cubicBezTo>
                      <a:cubicBezTo>
                        <a:pt x="43023" y="20366"/>
                        <a:pt x="28567" y="19142"/>
                        <a:pt x="17579" y="26307"/>
                      </a:cubicBezTo>
                      <a:cubicBezTo>
                        <a:pt x="4981" y="35394"/>
                        <a:pt x="-1555" y="50698"/>
                        <a:pt x="594" y="66076"/>
                      </a:cubicBezTo>
                      <a:cubicBezTo>
                        <a:pt x="2556" y="95373"/>
                        <a:pt x="22523" y="129348"/>
                        <a:pt x="51024" y="139790"/>
                      </a:cubicBezTo>
                      <a:cubicBezTo>
                        <a:pt x="53925" y="140853"/>
                        <a:pt x="56579" y="136449"/>
                        <a:pt x="54119" y="134476"/>
                      </a:cubicBezTo>
                      <a:cubicBezTo>
                        <a:pt x="43955" y="127142"/>
                        <a:pt x="34771" y="118541"/>
                        <a:pt x="26791" y="108879"/>
                      </a:cubicBezTo>
                      <a:cubicBezTo>
                        <a:pt x="19173" y="98772"/>
                        <a:pt x="13841" y="87132"/>
                        <a:pt x="11164" y="74765"/>
                      </a:cubicBezTo>
                      <a:cubicBezTo>
                        <a:pt x="7504" y="62040"/>
                        <a:pt x="9984" y="48338"/>
                        <a:pt x="17872" y="37700"/>
                      </a:cubicBezTo>
                      <a:cubicBezTo>
                        <a:pt x="25371" y="28636"/>
                        <a:pt x="38605" y="26906"/>
                        <a:pt x="48186" y="33736"/>
                      </a:cubicBezTo>
                      <a:cubicBezTo>
                        <a:pt x="48981" y="34466"/>
                        <a:pt x="50102" y="34726"/>
                        <a:pt x="51138" y="34419"/>
                      </a:cubicBezTo>
                      <a:cubicBezTo>
                        <a:pt x="47646" y="48014"/>
                        <a:pt x="46941" y="62174"/>
                        <a:pt x="49066" y="76048"/>
                      </a:cubicBezTo>
                      <a:cubicBezTo>
                        <a:pt x="51507" y="96493"/>
                        <a:pt x="56462" y="125225"/>
                        <a:pt x="77932" y="134498"/>
                      </a:cubicBezTo>
                      <a:cubicBezTo>
                        <a:pt x="81033" y="135838"/>
                        <a:pt x="84359" y="132330"/>
                        <a:pt x="81724" y="129586"/>
                      </a:cubicBezTo>
                      <a:cubicBezTo>
                        <a:pt x="70147" y="117089"/>
                        <a:pt x="62850" y="101232"/>
                        <a:pt x="60893" y="84314"/>
                      </a:cubicBezTo>
                      <a:cubicBezTo>
                        <a:pt x="57840" y="65606"/>
                        <a:pt x="55615" y="43426"/>
                        <a:pt x="66252" y="26627"/>
                      </a:cubicBezTo>
                      <a:cubicBezTo>
                        <a:pt x="75348" y="12260"/>
                        <a:pt x="93430" y="4980"/>
                        <a:pt x="108150" y="15773"/>
                      </a:cubicBezTo>
                      <a:cubicBezTo>
                        <a:pt x="120371" y="26342"/>
                        <a:pt x="127985" y="41257"/>
                        <a:pt x="129374" y="57347"/>
                      </a:cubicBezTo>
                      <a:cubicBezTo>
                        <a:pt x="130824" y="68574"/>
                        <a:pt x="130841" y="79940"/>
                        <a:pt x="129426" y="91171"/>
                      </a:cubicBezTo>
                      <a:cubicBezTo>
                        <a:pt x="128827" y="97532"/>
                        <a:pt x="127832" y="103849"/>
                        <a:pt x="126448" y="110087"/>
                      </a:cubicBezTo>
                      <a:cubicBezTo>
                        <a:pt x="124957" y="115917"/>
                        <a:pt x="122313" y="121432"/>
                        <a:pt x="121089" y="127312"/>
                      </a:cubicBezTo>
                      <a:cubicBezTo>
                        <a:pt x="120677" y="129012"/>
                        <a:pt x="121723" y="130725"/>
                        <a:pt x="123426" y="131136"/>
                      </a:cubicBezTo>
                      <a:cubicBezTo>
                        <a:pt x="124751" y="131457"/>
                        <a:pt x="126132" y="130895"/>
                        <a:pt x="126857" y="129741"/>
                      </a:cubicBezTo>
                      <a:cubicBezTo>
                        <a:pt x="129695" y="124920"/>
                        <a:pt x="131818" y="119712"/>
                        <a:pt x="133160" y="114281"/>
                      </a:cubicBezTo>
                      <a:cubicBezTo>
                        <a:pt x="139673" y="96052"/>
                        <a:pt x="141718" y="76529"/>
                        <a:pt x="139125" y="57347"/>
                      </a:cubicBezTo>
                      <a:cubicBezTo>
                        <a:pt x="137931" y="38203"/>
                        <a:pt x="129140" y="20327"/>
                        <a:pt x="114704" y="76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9" name="Google Shape;1719;p27"/>
                <p:cNvSpPr/>
                <p:nvPr/>
              </p:nvSpPr>
              <p:spPr>
                <a:xfrm>
                  <a:off x="7851537" y="2928060"/>
                  <a:ext cx="28783" cy="107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83" h="107431" extrusionOk="0">
                      <a:moveTo>
                        <a:pt x="8382" y="1604"/>
                      </a:moveTo>
                      <a:cubicBezTo>
                        <a:pt x="4533" y="-2776"/>
                        <a:pt x="-1632" y="2796"/>
                        <a:pt x="704" y="7524"/>
                      </a:cubicBezTo>
                      <a:cubicBezTo>
                        <a:pt x="4428" y="15058"/>
                        <a:pt x="9153" y="21953"/>
                        <a:pt x="12368" y="29780"/>
                      </a:cubicBezTo>
                      <a:cubicBezTo>
                        <a:pt x="15601" y="37701"/>
                        <a:pt x="18044" y="45921"/>
                        <a:pt x="19662" y="54322"/>
                      </a:cubicBezTo>
                      <a:cubicBezTo>
                        <a:pt x="22983" y="71424"/>
                        <a:pt x="22878" y="89014"/>
                        <a:pt x="19355" y="106076"/>
                      </a:cubicBezTo>
                      <a:cubicBezTo>
                        <a:pt x="19212" y="106673"/>
                        <a:pt x="19581" y="107274"/>
                        <a:pt x="20179" y="107416"/>
                      </a:cubicBezTo>
                      <a:cubicBezTo>
                        <a:pt x="20748" y="107552"/>
                        <a:pt x="21325" y="107225"/>
                        <a:pt x="21499" y="106667"/>
                      </a:cubicBezTo>
                      <a:cubicBezTo>
                        <a:pt x="28179" y="89392"/>
                        <a:pt x="30433" y="70723"/>
                        <a:pt x="28054" y="52356"/>
                      </a:cubicBezTo>
                      <a:cubicBezTo>
                        <a:pt x="26402" y="33927"/>
                        <a:pt x="19584" y="16336"/>
                        <a:pt x="8382" y="16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0" name="Google Shape;1720;p27"/>
                <p:cNvSpPr/>
                <p:nvPr/>
              </p:nvSpPr>
              <p:spPr>
                <a:xfrm>
                  <a:off x="7905226" y="2933115"/>
                  <a:ext cx="39819" cy="10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19" h="108880" extrusionOk="0">
                      <a:moveTo>
                        <a:pt x="39608" y="15771"/>
                      </a:moveTo>
                      <a:cubicBezTo>
                        <a:pt x="39630" y="10939"/>
                        <a:pt x="38465" y="6174"/>
                        <a:pt x="36215" y="1897"/>
                      </a:cubicBezTo>
                      <a:cubicBezTo>
                        <a:pt x="35039" y="21"/>
                        <a:pt x="32563" y="-548"/>
                        <a:pt x="30686" y="628"/>
                      </a:cubicBezTo>
                      <a:cubicBezTo>
                        <a:pt x="29871" y="1138"/>
                        <a:pt x="29266" y="1923"/>
                        <a:pt x="28982" y="2842"/>
                      </a:cubicBezTo>
                      <a:cubicBezTo>
                        <a:pt x="28436" y="7144"/>
                        <a:pt x="28557" y="11505"/>
                        <a:pt x="29340" y="15771"/>
                      </a:cubicBezTo>
                      <a:cubicBezTo>
                        <a:pt x="29665" y="20029"/>
                        <a:pt x="29864" y="24280"/>
                        <a:pt x="29775" y="28551"/>
                      </a:cubicBezTo>
                      <a:cubicBezTo>
                        <a:pt x="29549" y="37714"/>
                        <a:pt x="28246" y="46818"/>
                        <a:pt x="25895" y="55677"/>
                      </a:cubicBezTo>
                      <a:cubicBezTo>
                        <a:pt x="20988" y="73301"/>
                        <a:pt x="12508" y="89729"/>
                        <a:pt x="980" y="103939"/>
                      </a:cubicBezTo>
                      <a:cubicBezTo>
                        <a:pt x="-130" y="105132"/>
                        <a:pt x="-62" y="106997"/>
                        <a:pt x="1131" y="108107"/>
                      </a:cubicBezTo>
                      <a:cubicBezTo>
                        <a:pt x="2264" y="109160"/>
                        <a:pt x="4018" y="109160"/>
                        <a:pt x="5150" y="108107"/>
                      </a:cubicBezTo>
                      <a:cubicBezTo>
                        <a:pt x="19458" y="94818"/>
                        <a:pt x="29807" y="77833"/>
                        <a:pt x="35052" y="59030"/>
                      </a:cubicBezTo>
                      <a:cubicBezTo>
                        <a:pt x="37754" y="49892"/>
                        <a:pt x="39356" y="40466"/>
                        <a:pt x="39827" y="30949"/>
                      </a:cubicBezTo>
                      <a:cubicBezTo>
                        <a:pt x="40128" y="25891"/>
                        <a:pt x="40056" y="20818"/>
                        <a:pt x="39608" y="1577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21" name="Google Shape;1721;p27"/>
              <p:cNvSpPr/>
              <p:nvPr/>
            </p:nvSpPr>
            <p:spPr>
              <a:xfrm>
                <a:off x="6341590" y="3178114"/>
                <a:ext cx="56722" cy="110595"/>
              </a:xfrm>
              <a:custGeom>
                <a:avLst/>
                <a:gdLst/>
                <a:ahLst/>
                <a:cxnLst/>
                <a:rect l="l" t="t" r="r" b="b"/>
                <a:pathLst>
                  <a:path w="56722" h="110595" extrusionOk="0">
                    <a:moveTo>
                      <a:pt x="55135" y="104205"/>
                    </a:moveTo>
                    <a:cubicBezTo>
                      <a:pt x="28154" y="89807"/>
                      <a:pt x="10195" y="62849"/>
                      <a:pt x="7313" y="32418"/>
                    </a:cubicBezTo>
                    <a:cubicBezTo>
                      <a:pt x="6146" y="22276"/>
                      <a:pt x="6541" y="12014"/>
                      <a:pt x="8483" y="1990"/>
                    </a:cubicBezTo>
                    <a:cubicBezTo>
                      <a:pt x="8688" y="1129"/>
                      <a:pt x="8155" y="264"/>
                      <a:pt x="7293" y="59"/>
                    </a:cubicBezTo>
                    <a:cubicBezTo>
                      <a:pt x="6473" y="-135"/>
                      <a:pt x="5644" y="336"/>
                      <a:pt x="5391" y="1139"/>
                    </a:cubicBezTo>
                    <a:cubicBezTo>
                      <a:pt x="1381" y="11307"/>
                      <a:pt x="-345" y="22232"/>
                      <a:pt x="334" y="33141"/>
                    </a:cubicBezTo>
                    <a:cubicBezTo>
                      <a:pt x="1219" y="43703"/>
                      <a:pt x="3802" y="54053"/>
                      <a:pt x="7983" y="63793"/>
                    </a:cubicBezTo>
                    <a:cubicBezTo>
                      <a:pt x="16417" y="84042"/>
                      <a:pt x="31920" y="100543"/>
                      <a:pt x="51610" y="110230"/>
                    </a:cubicBezTo>
                    <a:cubicBezTo>
                      <a:pt x="55624" y="112155"/>
                      <a:pt x="59167" y="106263"/>
                      <a:pt x="55135" y="1042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27"/>
              <p:cNvSpPr/>
              <p:nvPr/>
            </p:nvSpPr>
            <p:spPr>
              <a:xfrm>
                <a:off x="6304244" y="3178357"/>
                <a:ext cx="59924" cy="120047"/>
              </a:xfrm>
              <a:custGeom>
                <a:avLst/>
                <a:gdLst/>
                <a:ahLst/>
                <a:cxnLst/>
                <a:rect l="l" t="t" r="r" b="b"/>
                <a:pathLst>
                  <a:path w="59924" h="120047" extrusionOk="0">
                    <a:moveTo>
                      <a:pt x="15593" y="61752"/>
                    </a:moveTo>
                    <a:cubicBezTo>
                      <a:pt x="11531" y="51354"/>
                      <a:pt x="9072" y="40400"/>
                      <a:pt x="8299" y="29265"/>
                    </a:cubicBezTo>
                    <a:cubicBezTo>
                      <a:pt x="7927" y="23812"/>
                      <a:pt x="7926" y="18341"/>
                      <a:pt x="8295" y="12889"/>
                    </a:cubicBezTo>
                    <a:cubicBezTo>
                      <a:pt x="8720" y="10611"/>
                      <a:pt x="8707" y="8274"/>
                      <a:pt x="8258" y="6001"/>
                    </a:cubicBezTo>
                    <a:cubicBezTo>
                      <a:pt x="8043" y="5375"/>
                      <a:pt x="7142" y="5004"/>
                      <a:pt x="6991" y="4521"/>
                    </a:cubicBezTo>
                    <a:cubicBezTo>
                      <a:pt x="6883" y="4177"/>
                      <a:pt x="7442" y="1403"/>
                      <a:pt x="7442" y="740"/>
                    </a:cubicBezTo>
                    <a:cubicBezTo>
                      <a:pt x="7442" y="59"/>
                      <a:pt x="6412" y="-296"/>
                      <a:pt x="6092" y="374"/>
                    </a:cubicBezTo>
                    <a:cubicBezTo>
                      <a:pt x="3786" y="3906"/>
                      <a:pt x="2119" y="7816"/>
                      <a:pt x="1167" y="11925"/>
                    </a:cubicBezTo>
                    <a:cubicBezTo>
                      <a:pt x="288" y="17935"/>
                      <a:pt x="1" y="24017"/>
                      <a:pt x="310" y="30083"/>
                    </a:cubicBezTo>
                    <a:cubicBezTo>
                      <a:pt x="996" y="42235"/>
                      <a:pt x="3694" y="54190"/>
                      <a:pt x="8297" y="65460"/>
                    </a:cubicBezTo>
                    <a:cubicBezTo>
                      <a:pt x="16839" y="88524"/>
                      <a:pt x="33389" y="107754"/>
                      <a:pt x="54931" y="119645"/>
                    </a:cubicBezTo>
                    <a:cubicBezTo>
                      <a:pt x="56645" y="120563"/>
                      <a:pt x="58779" y="119919"/>
                      <a:pt x="59697" y="118207"/>
                    </a:cubicBezTo>
                    <a:cubicBezTo>
                      <a:pt x="60568" y="116583"/>
                      <a:pt x="60038" y="114563"/>
                      <a:pt x="58482" y="113575"/>
                    </a:cubicBezTo>
                    <a:cubicBezTo>
                      <a:pt x="39315" y="100982"/>
                      <a:pt x="24374" y="82928"/>
                      <a:pt x="15593" y="617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6271813" y="3181016"/>
                <a:ext cx="44631" cy="119500"/>
              </a:xfrm>
              <a:custGeom>
                <a:avLst/>
                <a:gdLst/>
                <a:ahLst/>
                <a:cxnLst/>
                <a:rect l="l" t="t" r="r" b="b"/>
                <a:pathLst>
                  <a:path w="44631" h="119500" extrusionOk="0">
                    <a:moveTo>
                      <a:pt x="12331" y="62038"/>
                    </a:moveTo>
                    <a:cubicBezTo>
                      <a:pt x="7325" y="42674"/>
                      <a:pt x="6567" y="22458"/>
                      <a:pt x="10110" y="2774"/>
                    </a:cubicBezTo>
                    <a:cubicBezTo>
                      <a:pt x="10560" y="-639"/>
                      <a:pt x="5435" y="-872"/>
                      <a:pt x="4420" y="2004"/>
                    </a:cubicBezTo>
                    <a:cubicBezTo>
                      <a:pt x="-1574" y="22568"/>
                      <a:pt x="-1190" y="44464"/>
                      <a:pt x="5519" y="64806"/>
                    </a:cubicBezTo>
                    <a:cubicBezTo>
                      <a:pt x="11547" y="85297"/>
                      <a:pt x="22910" y="103821"/>
                      <a:pt x="38448" y="118487"/>
                    </a:cubicBezTo>
                    <a:cubicBezTo>
                      <a:pt x="41916" y="121741"/>
                      <a:pt x="47153" y="116530"/>
                      <a:pt x="43679" y="113260"/>
                    </a:cubicBezTo>
                    <a:cubicBezTo>
                      <a:pt x="28871" y="99264"/>
                      <a:pt x="18052" y="81587"/>
                      <a:pt x="12331" y="620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27"/>
              <p:cNvSpPr/>
              <p:nvPr/>
            </p:nvSpPr>
            <p:spPr>
              <a:xfrm>
                <a:off x="6187100" y="3209398"/>
                <a:ext cx="62811" cy="40091"/>
              </a:xfrm>
              <a:custGeom>
                <a:avLst/>
                <a:gdLst/>
                <a:ahLst/>
                <a:cxnLst/>
                <a:rect l="l" t="t" r="r" b="b"/>
                <a:pathLst>
                  <a:path w="62811" h="40091" extrusionOk="0">
                    <a:moveTo>
                      <a:pt x="2847" y="26645"/>
                    </a:moveTo>
                    <a:cubicBezTo>
                      <a:pt x="11792" y="30653"/>
                      <a:pt x="21055" y="33911"/>
                      <a:pt x="30540" y="36384"/>
                    </a:cubicBezTo>
                    <a:cubicBezTo>
                      <a:pt x="35067" y="37525"/>
                      <a:pt x="39653" y="38520"/>
                      <a:pt x="44256" y="39300"/>
                    </a:cubicBezTo>
                    <a:cubicBezTo>
                      <a:pt x="46584" y="39774"/>
                      <a:pt x="48950" y="40044"/>
                      <a:pt x="51325" y="40107"/>
                    </a:cubicBezTo>
                    <a:cubicBezTo>
                      <a:pt x="53969" y="40089"/>
                      <a:pt x="56548" y="39589"/>
                      <a:pt x="59214" y="39778"/>
                    </a:cubicBezTo>
                    <a:cubicBezTo>
                      <a:pt x="60462" y="39743"/>
                      <a:pt x="61445" y="38703"/>
                      <a:pt x="61409" y="37457"/>
                    </a:cubicBezTo>
                    <a:cubicBezTo>
                      <a:pt x="61382" y="36488"/>
                      <a:pt x="60740" y="35645"/>
                      <a:pt x="59812" y="35361"/>
                    </a:cubicBezTo>
                    <a:cubicBezTo>
                      <a:pt x="57570" y="34689"/>
                      <a:pt x="55393" y="33816"/>
                      <a:pt x="53308" y="32750"/>
                    </a:cubicBezTo>
                    <a:cubicBezTo>
                      <a:pt x="51136" y="31902"/>
                      <a:pt x="48905" y="31213"/>
                      <a:pt x="46632" y="30688"/>
                    </a:cubicBezTo>
                    <a:cubicBezTo>
                      <a:pt x="42284" y="29517"/>
                      <a:pt x="37962" y="28279"/>
                      <a:pt x="33685" y="26865"/>
                    </a:cubicBezTo>
                    <a:cubicBezTo>
                      <a:pt x="29017" y="25322"/>
                      <a:pt x="24391" y="23686"/>
                      <a:pt x="19806" y="21956"/>
                    </a:cubicBezTo>
                    <a:cubicBezTo>
                      <a:pt x="24600" y="20084"/>
                      <a:pt x="29418" y="18283"/>
                      <a:pt x="34261" y="16554"/>
                    </a:cubicBezTo>
                    <a:cubicBezTo>
                      <a:pt x="38703" y="14971"/>
                      <a:pt x="43116" y="13319"/>
                      <a:pt x="47599" y="11850"/>
                    </a:cubicBezTo>
                    <a:cubicBezTo>
                      <a:pt x="52090" y="10377"/>
                      <a:pt x="56684" y="9295"/>
                      <a:pt x="61042" y="7444"/>
                    </a:cubicBezTo>
                    <a:cubicBezTo>
                      <a:pt x="64671" y="5903"/>
                      <a:pt x="62826" y="-279"/>
                      <a:pt x="59031" y="27"/>
                    </a:cubicBezTo>
                    <a:cubicBezTo>
                      <a:pt x="53994" y="655"/>
                      <a:pt x="49016" y="1693"/>
                      <a:pt x="44147" y="3132"/>
                    </a:cubicBezTo>
                    <a:cubicBezTo>
                      <a:pt x="39583" y="4268"/>
                      <a:pt x="35024" y="5428"/>
                      <a:pt x="30535" y="6834"/>
                    </a:cubicBezTo>
                    <a:cubicBezTo>
                      <a:pt x="21130" y="9845"/>
                      <a:pt x="11888" y="13344"/>
                      <a:pt x="2847" y="17316"/>
                    </a:cubicBezTo>
                    <a:cubicBezTo>
                      <a:pt x="269" y="18846"/>
                      <a:pt x="-579" y="22175"/>
                      <a:pt x="952" y="24752"/>
                    </a:cubicBezTo>
                    <a:cubicBezTo>
                      <a:pt x="1416" y="25531"/>
                      <a:pt x="2067" y="26182"/>
                      <a:pt x="2846" y="266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27"/>
              <p:cNvSpPr/>
              <p:nvPr/>
            </p:nvSpPr>
            <p:spPr>
              <a:xfrm>
                <a:off x="6400911" y="3171968"/>
                <a:ext cx="59337" cy="51654"/>
              </a:xfrm>
              <a:custGeom>
                <a:avLst/>
                <a:gdLst/>
                <a:ahLst/>
                <a:cxnLst/>
                <a:rect l="l" t="t" r="r" b="b"/>
                <a:pathLst>
                  <a:path w="59337" h="51654" extrusionOk="0">
                    <a:moveTo>
                      <a:pt x="49680" y="7354"/>
                    </a:moveTo>
                    <a:cubicBezTo>
                      <a:pt x="43550" y="2356"/>
                      <a:pt x="35811" y="-245"/>
                      <a:pt x="27905" y="36"/>
                    </a:cubicBezTo>
                    <a:cubicBezTo>
                      <a:pt x="12549" y="1499"/>
                      <a:pt x="696" y="14175"/>
                      <a:pt x="274" y="29583"/>
                    </a:cubicBezTo>
                    <a:cubicBezTo>
                      <a:pt x="-393" y="37797"/>
                      <a:pt x="2951" y="45828"/>
                      <a:pt x="9253" y="51144"/>
                    </a:cubicBezTo>
                    <a:cubicBezTo>
                      <a:pt x="10048" y="51883"/>
                      <a:pt x="11293" y="51838"/>
                      <a:pt x="12033" y="51043"/>
                    </a:cubicBezTo>
                    <a:cubicBezTo>
                      <a:pt x="12735" y="50289"/>
                      <a:pt x="12735" y="49120"/>
                      <a:pt x="12033" y="48366"/>
                    </a:cubicBezTo>
                    <a:cubicBezTo>
                      <a:pt x="8631" y="43697"/>
                      <a:pt x="6811" y="38065"/>
                      <a:pt x="6837" y="32290"/>
                    </a:cubicBezTo>
                    <a:cubicBezTo>
                      <a:pt x="6698" y="26528"/>
                      <a:pt x="8430" y="20877"/>
                      <a:pt x="11772" y="16180"/>
                    </a:cubicBezTo>
                    <a:cubicBezTo>
                      <a:pt x="19474" y="7298"/>
                      <a:pt x="32866" y="6193"/>
                      <a:pt x="41922" y="13691"/>
                    </a:cubicBezTo>
                    <a:cubicBezTo>
                      <a:pt x="44288" y="15388"/>
                      <a:pt x="46329" y="17497"/>
                      <a:pt x="47948" y="19917"/>
                    </a:cubicBezTo>
                    <a:cubicBezTo>
                      <a:pt x="48651" y="21019"/>
                      <a:pt x="49717" y="23030"/>
                      <a:pt x="50004" y="23652"/>
                    </a:cubicBezTo>
                    <a:cubicBezTo>
                      <a:pt x="50922" y="25489"/>
                      <a:pt x="51997" y="27244"/>
                      <a:pt x="53216" y="28897"/>
                    </a:cubicBezTo>
                    <a:cubicBezTo>
                      <a:pt x="54201" y="30467"/>
                      <a:pt x="56273" y="30941"/>
                      <a:pt x="57844" y="29957"/>
                    </a:cubicBezTo>
                    <a:cubicBezTo>
                      <a:pt x="58524" y="29530"/>
                      <a:pt x="59029" y="28873"/>
                      <a:pt x="59267" y="28106"/>
                    </a:cubicBezTo>
                    <a:cubicBezTo>
                      <a:pt x="60589" y="19885"/>
                      <a:pt x="56799" y="11681"/>
                      <a:pt x="49680" y="73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6" name="Google Shape;1726;p27"/>
            <p:cNvSpPr/>
            <p:nvPr/>
          </p:nvSpPr>
          <p:spPr>
            <a:xfrm>
              <a:off x="4541564" y="4836779"/>
              <a:ext cx="44979" cy="34980"/>
            </a:xfrm>
            <a:custGeom>
              <a:avLst/>
              <a:gdLst/>
              <a:ahLst/>
              <a:cxnLst/>
              <a:rect l="l" t="t" r="r" b="b"/>
              <a:pathLst>
                <a:path w="44979" h="34980" extrusionOk="0">
                  <a:moveTo>
                    <a:pt x="28574" y="8705"/>
                  </a:moveTo>
                  <a:cubicBezTo>
                    <a:pt x="24800" y="5970"/>
                    <a:pt x="20660" y="3779"/>
                    <a:pt x="16276" y="2195"/>
                  </a:cubicBezTo>
                  <a:cubicBezTo>
                    <a:pt x="11939" y="697"/>
                    <a:pt x="7376" y="-39"/>
                    <a:pt x="2788" y="19"/>
                  </a:cubicBezTo>
                  <a:cubicBezTo>
                    <a:pt x="1310" y="62"/>
                    <a:pt x="148" y="1295"/>
                    <a:pt x="191" y="2771"/>
                  </a:cubicBezTo>
                  <a:cubicBezTo>
                    <a:pt x="225" y="3916"/>
                    <a:pt x="984" y="4912"/>
                    <a:pt x="2079" y="5249"/>
                  </a:cubicBezTo>
                  <a:cubicBezTo>
                    <a:pt x="5927" y="6257"/>
                    <a:pt x="9664" y="7650"/>
                    <a:pt x="13234" y="9405"/>
                  </a:cubicBezTo>
                  <a:cubicBezTo>
                    <a:pt x="16804" y="11072"/>
                    <a:pt x="20170" y="13144"/>
                    <a:pt x="23265" y="15581"/>
                  </a:cubicBezTo>
                  <a:cubicBezTo>
                    <a:pt x="26350" y="17999"/>
                    <a:pt x="29110" y="20805"/>
                    <a:pt x="31475" y="23930"/>
                  </a:cubicBezTo>
                  <a:cubicBezTo>
                    <a:pt x="32639" y="25511"/>
                    <a:pt x="33700" y="27163"/>
                    <a:pt x="34654" y="28878"/>
                  </a:cubicBezTo>
                  <a:cubicBezTo>
                    <a:pt x="35154" y="29776"/>
                    <a:pt x="35597" y="30709"/>
                    <a:pt x="36131" y="31587"/>
                  </a:cubicBezTo>
                  <a:cubicBezTo>
                    <a:pt x="36501" y="32258"/>
                    <a:pt x="36953" y="32881"/>
                    <a:pt x="37476" y="33441"/>
                  </a:cubicBezTo>
                  <a:cubicBezTo>
                    <a:pt x="37790" y="33750"/>
                    <a:pt x="39873" y="34783"/>
                    <a:pt x="39252" y="34516"/>
                  </a:cubicBezTo>
                  <a:cubicBezTo>
                    <a:pt x="41132" y="35548"/>
                    <a:pt x="43493" y="34862"/>
                    <a:pt x="44526" y="32983"/>
                  </a:cubicBezTo>
                  <a:cubicBezTo>
                    <a:pt x="44655" y="32749"/>
                    <a:pt x="44759" y="32501"/>
                    <a:pt x="44837" y="32245"/>
                  </a:cubicBezTo>
                  <a:cubicBezTo>
                    <a:pt x="46494" y="27474"/>
                    <a:pt x="41554" y="21844"/>
                    <a:pt x="38740" y="18329"/>
                  </a:cubicBezTo>
                  <a:cubicBezTo>
                    <a:pt x="35781" y="14697"/>
                    <a:pt x="32364" y="11462"/>
                    <a:pt x="28574" y="87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27"/>
            <p:cNvSpPr/>
            <p:nvPr/>
          </p:nvSpPr>
          <p:spPr>
            <a:xfrm>
              <a:off x="5728377" y="4129013"/>
              <a:ext cx="574559" cy="624553"/>
            </a:xfrm>
            <a:custGeom>
              <a:avLst/>
              <a:gdLst/>
              <a:ahLst/>
              <a:cxnLst/>
              <a:rect l="l" t="t" r="r" b="b"/>
              <a:pathLst>
                <a:path w="574559" h="624553" extrusionOk="0">
                  <a:moveTo>
                    <a:pt x="556596" y="522555"/>
                  </a:moveTo>
                  <a:cubicBezTo>
                    <a:pt x="549462" y="490752"/>
                    <a:pt x="541572" y="459129"/>
                    <a:pt x="532926" y="427684"/>
                  </a:cubicBezTo>
                  <a:cubicBezTo>
                    <a:pt x="516070" y="366292"/>
                    <a:pt x="496178" y="305858"/>
                    <a:pt x="473249" y="246384"/>
                  </a:cubicBezTo>
                  <a:cubicBezTo>
                    <a:pt x="460350" y="210443"/>
                    <a:pt x="445659" y="175170"/>
                    <a:pt x="429230" y="140697"/>
                  </a:cubicBezTo>
                  <a:cubicBezTo>
                    <a:pt x="427557" y="128695"/>
                    <a:pt x="425796" y="116707"/>
                    <a:pt x="423789" y="104754"/>
                  </a:cubicBezTo>
                  <a:cubicBezTo>
                    <a:pt x="420502" y="85170"/>
                    <a:pt x="416677" y="65669"/>
                    <a:pt x="411952" y="46378"/>
                  </a:cubicBezTo>
                  <a:cubicBezTo>
                    <a:pt x="409617" y="36847"/>
                    <a:pt x="407172" y="27284"/>
                    <a:pt x="404019" y="17984"/>
                  </a:cubicBezTo>
                  <a:cubicBezTo>
                    <a:pt x="402849" y="11159"/>
                    <a:pt x="399425" y="4921"/>
                    <a:pt x="394294" y="267"/>
                  </a:cubicBezTo>
                  <a:cubicBezTo>
                    <a:pt x="393363" y="-259"/>
                    <a:pt x="392182" y="68"/>
                    <a:pt x="391656" y="998"/>
                  </a:cubicBezTo>
                  <a:cubicBezTo>
                    <a:pt x="391582" y="1128"/>
                    <a:pt x="391524" y="1267"/>
                    <a:pt x="391482" y="1410"/>
                  </a:cubicBezTo>
                  <a:cubicBezTo>
                    <a:pt x="390294" y="9211"/>
                    <a:pt x="391377" y="17189"/>
                    <a:pt x="394602" y="24391"/>
                  </a:cubicBezTo>
                  <a:cubicBezTo>
                    <a:pt x="397032" y="33924"/>
                    <a:pt x="399537" y="43437"/>
                    <a:pt x="401744" y="53025"/>
                  </a:cubicBezTo>
                  <a:cubicBezTo>
                    <a:pt x="406206" y="72409"/>
                    <a:pt x="409787" y="91986"/>
                    <a:pt x="412850" y="111637"/>
                  </a:cubicBezTo>
                  <a:cubicBezTo>
                    <a:pt x="419079" y="151596"/>
                    <a:pt x="423159" y="191853"/>
                    <a:pt x="427862" y="232010"/>
                  </a:cubicBezTo>
                  <a:cubicBezTo>
                    <a:pt x="430339" y="253159"/>
                    <a:pt x="433035" y="274295"/>
                    <a:pt x="436237" y="295350"/>
                  </a:cubicBezTo>
                  <a:cubicBezTo>
                    <a:pt x="296609" y="245056"/>
                    <a:pt x="149458" y="218782"/>
                    <a:pt x="1039" y="217645"/>
                  </a:cubicBezTo>
                  <a:cubicBezTo>
                    <a:pt x="554" y="217662"/>
                    <a:pt x="173" y="218069"/>
                    <a:pt x="190" y="218554"/>
                  </a:cubicBezTo>
                  <a:cubicBezTo>
                    <a:pt x="207" y="219016"/>
                    <a:pt x="577" y="219386"/>
                    <a:pt x="1039" y="219402"/>
                  </a:cubicBezTo>
                  <a:cubicBezTo>
                    <a:pt x="149934" y="230670"/>
                    <a:pt x="296796" y="260778"/>
                    <a:pt x="438104" y="309005"/>
                  </a:cubicBezTo>
                  <a:cubicBezTo>
                    <a:pt x="438223" y="309046"/>
                    <a:pt x="438318" y="309014"/>
                    <a:pt x="438436" y="309049"/>
                  </a:cubicBezTo>
                  <a:cubicBezTo>
                    <a:pt x="440535" y="321768"/>
                    <a:pt x="442785" y="334461"/>
                    <a:pt x="445453" y="347080"/>
                  </a:cubicBezTo>
                  <a:cubicBezTo>
                    <a:pt x="449525" y="366344"/>
                    <a:pt x="454361" y="385459"/>
                    <a:pt x="460316" y="404232"/>
                  </a:cubicBezTo>
                  <a:cubicBezTo>
                    <a:pt x="465180" y="422474"/>
                    <a:pt x="472376" y="440013"/>
                    <a:pt x="481726" y="456417"/>
                  </a:cubicBezTo>
                  <a:cubicBezTo>
                    <a:pt x="483295" y="458921"/>
                    <a:pt x="486598" y="459680"/>
                    <a:pt x="489104" y="458112"/>
                  </a:cubicBezTo>
                  <a:cubicBezTo>
                    <a:pt x="491058" y="456889"/>
                    <a:pt x="492010" y="454553"/>
                    <a:pt x="491465" y="452313"/>
                  </a:cubicBezTo>
                  <a:cubicBezTo>
                    <a:pt x="485928" y="433656"/>
                    <a:pt x="477554" y="415909"/>
                    <a:pt x="471789" y="397264"/>
                  </a:cubicBezTo>
                  <a:cubicBezTo>
                    <a:pt x="465966" y="378434"/>
                    <a:pt x="461243" y="359275"/>
                    <a:pt x="457263" y="339976"/>
                  </a:cubicBezTo>
                  <a:cubicBezTo>
                    <a:pt x="449139" y="300581"/>
                    <a:pt x="444074" y="260619"/>
                    <a:pt x="439268" y="220708"/>
                  </a:cubicBezTo>
                  <a:cubicBezTo>
                    <a:pt x="437830" y="208771"/>
                    <a:pt x="436392" y="196832"/>
                    <a:pt x="434952" y="184892"/>
                  </a:cubicBezTo>
                  <a:cubicBezTo>
                    <a:pt x="442661" y="202811"/>
                    <a:pt x="450522" y="220680"/>
                    <a:pt x="457669" y="238811"/>
                  </a:cubicBezTo>
                  <a:cubicBezTo>
                    <a:pt x="469608" y="269098"/>
                    <a:pt x="480786" y="299670"/>
                    <a:pt x="491202" y="330525"/>
                  </a:cubicBezTo>
                  <a:cubicBezTo>
                    <a:pt x="511333" y="390300"/>
                    <a:pt x="528240" y="451083"/>
                    <a:pt x="542684" y="512469"/>
                  </a:cubicBezTo>
                  <a:cubicBezTo>
                    <a:pt x="546989" y="530767"/>
                    <a:pt x="551124" y="549103"/>
                    <a:pt x="555087" y="567477"/>
                  </a:cubicBezTo>
                  <a:cubicBezTo>
                    <a:pt x="558933" y="585349"/>
                    <a:pt x="560652" y="606725"/>
                    <a:pt x="569021" y="623094"/>
                  </a:cubicBezTo>
                  <a:cubicBezTo>
                    <a:pt x="570467" y="625920"/>
                    <a:pt x="574275" y="624273"/>
                    <a:pt x="574516" y="621607"/>
                  </a:cubicBezTo>
                  <a:cubicBezTo>
                    <a:pt x="575962" y="605634"/>
                    <a:pt x="570340" y="587982"/>
                    <a:pt x="567246" y="572358"/>
                  </a:cubicBezTo>
                  <a:cubicBezTo>
                    <a:pt x="563950" y="555708"/>
                    <a:pt x="560311" y="539117"/>
                    <a:pt x="556596" y="522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27"/>
            <p:cNvSpPr/>
            <p:nvPr/>
          </p:nvSpPr>
          <p:spPr>
            <a:xfrm>
              <a:off x="2640704" y="5931166"/>
              <a:ext cx="10166" cy="32660"/>
            </a:xfrm>
            <a:custGeom>
              <a:avLst/>
              <a:gdLst/>
              <a:ahLst/>
              <a:cxnLst/>
              <a:rect l="l" t="t" r="r" b="b"/>
              <a:pathLst>
                <a:path w="10166" h="32660" extrusionOk="0">
                  <a:moveTo>
                    <a:pt x="7317" y="23138"/>
                  </a:moveTo>
                  <a:cubicBezTo>
                    <a:pt x="8343" y="15432"/>
                    <a:pt x="9337" y="7722"/>
                    <a:pt x="10357" y="16"/>
                  </a:cubicBezTo>
                  <a:cubicBezTo>
                    <a:pt x="7065" y="10915"/>
                    <a:pt x="3614" y="21794"/>
                    <a:pt x="190" y="32676"/>
                  </a:cubicBezTo>
                  <a:cubicBezTo>
                    <a:pt x="2783" y="29665"/>
                    <a:pt x="5165" y="26478"/>
                    <a:pt x="7317" y="23138"/>
                  </a:cubicBezTo>
                  <a:close/>
                </a:path>
              </a:pathLst>
            </a:custGeom>
            <a:solidFill>
              <a:srgbClr val="E5898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27"/>
            <p:cNvSpPr/>
            <p:nvPr/>
          </p:nvSpPr>
          <p:spPr>
            <a:xfrm>
              <a:off x="2477332" y="4332952"/>
              <a:ext cx="168143" cy="400211"/>
            </a:xfrm>
            <a:custGeom>
              <a:avLst/>
              <a:gdLst/>
              <a:ahLst/>
              <a:cxnLst/>
              <a:rect l="l" t="t" r="r" b="b"/>
              <a:pathLst>
                <a:path w="168143" h="400211" extrusionOk="0">
                  <a:moveTo>
                    <a:pt x="161119" y="1836"/>
                  </a:moveTo>
                  <a:cubicBezTo>
                    <a:pt x="123457" y="61375"/>
                    <a:pt x="91603" y="124391"/>
                    <a:pt x="65997" y="190015"/>
                  </a:cubicBezTo>
                  <a:cubicBezTo>
                    <a:pt x="39929" y="256188"/>
                    <a:pt x="19982" y="324567"/>
                    <a:pt x="396" y="392872"/>
                  </a:cubicBezTo>
                  <a:cubicBezTo>
                    <a:pt x="-1126" y="398181"/>
                    <a:pt x="6162" y="402901"/>
                    <a:pt x="10017" y="398469"/>
                  </a:cubicBezTo>
                  <a:cubicBezTo>
                    <a:pt x="34826" y="369945"/>
                    <a:pt x="60489" y="341914"/>
                    <a:pt x="84178" y="312452"/>
                  </a:cubicBezTo>
                  <a:cubicBezTo>
                    <a:pt x="88353" y="307259"/>
                    <a:pt x="81453" y="299875"/>
                    <a:pt x="76679" y="304958"/>
                  </a:cubicBezTo>
                  <a:cubicBezTo>
                    <a:pt x="56701" y="326231"/>
                    <a:pt x="37736" y="348552"/>
                    <a:pt x="18723" y="370757"/>
                  </a:cubicBezTo>
                  <a:cubicBezTo>
                    <a:pt x="35724" y="311850"/>
                    <a:pt x="53516" y="253097"/>
                    <a:pt x="75807" y="195954"/>
                  </a:cubicBezTo>
                  <a:cubicBezTo>
                    <a:pt x="102696" y="130795"/>
                    <a:pt x="133436" y="67291"/>
                    <a:pt x="167864" y="5776"/>
                  </a:cubicBezTo>
                  <a:cubicBezTo>
                    <a:pt x="168888" y="3878"/>
                    <a:pt x="168179" y="1508"/>
                    <a:pt x="166279" y="484"/>
                  </a:cubicBezTo>
                  <a:cubicBezTo>
                    <a:pt x="164471" y="-490"/>
                    <a:pt x="162216" y="100"/>
                    <a:pt x="161119" y="18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9B498F1-B236-05B0-46F1-DF8568BB5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Name:</a:t>
            </a:r>
            <a:br>
              <a:rPr lang="en-US" dirty="0"/>
            </a:br>
            <a:r>
              <a:rPr lang="en-US" dirty="0" err="1"/>
              <a:t>RentRead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is </a:t>
            </a:r>
            <a:r>
              <a:rPr lang="en-US" dirty="0" err="1"/>
              <a:t>RentRead</a:t>
            </a:r>
            <a:r>
              <a:rPr lang="en-US" dirty="0"/>
              <a:t>?</a:t>
            </a:r>
            <a:endParaRPr sz="3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F609D-9902-B8A6-82BB-10DB82FDF554}"/>
              </a:ext>
            </a:extLst>
          </p:cNvPr>
          <p:cNvSpPr txBox="1"/>
          <p:nvPr/>
        </p:nvSpPr>
        <p:spPr>
          <a:xfrm>
            <a:off x="1701998" y="1651218"/>
            <a:ext cx="55328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subscription-based service that allows users to rent PDF versions of books.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affordable access to a wide variety of books.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Users can read books for a specific period (e.g., 7 days, 14 days).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How </a:t>
            </a:r>
            <a:r>
              <a:rPr lang="en-US" dirty="0" err="1"/>
              <a:t>RentRead</a:t>
            </a:r>
            <a:r>
              <a:rPr lang="en-US" dirty="0"/>
              <a:t> Works?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3AE3B-81A3-C1AE-D73B-FBEF3F000213}"/>
              </a:ext>
            </a:extLst>
          </p:cNvPr>
          <p:cNvSpPr txBox="1"/>
          <p:nvPr/>
        </p:nvSpPr>
        <p:spPr>
          <a:xfrm>
            <a:off x="1071563" y="1687503"/>
            <a:ext cx="599539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Subscription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Users subscribe to read books for a fixed period.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After the subscription period ends, the book is automatically              </a:t>
            </a:r>
          </a:p>
          <a:p>
            <a:r>
              <a:rPr lang="en-US" b="1" dirty="0"/>
              <a:t>   removed from the user’s account.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D62863-F655-D411-4956-42452C733003}"/>
              </a:ext>
            </a:extLst>
          </p:cNvPr>
          <p:cNvSpPr txBox="1"/>
          <p:nvPr/>
        </p:nvSpPr>
        <p:spPr>
          <a:xfrm>
            <a:off x="1071563" y="2960787"/>
            <a:ext cx="505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Payment Process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6DFD71CB-9E56-6A8C-21E5-B21E928BB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470166"/>
            <a:ext cx="76771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Payments are processed via popular payment gateways like bKash.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Affordable subscription plans that fit various budgets.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" grpId="0"/>
      <p:bldP spid="21" grpId="0"/>
      <p:bldP spid="23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0694-4DF3-F70B-8F1A-3630E6AD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Architecture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Frontend: </a:t>
            </a:r>
            <a:r>
              <a:rPr lang="en-US" sz="2400" b="0" dirty="0"/>
              <a:t>Built using HTML, CSS, and JavaScript           (Bootstrap/Tailwind).</a:t>
            </a:r>
            <a:br>
              <a:rPr lang="en-US" sz="2400" b="0" dirty="0"/>
            </a:br>
            <a:r>
              <a:rPr lang="en-US" sz="2400" dirty="0"/>
              <a:t>Backend: </a:t>
            </a:r>
            <a:r>
              <a:rPr lang="en-US" sz="2400" b="0" dirty="0"/>
              <a:t>Developed with Node.js, handling user authentication, book rentals, and subscriptions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Database: </a:t>
            </a:r>
            <a:r>
              <a:rPr lang="en-US" sz="2400" b="0" dirty="0" err="1"/>
              <a:t>Xampp</a:t>
            </a:r>
            <a:br>
              <a:rPr lang="en-US" sz="2400" dirty="0"/>
            </a:br>
            <a:r>
              <a:rPr lang="en-US" sz="2400" dirty="0"/>
              <a:t>File Storage: </a:t>
            </a:r>
            <a:r>
              <a:rPr lang="en-US" sz="2000" b="0" dirty="0"/>
              <a:t>Books stored securely on Google Drive or cloud services.</a:t>
            </a:r>
            <a:br>
              <a:rPr lang="en-US" sz="2400" dirty="0"/>
            </a:br>
            <a:r>
              <a:rPr lang="en-US" sz="2400" dirty="0"/>
              <a:t>Payment Integration: </a:t>
            </a:r>
            <a:r>
              <a:rPr lang="en-US" sz="2400" b="0" dirty="0"/>
              <a:t>bKash payment gateway for secure transactions.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93564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F74CA-37D3-1949-4B7E-44CD8164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243" y="-59512"/>
            <a:ext cx="7704000" cy="572700"/>
          </a:xfrm>
        </p:spPr>
        <p:txBody>
          <a:bodyPr/>
          <a:lstStyle/>
          <a:p>
            <a:r>
              <a:rPr lang="en-US" dirty="0"/>
              <a:t>Project Update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Complete dashboard 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5BAFD-BD5D-70C6-88B2-A983B352F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68" y="0"/>
            <a:ext cx="3821906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7AA6E-CFDE-2075-5B03-B06447016D47}"/>
              </a:ext>
            </a:extLst>
          </p:cNvPr>
          <p:cNvSpPr txBox="1"/>
          <p:nvPr/>
        </p:nvSpPr>
        <p:spPr>
          <a:xfrm>
            <a:off x="0" y="937429"/>
            <a:ext cx="56236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Welcome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platform welcomes users with the tagline: </a:t>
            </a:r>
            <a:r>
              <a:rPr lang="en-US" b="1" i="1" dirty="0"/>
              <a:t>"Bangladesh’s modern book rental hub."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RentRead</a:t>
            </a:r>
            <a:r>
              <a:rPr lang="en-US" b="1" dirty="0"/>
              <a:t> offers a variety of categories, including Computer Science, General Science, Science Fiction, and Extra Educational books.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85EFE-E86C-DBF5-5B20-4B8987DC8F23}"/>
              </a:ext>
            </a:extLst>
          </p:cNvPr>
          <p:cNvSpPr txBox="1"/>
          <p:nvPr/>
        </p:nvSpPr>
        <p:spPr>
          <a:xfrm>
            <a:off x="-5090" y="2214702"/>
            <a:ext cx="541648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Categories &amp;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Search Function</a:t>
            </a:r>
            <a:r>
              <a:rPr lang="en-US" dirty="0"/>
              <a:t>: Users can search for specific book titles or categories (e.g., “Algorithm”) using the search bar.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Category Selection</a:t>
            </a:r>
            <a:r>
              <a:rPr lang="en-US" dirty="0"/>
              <a:t>: Users can filter books by different categories like Computer Science, Science Fiction,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03EA3-ED21-942C-3867-FED915FA0F19}"/>
              </a:ext>
            </a:extLst>
          </p:cNvPr>
          <p:cNvSpPr txBox="1"/>
          <p:nvPr/>
        </p:nvSpPr>
        <p:spPr>
          <a:xfrm>
            <a:off x="-63266" y="3384253"/>
            <a:ext cx="55328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 Available Books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page displays </a:t>
            </a:r>
            <a:r>
              <a:rPr lang="en-US" b="1" dirty="0"/>
              <a:t>available books</a:t>
            </a:r>
            <a:r>
              <a:rPr lang="en-US" dirty="0"/>
              <a:t> along with some key details: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Book Title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Category</a:t>
            </a:r>
            <a:r>
              <a:rPr lang="en-US" dirty="0"/>
              <a:t> (e.g., Computer Science)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Pricing Information</a:t>
            </a:r>
            <a:r>
              <a:rPr lang="en-US" dirty="0"/>
              <a:t>: Includes the rental price in </a:t>
            </a:r>
            <a:r>
              <a:rPr lang="en-US" b="1" dirty="0"/>
              <a:t>BDT</a:t>
            </a:r>
            <a:r>
              <a:rPr lang="en-US" dirty="0"/>
              <a:t> and the duration (e.g., 7 days, 10 days,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Rent Now</a:t>
            </a:r>
            <a:r>
              <a:rPr lang="en-US" dirty="0"/>
              <a:t>: A button to rent the book immediately.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Details</a:t>
            </a:r>
            <a:r>
              <a:rPr lang="en-US" dirty="0"/>
              <a:t>: A button to view further details about the book.</a:t>
            </a:r>
          </a:p>
        </p:txBody>
      </p:sp>
    </p:spTree>
    <p:extLst>
      <p:ext uri="{BB962C8B-B14F-4D97-AF65-F5344CB8AC3E}">
        <p14:creationId xmlns:p14="http://schemas.microsoft.com/office/powerpoint/2010/main" val="2113283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0" name="Google Shape;1760;p30"/>
          <p:cNvGrpSpPr/>
          <p:nvPr/>
        </p:nvGrpSpPr>
        <p:grpSpPr>
          <a:xfrm>
            <a:off x="5214901" y="3970423"/>
            <a:ext cx="2049814" cy="1563512"/>
            <a:chOff x="5214901" y="3970423"/>
            <a:chExt cx="2049814" cy="1563512"/>
          </a:xfrm>
        </p:grpSpPr>
        <p:grpSp>
          <p:nvGrpSpPr>
            <p:cNvPr id="1761" name="Google Shape;1761;p30"/>
            <p:cNvGrpSpPr/>
            <p:nvPr/>
          </p:nvGrpSpPr>
          <p:grpSpPr>
            <a:xfrm flipH="1">
              <a:off x="5214901" y="3970423"/>
              <a:ext cx="1446634" cy="1563512"/>
              <a:chOff x="5888932" y="1048581"/>
              <a:chExt cx="980769" cy="1059936"/>
            </a:xfrm>
          </p:grpSpPr>
          <p:sp>
            <p:nvSpPr>
              <p:cNvPr id="1762" name="Google Shape;1762;p30"/>
              <p:cNvSpPr/>
              <p:nvPr/>
            </p:nvSpPr>
            <p:spPr>
              <a:xfrm>
                <a:off x="6108260" y="1743616"/>
                <a:ext cx="174764" cy="91339"/>
              </a:xfrm>
              <a:custGeom>
                <a:avLst/>
                <a:gdLst/>
                <a:ahLst/>
                <a:cxnLst/>
                <a:rect l="l" t="t" r="r" b="b"/>
                <a:pathLst>
                  <a:path w="174764" h="91339" extrusionOk="0">
                    <a:moveTo>
                      <a:pt x="0" y="89813"/>
                    </a:moveTo>
                    <a:cubicBezTo>
                      <a:pt x="52508" y="51053"/>
                      <a:pt x="110757" y="20749"/>
                      <a:pt x="172635" y="0"/>
                    </a:cubicBezTo>
                    <a:lnTo>
                      <a:pt x="174764" y="6420"/>
                    </a:lnTo>
                    <a:cubicBezTo>
                      <a:pt x="149438" y="33268"/>
                      <a:pt x="121163" y="57171"/>
                      <a:pt x="90476" y="77676"/>
                    </a:cubicBezTo>
                    <a:lnTo>
                      <a:pt x="90581" y="77766"/>
                    </a:lnTo>
                    <a:cubicBezTo>
                      <a:pt x="60652" y="82036"/>
                      <a:pt x="30755" y="86696"/>
                      <a:pt x="1051" y="913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30"/>
              <p:cNvSpPr/>
              <p:nvPr/>
            </p:nvSpPr>
            <p:spPr>
              <a:xfrm>
                <a:off x="6198736" y="1724906"/>
                <a:ext cx="181716" cy="96475"/>
              </a:xfrm>
              <a:custGeom>
                <a:avLst/>
                <a:gdLst/>
                <a:ahLst/>
                <a:cxnLst/>
                <a:rect l="l" t="t" r="r" b="b"/>
                <a:pathLst>
                  <a:path w="181716" h="96475" extrusionOk="0">
                    <a:moveTo>
                      <a:pt x="181716" y="3546"/>
                    </a:moveTo>
                    <a:cubicBezTo>
                      <a:pt x="158051" y="33132"/>
                      <a:pt x="130320" y="59223"/>
                      <a:pt x="99348" y="81043"/>
                    </a:cubicBezTo>
                    <a:cubicBezTo>
                      <a:pt x="100680" y="81814"/>
                      <a:pt x="102019" y="82683"/>
                      <a:pt x="103351" y="83454"/>
                    </a:cubicBezTo>
                    <a:cubicBezTo>
                      <a:pt x="68917" y="86966"/>
                      <a:pt x="34421" y="91508"/>
                      <a:pt x="105" y="96475"/>
                    </a:cubicBezTo>
                    <a:lnTo>
                      <a:pt x="0" y="96386"/>
                    </a:lnTo>
                    <a:cubicBezTo>
                      <a:pt x="30688" y="75881"/>
                      <a:pt x="58963" y="51977"/>
                      <a:pt x="84288" y="25130"/>
                    </a:cubicBezTo>
                    <a:lnTo>
                      <a:pt x="82159" y="18710"/>
                    </a:lnTo>
                    <a:cubicBezTo>
                      <a:pt x="92106" y="15514"/>
                      <a:pt x="102278" y="12691"/>
                      <a:pt x="112527" y="10204"/>
                    </a:cubicBezTo>
                    <a:cubicBezTo>
                      <a:pt x="135162" y="4756"/>
                      <a:pt x="158237" y="1341"/>
                      <a:pt x="18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30"/>
              <p:cNvSpPr/>
              <p:nvPr/>
            </p:nvSpPr>
            <p:spPr>
              <a:xfrm>
                <a:off x="6298084" y="1724232"/>
                <a:ext cx="181755" cy="84128"/>
              </a:xfrm>
              <a:custGeom>
                <a:avLst/>
                <a:gdLst/>
                <a:ahLst/>
                <a:cxnLst/>
                <a:rect l="l" t="t" r="r" b="b"/>
                <a:pathLst>
                  <a:path w="181755" h="84128" extrusionOk="0">
                    <a:moveTo>
                      <a:pt x="181756" y="9332"/>
                    </a:moveTo>
                    <a:cubicBezTo>
                      <a:pt x="162425" y="37164"/>
                      <a:pt x="136402" y="59683"/>
                      <a:pt x="106083" y="74815"/>
                    </a:cubicBezTo>
                    <a:cubicBezTo>
                      <a:pt x="106870" y="75484"/>
                      <a:pt x="107657" y="76153"/>
                      <a:pt x="108398" y="76874"/>
                    </a:cubicBezTo>
                    <a:cubicBezTo>
                      <a:pt x="73673" y="77968"/>
                      <a:pt x="38824" y="80586"/>
                      <a:pt x="4003" y="84129"/>
                    </a:cubicBezTo>
                    <a:cubicBezTo>
                      <a:pt x="2671" y="83358"/>
                      <a:pt x="1332" y="82489"/>
                      <a:pt x="0" y="81718"/>
                    </a:cubicBezTo>
                    <a:cubicBezTo>
                      <a:pt x="30972" y="59897"/>
                      <a:pt x="58703" y="33806"/>
                      <a:pt x="82368" y="4220"/>
                    </a:cubicBezTo>
                    <a:lnTo>
                      <a:pt x="82131" y="674"/>
                    </a:lnTo>
                    <a:cubicBezTo>
                      <a:pt x="115585" y="-1455"/>
                      <a:pt x="149170" y="1464"/>
                      <a:pt x="181756" y="933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1765;p30"/>
              <p:cNvSpPr/>
              <p:nvPr/>
            </p:nvSpPr>
            <p:spPr>
              <a:xfrm>
                <a:off x="6404167" y="1733564"/>
                <a:ext cx="155784" cy="69472"/>
              </a:xfrm>
              <a:custGeom>
                <a:avLst/>
                <a:gdLst/>
                <a:ahLst/>
                <a:cxnLst/>
                <a:rect l="l" t="t" r="r" b="b"/>
                <a:pathLst>
                  <a:path w="155784" h="69472" extrusionOk="0">
                    <a:moveTo>
                      <a:pt x="154754" y="34828"/>
                    </a:moveTo>
                    <a:cubicBezTo>
                      <a:pt x="143467" y="50312"/>
                      <a:pt x="128058" y="62316"/>
                      <a:pt x="110284" y="69472"/>
                    </a:cubicBezTo>
                    <a:cubicBezTo>
                      <a:pt x="74353" y="66934"/>
                      <a:pt x="38314" y="66289"/>
                      <a:pt x="2315" y="67542"/>
                    </a:cubicBezTo>
                    <a:cubicBezTo>
                      <a:pt x="1573" y="66821"/>
                      <a:pt x="787" y="66152"/>
                      <a:pt x="0" y="65483"/>
                    </a:cubicBezTo>
                    <a:cubicBezTo>
                      <a:pt x="30319" y="50350"/>
                      <a:pt x="56342" y="27831"/>
                      <a:pt x="75672" y="0"/>
                    </a:cubicBezTo>
                    <a:cubicBezTo>
                      <a:pt x="95825" y="4869"/>
                      <a:pt x="115376" y="11954"/>
                      <a:pt x="133969" y="21125"/>
                    </a:cubicBezTo>
                    <a:cubicBezTo>
                      <a:pt x="141397" y="24822"/>
                      <a:pt x="148669" y="28809"/>
                      <a:pt x="155785" y="330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30"/>
              <p:cNvSpPr/>
              <p:nvPr/>
            </p:nvSpPr>
            <p:spPr>
              <a:xfrm>
                <a:off x="6514451" y="1766649"/>
                <a:ext cx="118079" cy="53773"/>
              </a:xfrm>
              <a:custGeom>
                <a:avLst/>
                <a:gdLst/>
                <a:ahLst/>
                <a:cxnLst/>
                <a:rect l="l" t="t" r="r" b="b"/>
                <a:pathLst>
                  <a:path w="118079" h="53773" extrusionOk="0">
                    <a:moveTo>
                      <a:pt x="118080" y="52882"/>
                    </a:moveTo>
                    <a:lnTo>
                      <a:pt x="117321" y="53773"/>
                    </a:lnTo>
                    <a:cubicBezTo>
                      <a:pt x="78722" y="44959"/>
                      <a:pt x="39497" y="39146"/>
                      <a:pt x="0" y="36387"/>
                    </a:cubicBezTo>
                    <a:cubicBezTo>
                      <a:pt x="17775" y="29231"/>
                      <a:pt x="33183" y="17227"/>
                      <a:pt x="44470" y="1743"/>
                    </a:cubicBezTo>
                    <a:lnTo>
                      <a:pt x="45501" y="0"/>
                    </a:lnTo>
                    <a:cubicBezTo>
                      <a:pt x="70870" y="15954"/>
                      <a:pt x="95119" y="33622"/>
                      <a:pt x="118080" y="528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30"/>
              <p:cNvSpPr/>
              <p:nvPr/>
            </p:nvSpPr>
            <p:spPr>
              <a:xfrm>
                <a:off x="6512938" y="1803036"/>
                <a:ext cx="122984" cy="50798"/>
              </a:xfrm>
              <a:custGeom>
                <a:avLst/>
                <a:gdLst/>
                <a:ahLst/>
                <a:cxnLst/>
                <a:rect l="l" t="t" r="r" b="b"/>
                <a:pathLst>
                  <a:path w="122984" h="50798" extrusionOk="0">
                    <a:moveTo>
                      <a:pt x="118834" y="17386"/>
                    </a:moveTo>
                    <a:lnTo>
                      <a:pt x="119593" y="16495"/>
                    </a:lnTo>
                    <a:cubicBezTo>
                      <a:pt x="120738" y="17380"/>
                      <a:pt x="121839" y="18316"/>
                      <a:pt x="122985" y="19200"/>
                    </a:cubicBezTo>
                    <a:cubicBezTo>
                      <a:pt x="99568" y="29732"/>
                      <a:pt x="76150" y="40265"/>
                      <a:pt x="52732" y="50798"/>
                    </a:cubicBezTo>
                    <a:lnTo>
                      <a:pt x="51671" y="48540"/>
                    </a:lnTo>
                    <a:cubicBezTo>
                      <a:pt x="38038" y="29082"/>
                      <a:pt x="20425" y="12745"/>
                      <a:pt x="0" y="611"/>
                    </a:cubicBezTo>
                    <a:cubicBezTo>
                      <a:pt x="515" y="436"/>
                      <a:pt x="1020" y="232"/>
                      <a:pt x="1513" y="0"/>
                    </a:cubicBezTo>
                    <a:cubicBezTo>
                      <a:pt x="41010" y="2759"/>
                      <a:pt x="80234" y="8572"/>
                      <a:pt x="118834" y="173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30"/>
              <p:cNvSpPr/>
              <p:nvPr/>
            </p:nvSpPr>
            <p:spPr>
              <a:xfrm>
                <a:off x="6406483" y="1800486"/>
                <a:ext cx="159187" cy="88071"/>
              </a:xfrm>
              <a:custGeom>
                <a:avLst/>
                <a:gdLst/>
                <a:ahLst/>
                <a:cxnLst/>
                <a:rect l="l" t="t" r="r" b="b"/>
                <a:pathLst>
                  <a:path w="159187" h="88071" extrusionOk="0">
                    <a:moveTo>
                      <a:pt x="159187" y="53349"/>
                    </a:moveTo>
                    <a:cubicBezTo>
                      <a:pt x="150565" y="57218"/>
                      <a:pt x="141942" y="61088"/>
                      <a:pt x="133318" y="64958"/>
                    </a:cubicBezTo>
                    <a:cubicBezTo>
                      <a:pt x="115646" y="72878"/>
                      <a:pt x="97886" y="80904"/>
                      <a:pt x="79861" y="88072"/>
                    </a:cubicBezTo>
                    <a:lnTo>
                      <a:pt x="78135" y="83621"/>
                    </a:lnTo>
                    <a:cubicBezTo>
                      <a:pt x="55061" y="53300"/>
                      <a:pt x="28873" y="25481"/>
                      <a:pt x="0" y="621"/>
                    </a:cubicBezTo>
                    <a:cubicBezTo>
                      <a:pt x="35999" y="-632"/>
                      <a:pt x="72038" y="12"/>
                      <a:pt x="107969" y="2551"/>
                    </a:cubicBezTo>
                    <a:cubicBezTo>
                      <a:pt x="107476" y="2783"/>
                      <a:pt x="106971" y="2986"/>
                      <a:pt x="106456" y="3161"/>
                    </a:cubicBezTo>
                    <a:cubicBezTo>
                      <a:pt x="126881" y="15296"/>
                      <a:pt x="144494" y="31633"/>
                      <a:pt x="158127" y="51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1769;p30"/>
              <p:cNvSpPr/>
              <p:nvPr/>
            </p:nvSpPr>
            <p:spPr>
              <a:xfrm>
                <a:off x="6302087" y="1801106"/>
                <a:ext cx="184256" cy="111346"/>
              </a:xfrm>
              <a:custGeom>
                <a:avLst/>
                <a:gdLst/>
                <a:ahLst/>
                <a:cxnLst/>
                <a:rect l="l" t="t" r="r" b="b"/>
                <a:pathLst>
                  <a:path w="184256" h="111346" extrusionOk="0">
                    <a:moveTo>
                      <a:pt x="104389" y="111231"/>
                    </a:moveTo>
                    <a:cubicBezTo>
                      <a:pt x="104097" y="111255"/>
                      <a:pt x="103859" y="111323"/>
                      <a:pt x="103568" y="111346"/>
                    </a:cubicBezTo>
                    <a:lnTo>
                      <a:pt x="102665" y="105609"/>
                    </a:lnTo>
                    <a:cubicBezTo>
                      <a:pt x="75846" y="65880"/>
                      <a:pt x="40842" y="32346"/>
                      <a:pt x="0" y="7254"/>
                    </a:cubicBezTo>
                    <a:cubicBezTo>
                      <a:pt x="34821" y="3711"/>
                      <a:pt x="69670" y="1094"/>
                      <a:pt x="104395" y="0"/>
                    </a:cubicBezTo>
                    <a:cubicBezTo>
                      <a:pt x="133269" y="24861"/>
                      <a:pt x="159457" y="52679"/>
                      <a:pt x="182530" y="83000"/>
                    </a:cubicBezTo>
                    <a:lnTo>
                      <a:pt x="184257" y="87451"/>
                    </a:lnTo>
                    <a:cubicBezTo>
                      <a:pt x="158531" y="98127"/>
                      <a:pt x="131764" y="106097"/>
                      <a:pt x="104388" y="11123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1770;p30"/>
              <p:cNvSpPr/>
              <p:nvPr/>
            </p:nvSpPr>
            <p:spPr>
              <a:xfrm>
                <a:off x="6198841" y="1808361"/>
                <a:ext cx="206813" cy="108040"/>
              </a:xfrm>
              <a:custGeom>
                <a:avLst/>
                <a:gdLst/>
                <a:ahLst/>
                <a:cxnLst/>
                <a:rect l="l" t="t" r="r" b="b"/>
                <a:pathLst>
                  <a:path w="206813" h="108040" extrusionOk="0">
                    <a:moveTo>
                      <a:pt x="205911" y="98354"/>
                    </a:moveTo>
                    <a:lnTo>
                      <a:pt x="206814" y="104092"/>
                    </a:lnTo>
                    <a:cubicBezTo>
                      <a:pt x="167394" y="110351"/>
                      <a:pt x="127151" y="109161"/>
                      <a:pt x="88171" y="100582"/>
                    </a:cubicBezTo>
                    <a:lnTo>
                      <a:pt x="89219" y="95419"/>
                    </a:lnTo>
                    <a:cubicBezTo>
                      <a:pt x="64444" y="63022"/>
                      <a:pt x="34261" y="35147"/>
                      <a:pt x="0" y="13021"/>
                    </a:cubicBezTo>
                    <a:cubicBezTo>
                      <a:pt x="34317" y="8054"/>
                      <a:pt x="68813" y="3511"/>
                      <a:pt x="103247" y="0"/>
                    </a:cubicBezTo>
                    <a:cubicBezTo>
                      <a:pt x="144088" y="25091"/>
                      <a:pt x="179092" y="58626"/>
                      <a:pt x="205912" y="983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30"/>
              <p:cNvSpPr/>
              <p:nvPr/>
            </p:nvSpPr>
            <p:spPr>
              <a:xfrm>
                <a:off x="6109311" y="1821382"/>
                <a:ext cx="178748" cy="87561"/>
              </a:xfrm>
              <a:custGeom>
                <a:avLst/>
                <a:gdLst/>
                <a:ahLst/>
                <a:cxnLst/>
                <a:rect l="l" t="t" r="r" b="b"/>
                <a:pathLst>
                  <a:path w="178748" h="87561" extrusionOk="0">
                    <a:moveTo>
                      <a:pt x="178749" y="82398"/>
                    </a:moveTo>
                    <a:lnTo>
                      <a:pt x="177701" y="87561"/>
                    </a:lnTo>
                    <a:cubicBezTo>
                      <a:pt x="115380" y="74671"/>
                      <a:pt x="54952" y="46491"/>
                      <a:pt x="0" y="13574"/>
                    </a:cubicBezTo>
                    <a:cubicBezTo>
                      <a:pt x="29704" y="8930"/>
                      <a:pt x="59601" y="4271"/>
                      <a:pt x="89530" y="0"/>
                    </a:cubicBezTo>
                    <a:cubicBezTo>
                      <a:pt x="123791" y="22126"/>
                      <a:pt x="153974" y="50002"/>
                      <a:pt x="178749" y="823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30"/>
              <p:cNvSpPr/>
              <p:nvPr/>
            </p:nvSpPr>
            <p:spPr>
              <a:xfrm>
                <a:off x="6601713" y="1804413"/>
                <a:ext cx="30818" cy="16009"/>
              </a:xfrm>
              <a:custGeom>
                <a:avLst/>
                <a:gdLst/>
                <a:ahLst/>
                <a:cxnLst/>
                <a:rect l="l" t="t" r="r" b="b"/>
                <a:pathLst>
                  <a:path w="30818" h="16009" extrusionOk="0">
                    <a:moveTo>
                      <a:pt x="11569" y="0"/>
                    </a:moveTo>
                    <a:cubicBezTo>
                      <a:pt x="8693" y="2773"/>
                      <a:pt x="5552" y="5364"/>
                      <a:pt x="2335" y="8122"/>
                    </a:cubicBezTo>
                    <a:cubicBezTo>
                      <a:pt x="1589" y="8760"/>
                      <a:pt x="783" y="9280"/>
                      <a:pt x="0" y="9846"/>
                    </a:cubicBezTo>
                    <a:cubicBezTo>
                      <a:pt x="10038" y="11691"/>
                      <a:pt x="20064" y="13698"/>
                      <a:pt x="30060" y="16010"/>
                    </a:cubicBezTo>
                    <a:lnTo>
                      <a:pt x="30818" y="15119"/>
                    </a:lnTo>
                    <a:cubicBezTo>
                      <a:pt x="24460" y="10005"/>
                      <a:pt x="18004" y="5016"/>
                      <a:pt x="11569" y="0"/>
                    </a:cubicBezTo>
                    <a:close/>
                  </a:path>
                </a:pathLst>
              </a:custGeom>
              <a:solidFill>
                <a:srgbClr val="9DCCC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30"/>
              <p:cNvSpPr/>
              <p:nvPr/>
            </p:nvSpPr>
            <p:spPr>
              <a:xfrm>
                <a:off x="5888932" y="1484996"/>
                <a:ext cx="751499" cy="623521"/>
              </a:xfrm>
              <a:custGeom>
                <a:avLst/>
                <a:gdLst/>
                <a:ahLst/>
                <a:cxnLst/>
                <a:rect l="l" t="t" r="r" b="b"/>
                <a:pathLst>
                  <a:path w="751499" h="623521" extrusionOk="0">
                    <a:moveTo>
                      <a:pt x="750864" y="334901"/>
                    </a:moveTo>
                    <a:cubicBezTo>
                      <a:pt x="750672" y="334578"/>
                      <a:pt x="750442" y="334279"/>
                      <a:pt x="750178" y="334012"/>
                    </a:cubicBezTo>
                    <a:cubicBezTo>
                      <a:pt x="719384" y="309416"/>
                      <a:pt x="688252" y="284670"/>
                      <a:pt x="652846" y="266948"/>
                    </a:cubicBezTo>
                    <a:cubicBezTo>
                      <a:pt x="619485" y="250514"/>
                      <a:pt x="583396" y="240329"/>
                      <a:pt x="546366" y="236898"/>
                    </a:cubicBezTo>
                    <a:cubicBezTo>
                      <a:pt x="470911" y="229428"/>
                      <a:pt x="395366" y="247708"/>
                      <a:pt x="327383" y="279903"/>
                    </a:cubicBezTo>
                    <a:cubicBezTo>
                      <a:pt x="301719" y="292344"/>
                      <a:pt x="276883" y="306427"/>
                      <a:pt x="253031" y="322064"/>
                    </a:cubicBezTo>
                    <a:cubicBezTo>
                      <a:pt x="337320" y="239842"/>
                      <a:pt x="430052" y="166748"/>
                      <a:pt x="529688" y="103995"/>
                    </a:cubicBezTo>
                    <a:cubicBezTo>
                      <a:pt x="588372" y="66904"/>
                      <a:pt x="649633" y="35321"/>
                      <a:pt x="710735" y="2557"/>
                    </a:cubicBezTo>
                    <a:cubicBezTo>
                      <a:pt x="712054" y="1850"/>
                      <a:pt x="711141" y="-479"/>
                      <a:pt x="709694" y="88"/>
                    </a:cubicBezTo>
                    <a:lnTo>
                      <a:pt x="709694" y="89"/>
                    </a:lnTo>
                    <a:cubicBezTo>
                      <a:pt x="652630" y="23496"/>
                      <a:pt x="597604" y="51591"/>
                      <a:pt x="545181" y="84086"/>
                    </a:cubicBezTo>
                    <a:cubicBezTo>
                      <a:pt x="491602" y="116237"/>
                      <a:pt x="439915" y="151442"/>
                      <a:pt x="390376" y="189525"/>
                    </a:cubicBezTo>
                    <a:cubicBezTo>
                      <a:pt x="292103" y="265095"/>
                      <a:pt x="202610" y="351442"/>
                      <a:pt x="123573" y="446950"/>
                    </a:cubicBezTo>
                    <a:cubicBezTo>
                      <a:pt x="79021" y="500570"/>
                      <a:pt x="38013" y="557038"/>
                      <a:pt x="811" y="615997"/>
                    </a:cubicBezTo>
                    <a:cubicBezTo>
                      <a:pt x="-2696" y="621579"/>
                      <a:pt x="6091" y="626662"/>
                      <a:pt x="9622" y="621146"/>
                    </a:cubicBezTo>
                    <a:cubicBezTo>
                      <a:pt x="70583" y="525553"/>
                      <a:pt x="141102" y="436404"/>
                      <a:pt x="220093" y="355073"/>
                    </a:cubicBezTo>
                    <a:cubicBezTo>
                      <a:pt x="250199" y="374191"/>
                      <a:pt x="282045" y="390422"/>
                      <a:pt x="315205" y="403548"/>
                    </a:cubicBezTo>
                    <a:cubicBezTo>
                      <a:pt x="348641" y="417515"/>
                      <a:pt x="383662" y="427334"/>
                      <a:pt x="419485" y="432786"/>
                    </a:cubicBezTo>
                    <a:cubicBezTo>
                      <a:pt x="453619" y="437921"/>
                      <a:pt x="488361" y="437472"/>
                      <a:pt x="522351" y="431456"/>
                    </a:cubicBezTo>
                    <a:cubicBezTo>
                      <a:pt x="558605" y="423772"/>
                      <a:pt x="593852" y="411936"/>
                      <a:pt x="627396" y="396184"/>
                    </a:cubicBezTo>
                    <a:cubicBezTo>
                      <a:pt x="668223" y="378317"/>
                      <a:pt x="708668" y="359545"/>
                      <a:pt x="749259" y="341149"/>
                    </a:cubicBezTo>
                    <a:cubicBezTo>
                      <a:pt x="751427" y="339867"/>
                      <a:pt x="752146" y="337069"/>
                      <a:pt x="750864" y="334901"/>
                    </a:cubicBezTo>
                    <a:close/>
                    <a:moveTo>
                      <a:pt x="731198" y="330315"/>
                    </a:moveTo>
                    <a:cubicBezTo>
                      <a:pt x="700625" y="322933"/>
                      <a:pt x="669528" y="317918"/>
                      <a:pt x="638184" y="315315"/>
                    </a:cubicBezTo>
                    <a:cubicBezTo>
                      <a:pt x="650994" y="308241"/>
                      <a:pt x="661956" y="298248"/>
                      <a:pt x="670182" y="286145"/>
                    </a:cubicBezTo>
                    <a:cubicBezTo>
                      <a:pt x="691433" y="299566"/>
                      <a:pt x="711812" y="314319"/>
                      <a:pt x="731198" y="330315"/>
                    </a:cubicBezTo>
                    <a:close/>
                    <a:moveTo>
                      <a:pt x="737367" y="336563"/>
                    </a:moveTo>
                    <a:cubicBezTo>
                      <a:pt x="716737" y="345769"/>
                      <a:pt x="696110" y="354979"/>
                      <a:pt x="675485" y="364193"/>
                    </a:cubicBezTo>
                    <a:cubicBezTo>
                      <a:pt x="673006" y="359855"/>
                      <a:pt x="670046" y="355811"/>
                      <a:pt x="666663" y="352136"/>
                    </a:cubicBezTo>
                    <a:cubicBezTo>
                      <a:pt x="662617" y="347325"/>
                      <a:pt x="658563" y="342571"/>
                      <a:pt x="654097" y="338140"/>
                    </a:cubicBezTo>
                    <a:cubicBezTo>
                      <a:pt x="648177" y="332363"/>
                      <a:pt x="641783" y="327091"/>
                      <a:pt x="634984" y="322380"/>
                    </a:cubicBezTo>
                    <a:cubicBezTo>
                      <a:pt x="669324" y="325431"/>
                      <a:pt x="703452" y="330159"/>
                      <a:pt x="737367" y="336563"/>
                    </a:cubicBezTo>
                    <a:close/>
                    <a:moveTo>
                      <a:pt x="666869" y="284088"/>
                    </a:moveTo>
                    <a:cubicBezTo>
                      <a:pt x="655658" y="296954"/>
                      <a:pt x="641832" y="307280"/>
                      <a:pt x="626314" y="314377"/>
                    </a:cubicBezTo>
                    <a:cubicBezTo>
                      <a:pt x="598671" y="312382"/>
                      <a:pt x="570943" y="311723"/>
                      <a:pt x="543518" y="311984"/>
                    </a:cubicBezTo>
                    <a:cubicBezTo>
                      <a:pt x="537468" y="312101"/>
                      <a:pt x="531427" y="312434"/>
                      <a:pt x="525381" y="312618"/>
                    </a:cubicBezTo>
                    <a:cubicBezTo>
                      <a:pt x="537600" y="305712"/>
                      <a:pt x="549087" y="297584"/>
                      <a:pt x="559665" y="288358"/>
                    </a:cubicBezTo>
                    <a:cubicBezTo>
                      <a:pt x="571995" y="278446"/>
                      <a:pt x="582361" y="266314"/>
                      <a:pt x="590228" y="252589"/>
                    </a:cubicBezTo>
                    <a:cubicBezTo>
                      <a:pt x="617248" y="259069"/>
                      <a:pt x="643101" y="269695"/>
                      <a:pt x="666869" y="284088"/>
                    </a:cubicBezTo>
                    <a:close/>
                    <a:moveTo>
                      <a:pt x="586056" y="251558"/>
                    </a:moveTo>
                    <a:cubicBezTo>
                      <a:pt x="575970" y="261951"/>
                      <a:pt x="566956" y="273243"/>
                      <a:pt x="555860" y="282808"/>
                    </a:cubicBezTo>
                    <a:cubicBezTo>
                      <a:pt x="542925" y="293913"/>
                      <a:pt x="528667" y="303376"/>
                      <a:pt x="513410" y="310984"/>
                    </a:cubicBezTo>
                    <a:cubicBezTo>
                      <a:pt x="512625" y="311455"/>
                      <a:pt x="512050" y="312210"/>
                      <a:pt x="511804" y="313093"/>
                    </a:cubicBezTo>
                    <a:cubicBezTo>
                      <a:pt x="479702" y="314331"/>
                      <a:pt x="447664" y="316501"/>
                      <a:pt x="415688" y="319604"/>
                    </a:cubicBezTo>
                    <a:cubicBezTo>
                      <a:pt x="445350" y="298856"/>
                      <a:pt x="471427" y="273406"/>
                      <a:pt x="492890" y="244258"/>
                    </a:cubicBezTo>
                    <a:cubicBezTo>
                      <a:pt x="492987" y="244118"/>
                      <a:pt x="492929" y="243982"/>
                      <a:pt x="492971" y="243840"/>
                    </a:cubicBezTo>
                    <a:cubicBezTo>
                      <a:pt x="524208" y="242038"/>
                      <a:pt x="555543" y="244636"/>
                      <a:pt x="586056" y="251558"/>
                    </a:cubicBezTo>
                    <a:close/>
                    <a:moveTo>
                      <a:pt x="416741" y="255546"/>
                    </a:moveTo>
                    <a:cubicBezTo>
                      <a:pt x="440326" y="249497"/>
                      <a:pt x="464423" y="245654"/>
                      <a:pt x="488720" y="244067"/>
                    </a:cubicBezTo>
                    <a:cubicBezTo>
                      <a:pt x="464319" y="271564"/>
                      <a:pt x="437205" y="296529"/>
                      <a:pt x="407789" y="318580"/>
                    </a:cubicBezTo>
                    <a:cubicBezTo>
                      <a:pt x="407113" y="319003"/>
                      <a:pt x="406660" y="319704"/>
                      <a:pt x="406550" y="320495"/>
                    </a:cubicBezTo>
                    <a:cubicBezTo>
                      <a:pt x="383539" y="322851"/>
                      <a:pt x="360558" y="325509"/>
                      <a:pt x="337655" y="328826"/>
                    </a:cubicBezTo>
                    <a:cubicBezTo>
                      <a:pt x="332367" y="329539"/>
                      <a:pt x="327083" y="330336"/>
                      <a:pt x="321798" y="331100"/>
                    </a:cubicBezTo>
                    <a:cubicBezTo>
                      <a:pt x="333475" y="322820"/>
                      <a:pt x="344912" y="314204"/>
                      <a:pt x="355853" y="304966"/>
                    </a:cubicBezTo>
                    <a:cubicBezTo>
                      <a:pt x="369344" y="293551"/>
                      <a:pt x="385851" y="280921"/>
                      <a:pt x="395139" y="265688"/>
                    </a:cubicBezTo>
                    <a:cubicBezTo>
                      <a:pt x="395747" y="264692"/>
                      <a:pt x="394501" y="263337"/>
                      <a:pt x="393484" y="264033"/>
                    </a:cubicBezTo>
                    <a:lnTo>
                      <a:pt x="393484" y="264034"/>
                    </a:lnTo>
                    <a:cubicBezTo>
                      <a:pt x="386815" y="269172"/>
                      <a:pt x="380551" y="274818"/>
                      <a:pt x="374750" y="280920"/>
                    </a:cubicBezTo>
                    <a:cubicBezTo>
                      <a:pt x="368040" y="287242"/>
                      <a:pt x="361176" y="293392"/>
                      <a:pt x="354155" y="299371"/>
                    </a:cubicBezTo>
                    <a:cubicBezTo>
                      <a:pt x="340049" y="311333"/>
                      <a:pt x="325283" y="322495"/>
                      <a:pt x="309926" y="332803"/>
                    </a:cubicBezTo>
                    <a:cubicBezTo>
                      <a:pt x="283564" y="336739"/>
                      <a:pt x="257210" y="340888"/>
                      <a:pt x="230783" y="344145"/>
                    </a:cubicBezTo>
                    <a:cubicBezTo>
                      <a:pt x="231095" y="343829"/>
                      <a:pt x="231402" y="343509"/>
                      <a:pt x="231714" y="343194"/>
                    </a:cubicBezTo>
                    <a:cubicBezTo>
                      <a:pt x="288892" y="305421"/>
                      <a:pt x="350053" y="272611"/>
                      <a:pt x="416741" y="255546"/>
                    </a:cubicBezTo>
                    <a:close/>
                    <a:moveTo>
                      <a:pt x="233655" y="352158"/>
                    </a:moveTo>
                    <a:cubicBezTo>
                      <a:pt x="258902" y="347464"/>
                      <a:pt x="284227" y="343256"/>
                      <a:pt x="309631" y="339531"/>
                    </a:cubicBezTo>
                    <a:cubicBezTo>
                      <a:pt x="341897" y="361223"/>
                      <a:pt x="370674" y="387698"/>
                      <a:pt x="394973" y="418049"/>
                    </a:cubicBezTo>
                    <a:cubicBezTo>
                      <a:pt x="373147" y="413287"/>
                      <a:pt x="351706" y="406906"/>
                      <a:pt x="330828" y="398959"/>
                    </a:cubicBezTo>
                    <a:cubicBezTo>
                      <a:pt x="297529" y="385319"/>
                      <a:pt x="265079" y="369691"/>
                      <a:pt x="233655" y="352158"/>
                    </a:cubicBezTo>
                    <a:close/>
                    <a:moveTo>
                      <a:pt x="401873" y="419423"/>
                    </a:moveTo>
                    <a:cubicBezTo>
                      <a:pt x="402117" y="418724"/>
                      <a:pt x="401993" y="417950"/>
                      <a:pt x="401544" y="417363"/>
                    </a:cubicBezTo>
                    <a:cubicBezTo>
                      <a:pt x="378244" y="386493"/>
                      <a:pt x="349917" y="359763"/>
                      <a:pt x="317749" y="338290"/>
                    </a:cubicBezTo>
                    <a:cubicBezTo>
                      <a:pt x="349626" y="333742"/>
                      <a:pt x="381604" y="329974"/>
                      <a:pt x="413681" y="326986"/>
                    </a:cubicBezTo>
                    <a:cubicBezTo>
                      <a:pt x="453260" y="351710"/>
                      <a:pt x="487305" y="384343"/>
                      <a:pt x="513682" y="422840"/>
                    </a:cubicBezTo>
                    <a:cubicBezTo>
                      <a:pt x="476496" y="428194"/>
                      <a:pt x="438662" y="427037"/>
                      <a:pt x="401873" y="419423"/>
                    </a:cubicBezTo>
                    <a:close/>
                    <a:moveTo>
                      <a:pt x="518227" y="422052"/>
                    </a:moveTo>
                    <a:cubicBezTo>
                      <a:pt x="518327" y="421506"/>
                      <a:pt x="518201" y="420943"/>
                      <a:pt x="517878" y="420492"/>
                    </a:cubicBezTo>
                    <a:cubicBezTo>
                      <a:pt x="492523" y="383057"/>
                      <a:pt x="460037" y="350987"/>
                      <a:pt x="422279" y="326115"/>
                    </a:cubicBezTo>
                    <a:cubicBezTo>
                      <a:pt x="423225" y="326031"/>
                      <a:pt x="424167" y="325912"/>
                      <a:pt x="425111" y="325828"/>
                    </a:cubicBezTo>
                    <a:cubicBezTo>
                      <a:pt x="455372" y="322642"/>
                      <a:pt x="485708" y="320628"/>
                      <a:pt x="516119" y="319784"/>
                    </a:cubicBezTo>
                    <a:cubicBezTo>
                      <a:pt x="543821" y="344462"/>
                      <a:pt x="569501" y="371320"/>
                      <a:pt x="592912" y="400101"/>
                    </a:cubicBezTo>
                    <a:cubicBezTo>
                      <a:pt x="575135" y="406822"/>
                      <a:pt x="557075" y="412736"/>
                      <a:pt x="538732" y="417842"/>
                    </a:cubicBezTo>
                    <a:cubicBezTo>
                      <a:pt x="531917" y="419540"/>
                      <a:pt x="525077" y="420887"/>
                      <a:pt x="518227" y="422052"/>
                    </a:cubicBezTo>
                    <a:close/>
                    <a:moveTo>
                      <a:pt x="598147" y="398006"/>
                    </a:moveTo>
                    <a:cubicBezTo>
                      <a:pt x="598117" y="397917"/>
                      <a:pt x="598080" y="397830"/>
                      <a:pt x="598037" y="397746"/>
                    </a:cubicBezTo>
                    <a:cubicBezTo>
                      <a:pt x="577272" y="369053"/>
                      <a:pt x="553334" y="342795"/>
                      <a:pt x="526678" y="319471"/>
                    </a:cubicBezTo>
                    <a:cubicBezTo>
                      <a:pt x="558767" y="318819"/>
                      <a:pt x="590856" y="319457"/>
                      <a:pt x="622946" y="321386"/>
                    </a:cubicBezTo>
                    <a:cubicBezTo>
                      <a:pt x="632929" y="327450"/>
                      <a:pt x="642369" y="334368"/>
                      <a:pt x="651158" y="342063"/>
                    </a:cubicBezTo>
                    <a:cubicBezTo>
                      <a:pt x="655395" y="345680"/>
                      <a:pt x="659429" y="349529"/>
                      <a:pt x="663243" y="353590"/>
                    </a:cubicBezTo>
                    <a:cubicBezTo>
                      <a:pt x="666698" y="357352"/>
                      <a:pt x="669693" y="361479"/>
                      <a:pt x="673105" y="365255"/>
                    </a:cubicBezTo>
                    <a:cubicBezTo>
                      <a:pt x="662728" y="369889"/>
                      <a:pt x="652350" y="374523"/>
                      <a:pt x="641972" y="379156"/>
                    </a:cubicBezTo>
                    <a:cubicBezTo>
                      <a:pt x="627618" y="386036"/>
                      <a:pt x="612970" y="392249"/>
                      <a:pt x="598147" y="3980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30"/>
              <p:cNvSpPr/>
              <p:nvPr/>
            </p:nvSpPr>
            <p:spPr>
              <a:xfrm>
                <a:off x="6192265" y="1053489"/>
                <a:ext cx="380773" cy="330355"/>
              </a:xfrm>
              <a:custGeom>
                <a:avLst/>
                <a:gdLst/>
                <a:ahLst/>
                <a:cxnLst/>
                <a:rect l="l" t="t" r="r" b="b"/>
                <a:pathLst>
                  <a:path w="380773" h="330355" extrusionOk="0">
                    <a:moveTo>
                      <a:pt x="321468" y="263004"/>
                    </a:moveTo>
                    <a:cubicBezTo>
                      <a:pt x="312994" y="267143"/>
                      <a:pt x="305857" y="274608"/>
                      <a:pt x="296537" y="275494"/>
                    </a:cubicBezTo>
                    <a:cubicBezTo>
                      <a:pt x="287899" y="276212"/>
                      <a:pt x="279986" y="271035"/>
                      <a:pt x="271568" y="268986"/>
                    </a:cubicBezTo>
                    <a:cubicBezTo>
                      <a:pt x="256580" y="265594"/>
                      <a:pt x="241091" y="272088"/>
                      <a:pt x="233002" y="285154"/>
                    </a:cubicBezTo>
                    <a:cubicBezTo>
                      <a:pt x="225110" y="298451"/>
                      <a:pt x="226508" y="315974"/>
                      <a:pt x="217616" y="328601"/>
                    </a:cubicBezTo>
                    <a:cubicBezTo>
                      <a:pt x="217201" y="329177"/>
                      <a:pt x="216725" y="329781"/>
                      <a:pt x="216312" y="330356"/>
                    </a:cubicBezTo>
                    <a:lnTo>
                      <a:pt x="216040" y="330103"/>
                    </a:lnTo>
                    <a:cubicBezTo>
                      <a:pt x="178704" y="307419"/>
                      <a:pt x="135855" y="295425"/>
                      <a:pt x="92167" y="295431"/>
                    </a:cubicBezTo>
                    <a:lnTo>
                      <a:pt x="92175" y="293830"/>
                    </a:lnTo>
                    <a:cubicBezTo>
                      <a:pt x="62105" y="275802"/>
                      <a:pt x="37062" y="250488"/>
                      <a:pt x="19358" y="220226"/>
                    </a:cubicBezTo>
                    <a:cubicBezTo>
                      <a:pt x="5417" y="198393"/>
                      <a:pt x="-1286" y="172719"/>
                      <a:pt x="204" y="146857"/>
                    </a:cubicBezTo>
                    <a:cubicBezTo>
                      <a:pt x="2847" y="121272"/>
                      <a:pt x="19089" y="96135"/>
                      <a:pt x="43481" y="88158"/>
                    </a:cubicBezTo>
                    <a:cubicBezTo>
                      <a:pt x="60703" y="82565"/>
                      <a:pt x="80492" y="85500"/>
                      <a:pt x="96104" y="76482"/>
                    </a:cubicBezTo>
                    <a:cubicBezTo>
                      <a:pt x="109402" y="68856"/>
                      <a:pt x="116800" y="54345"/>
                      <a:pt x="125504" y="41806"/>
                    </a:cubicBezTo>
                    <a:cubicBezTo>
                      <a:pt x="134272" y="29238"/>
                      <a:pt x="147370" y="17142"/>
                      <a:pt x="162606" y="18645"/>
                    </a:cubicBezTo>
                    <a:cubicBezTo>
                      <a:pt x="172065" y="19671"/>
                      <a:pt x="180201" y="25808"/>
                      <a:pt x="189510" y="27970"/>
                    </a:cubicBezTo>
                    <a:cubicBezTo>
                      <a:pt x="213175" y="33647"/>
                      <a:pt x="234172" y="13118"/>
                      <a:pt x="256886" y="4485"/>
                    </a:cubicBezTo>
                    <a:cubicBezTo>
                      <a:pt x="297994" y="-11129"/>
                      <a:pt x="346210" y="16010"/>
                      <a:pt x="366089" y="55188"/>
                    </a:cubicBezTo>
                    <a:cubicBezTo>
                      <a:pt x="385935" y="94458"/>
                      <a:pt x="383088" y="141437"/>
                      <a:pt x="372677" y="184141"/>
                    </a:cubicBezTo>
                    <a:lnTo>
                      <a:pt x="373985" y="184819"/>
                    </a:lnTo>
                    <a:cubicBezTo>
                      <a:pt x="361884" y="207733"/>
                      <a:pt x="351813" y="231663"/>
                      <a:pt x="343889" y="256335"/>
                    </a:cubicBezTo>
                    <a:lnTo>
                      <a:pt x="342870" y="260313"/>
                    </a:lnTo>
                    <a:cubicBezTo>
                      <a:pt x="335632" y="258886"/>
                      <a:pt x="328128" y="259830"/>
                      <a:pt x="321468" y="2630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30"/>
              <p:cNvSpPr/>
              <p:nvPr/>
            </p:nvSpPr>
            <p:spPr>
              <a:xfrm>
                <a:off x="6143145" y="1348916"/>
                <a:ext cx="307862" cy="360920"/>
              </a:xfrm>
              <a:custGeom>
                <a:avLst/>
                <a:gdLst/>
                <a:ahLst/>
                <a:cxnLst/>
                <a:rect l="l" t="t" r="r" b="b"/>
                <a:pathLst>
                  <a:path w="307862" h="360920" extrusionOk="0">
                    <a:moveTo>
                      <a:pt x="267583" y="108538"/>
                    </a:moveTo>
                    <a:cubicBezTo>
                      <a:pt x="271290" y="124086"/>
                      <a:pt x="279422" y="138226"/>
                      <a:pt x="290998" y="149248"/>
                    </a:cubicBezTo>
                    <a:cubicBezTo>
                      <a:pt x="294946" y="152717"/>
                      <a:pt x="299393" y="155574"/>
                      <a:pt x="304189" y="157723"/>
                    </a:cubicBezTo>
                    <a:lnTo>
                      <a:pt x="307863" y="168926"/>
                    </a:lnTo>
                    <a:cubicBezTo>
                      <a:pt x="302658" y="205072"/>
                      <a:pt x="297351" y="241648"/>
                      <a:pt x="283094" y="275208"/>
                    </a:cubicBezTo>
                    <a:cubicBezTo>
                      <a:pt x="279851" y="282916"/>
                      <a:pt x="276071" y="290388"/>
                      <a:pt x="271783" y="297568"/>
                    </a:cubicBezTo>
                    <a:cubicBezTo>
                      <a:pt x="257985" y="322327"/>
                      <a:pt x="236611" y="342008"/>
                      <a:pt x="210801" y="353721"/>
                    </a:cubicBezTo>
                    <a:cubicBezTo>
                      <a:pt x="177181" y="367790"/>
                      <a:pt x="133796" y="361427"/>
                      <a:pt x="110982" y="332986"/>
                    </a:cubicBezTo>
                    <a:cubicBezTo>
                      <a:pt x="96897" y="315499"/>
                      <a:pt x="90949" y="291218"/>
                      <a:pt x="72662" y="278218"/>
                    </a:cubicBezTo>
                    <a:cubicBezTo>
                      <a:pt x="61156" y="270092"/>
                      <a:pt x="46616" y="267805"/>
                      <a:pt x="33919" y="261836"/>
                    </a:cubicBezTo>
                    <a:cubicBezTo>
                      <a:pt x="21193" y="255805"/>
                      <a:pt x="9310" y="242836"/>
                      <a:pt x="12684" y="229154"/>
                    </a:cubicBezTo>
                    <a:cubicBezTo>
                      <a:pt x="15444" y="218043"/>
                      <a:pt x="27057" y="211361"/>
                      <a:pt x="32106" y="201075"/>
                    </a:cubicBezTo>
                    <a:cubicBezTo>
                      <a:pt x="41263" y="182542"/>
                      <a:pt x="26640" y="161809"/>
                      <a:pt x="16134" y="144008"/>
                    </a:cubicBezTo>
                    <a:cubicBezTo>
                      <a:pt x="2109" y="120180"/>
                      <a:pt x="-5311" y="90506"/>
                      <a:pt x="4420" y="64628"/>
                    </a:cubicBezTo>
                    <a:cubicBezTo>
                      <a:pt x="15952" y="34328"/>
                      <a:pt x="47810" y="16677"/>
                      <a:pt x="79082" y="8124"/>
                    </a:cubicBezTo>
                    <a:cubicBezTo>
                      <a:pt x="99356" y="2625"/>
                      <a:pt x="120281" y="-107"/>
                      <a:pt x="141287" y="3"/>
                    </a:cubicBezTo>
                    <a:cubicBezTo>
                      <a:pt x="184974" y="-2"/>
                      <a:pt x="227824" y="11991"/>
                      <a:pt x="265160" y="34676"/>
                    </a:cubicBezTo>
                    <a:lnTo>
                      <a:pt x="265432" y="34929"/>
                    </a:lnTo>
                    <a:cubicBezTo>
                      <a:pt x="261717" y="39643"/>
                      <a:pt x="256884" y="43438"/>
                      <a:pt x="253202" y="48061"/>
                    </a:cubicBezTo>
                    <a:cubicBezTo>
                      <a:pt x="248696" y="53809"/>
                      <a:pt x="246039" y="60788"/>
                      <a:pt x="245581" y="68077"/>
                    </a:cubicBezTo>
                    <a:cubicBezTo>
                      <a:pt x="244086" y="84767"/>
                      <a:pt x="252762" y="100721"/>
                      <a:pt x="267583" y="10853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30"/>
              <p:cNvSpPr/>
              <p:nvPr/>
            </p:nvSpPr>
            <p:spPr>
              <a:xfrm>
                <a:off x="6414927" y="1444029"/>
                <a:ext cx="360874" cy="365634"/>
              </a:xfrm>
              <a:custGeom>
                <a:avLst/>
                <a:gdLst/>
                <a:ahLst/>
                <a:cxnLst/>
                <a:rect l="l" t="t" r="r" b="b"/>
                <a:pathLst>
                  <a:path w="360874" h="365634" extrusionOk="0">
                    <a:moveTo>
                      <a:pt x="121850" y="56278"/>
                    </a:moveTo>
                    <a:cubicBezTo>
                      <a:pt x="137590" y="59881"/>
                      <a:pt x="153373" y="50442"/>
                      <a:pt x="157647" y="34871"/>
                    </a:cubicBezTo>
                    <a:cubicBezTo>
                      <a:pt x="159325" y="27768"/>
                      <a:pt x="158275" y="20199"/>
                      <a:pt x="160594" y="13327"/>
                    </a:cubicBezTo>
                    <a:cubicBezTo>
                      <a:pt x="162493" y="8170"/>
                      <a:pt x="165676" y="3583"/>
                      <a:pt x="169842" y="0"/>
                    </a:cubicBezTo>
                    <a:cubicBezTo>
                      <a:pt x="209832" y="27585"/>
                      <a:pt x="254891" y="46974"/>
                      <a:pt x="302417" y="57049"/>
                    </a:cubicBezTo>
                    <a:cubicBezTo>
                      <a:pt x="309678" y="58577"/>
                      <a:pt x="317129" y="59863"/>
                      <a:pt x="324621" y="60751"/>
                    </a:cubicBezTo>
                    <a:lnTo>
                      <a:pt x="324023" y="65139"/>
                    </a:lnTo>
                    <a:cubicBezTo>
                      <a:pt x="342683" y="93481"/>
                      <a:pt x="362115" y="124273"/>
                      <a:pt x="360812" y="158204"/>
                    </a:cubicBezTo>
                    <a:cubicBezTo>
                      <a:pt x="359034" y="190484"/>
                      <a:pt x="338851" y="218864"/>
                      <a:pt x="308943" y="231139"/>
                    </a:cubicBezTo>
                    <a:cubicBezTo>
                      <a:pt x="296106" y="236191"/>
                      <a:pt x="280929" y="238692"/>
                      <a:pt x="272781" y="249828"/>
                    </a:cubicBezTo>
                    <a:cubicBezTo>
                      <a:pt x="264698" y="260781"/>
                      <a:pt x="265935" y="277314"/>
                      <a:pt x="255864" y="286464"/>
                    </a:cubicBezTo>
                    <a:cubicBezTo>
                      <a:pt x="241165" y="299846"/>
                      <a:pt x="217563" y="286381"/>
                      <a:pt x="197930" y="289761"/>
                    </a:cubicBezTo>
                    <a:cubicBezTo>
                      <a:pt x="171868" y="294188"/>
                      <a:pt x="161245" y="325125"/>
                      <a:pt x="142810" y="344144"/>
                    </a:cubicBezTo>
                    <a:cubicBezTo>
                      <a:pt x="125551" y="361597"/>
                      <a:pt x="100625" y="369115"/>
                      <a:pt x="76595" y="364116"/>
                    </a:cubicBezTo>
                    <a:cubicBezTo>
                      <a:pt x="45075" y="357268"/>
                      <a:pt x="21573" y="329303"/>
                      <a:pt x="11061" y="298877"/>
                    </a:cubicBezTo>
                    <a:cubicBezTo>
                      <a:pt x="519" y="268389"/>
                      <a:pt x="753" y="235418"/>
                      <a:pt x="1246" y="203162"/>
                    </a:cubicBezTo>
                    <a:lnTo>
                      <a:pt x="0" y="202455"/>
                    </a:lnTo>
                    <a:cubicBezTo>
                      <a:pt x="4288" y="195275"/>
                      <a:pt x="8068" y="187803"/>
                      <a:pt x="11311" y="180094"/>
                    </a:cubicBezTo>
                    <a:cubicBezTo>
                      <a:pt x="25568" y="146534"/>
                      <a:pt x="30875" y="109959"/>
                      <a:pt x="36080" y="73812"/>
                    </a:cubicBezTo>
                    <a:lnTo>
                      <a:pt x="32406" y="62609"/>
                    </a:lnTo>
                    <a:cubicBezTo>
                      <a:pt x="42786" y="67597"/>
                      <a:pt x="54725" y="68247"/>
                      <a:pt x="65585" y="64417"/>
                    </a:cubicBezTo>
                    <a:cubicBezTo>
                      <a:pt x="77862" y="59631"/>
                      <a:pt x="88421" y="48120"/>
                      <a:pt x="101602" y="49297"/>
                    </a:cubicBezTo>
                    <a:cubicBezTo>
                      <a:pt x="108531" y="51067"/>
                      <a:pt x="115303" y="53402"/>
                      <a:pt x="121850" y="562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30"/>
              <p:cNvSpPr/>
              <p:nvPr/>
            </p:nvSpPr>
            <p:spPr>
              <a:xfrm>
                <a:off x="6535134" y="1134593"/>
                <a:ext cx="329527" cy="371980"/>
              </a:xfrm>
              <a:custGeom>
                <a:avLst/>
                <a:gdLst/>
                <a:ahLst/>
                <a:cxnLst/>
                <a:rect l="l" t="t" r="r" b="b"/>
                <a:pathLst>
                  <a:path w="329527" h="371980" extrusionOk="0">
                    <a:moveTo>
                      <a:pt x="29086" y="202873"/>
                    </a:moveTo>
                    <a:cubicBezTo>
                      <a:pt x="24314" y="190355"/>
                      <a:pt x="13227" y="181334"/>
                      <a:pt x="0" y="179208"/>
                    </a:cubicBezTo>
                    <a:lnTo>
                      <a:pt x="1019" y="175230"/>
                    </a:lnTo>
                    <a:cubicBezTo>
                      <a:pt x="8943" y="150558"/>
                      <a:pt x="19014" y="126628"/>
                      <a:pt x="31115" y="103714"/>
                    </a:cubicBezTo>
                    <a:cubicBezTo>
                      <a:pt x="39053" y="88878"/>
                      <a:pt x="48433" y="74860"/>
                      <a:pt x="59118" y="61862"/>
                    </a:cubicBezTo>
                    <a:cubicBezTo>
                      <a:pt x="86443" y="29076"/>
                      <a:pt x="125039" y="3918"/>
                      <a:pt x="167615" y="317"/>
                    </a:cubicBezTo>
                    <a:cubicBezTo>
                      <a:pt x="200752" y="-2495"/>
                      <a:pt x="239752" y="13463"/>
                      <a:pt x="246395" y="46012"/>
                    </a:cubicBezTo>
                    <a:cubicBezTo>
                      <a:pt x="251800" y="72375"/>
                      <a:pt x="234620" y="101985"/>
                      <a:pt x="247667" y="125513"/>
                    </a:cubicBezTo>
                    <a:cubicBezTo>
                      <a:pt x="257052" y="142549"/>
                      <a:pt x="278035" y="148346"/>
                      <a:pt x="295960" y="155886"/>
                    </a:cubicBezTo>
                    <a:cubicBezTo>
                      <a:pt x="313885" y="163427"/>
                      <a:pt x="332846" y="179152"/>
                      <a:pt x="329034" y="198212"/>
                    </a:cubicBezTo>
                    <a:cubicBezTo>
                      <a:pt x="326237" y="212155"/>
                      <a:pt x="312067" y="221485"/>
                      <a:pt x="308813" y="235263"/>
                    </a:cubicBezTo>
                    <a:cubicBezTo>
                      <a:pt x="304954" y="251151"/>
                      <a:pt x="316511" y="266175"/>
                      <a:pt x="321002" y="281863"/>
                    </a:cubicBezTo>
                    <a:cubicBezTo>
                      <a:pt x="329949" y="313329"/>
                      <a:pt x="307951" y="347412"/>
                      <a:pt x="278368" y="361331"/>
                    </a:cubicBezTo>
                    <a:cubicBezTo>
                      <a:pt x="255061" y="371258"/>
                      <a:pt x="229405" y="374330"/>
                      <a:pt x="204413" y="370187"/>
                    </a:cubicBezTo>
                    <a:cubicBezTo>
                      <a:pt x="196921" y="369300"/>
                      <a:pt x="189471" y="368013"/>
                      <a:pt x="182209" y="366485"/>
                    </a:cubicBezTo>
                    <a:cubicBezTo>
                      <a:pt x="134684" y="356411"/>
                      <a:pt x="89625" y="337021"/>
                      <a:pt x="49634" y="309437"/>
                    </a:cubicBezTo>
                    <a:cubicBezTo>
                      <a:pt x="59878" y="299520"/>
                      <a:pt x="74308" y="292198"/>
                      <a:pt x="76086" y="278354"/>
                    </a:cubicBezTo>
                    <a:cubicBezTo>
                      <a:pt x="77600" y="266536"/>
                      <a:pt x="68585" y="255944"/>
                      <a:pt x="59248" y="248547"/>
                    </a:cubicBezTo>
                    <a:cubicBezTo>
                      <a:pt x="49881" y="241088"/>
                      <a:pt x="39052" y="234240"/>
                      <a:pt x="34357" y="223289"/>
                    </a:cubicBezTo>
                    <a:cubicBezTo>
                      <a:pt x="31617" y="216819"/>
                      <a:pt x="31299" y="209514"/>
                      <a:pt x="29086" y="20287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30"/>
              <p:cNvSpPr/>
              <p:nvPr/>
            </p:nvSpPr>
            <p:spPr>
              <a:xfrm>
                <a:off x="6388559" y="1313154"/>
                <a:ext cx="222828" cy="197759"/>
              </a:xfrm>
              <a:custGeom>
                <a:avLst/>
                <a:gdLst/>
                <a:ahLst/>
                <a:cxnLst/>
                <a:rect l="l" t="t" r="r" b="b"/>
                <a:pathLst>
                  <a:path w="222828" h="197759" extrusionOk="0">
                    <a:moveTo>
                      <a:pt x="166" y="103840"/>
                    </a:moveTo>
                    <a:cubicBezTo>
                      <a:pt x="624" y="96550"/>
                      <a:pt x="3281" y="89571"/>
                      <a:pt x="7787" y="83823"/>
                    </a:cubicBezTo>
                    <a:cubicBezTo>
                      <a:pt x="11469" y="79201"/>
                      <a:pt x="16302" y="75405"/>
                      <a:pt x="20017" y="70691"/>
                    </a:cubicBezTo>
                    <a:cubicBezTo>
                      <a:pt x="20431" y="70116"/>
                      <a:pt x="20907" y="69511"/>
                      <a:pt x="21321" y="68936"/>
                    </a:cubicBezTo>
                    <a:cubicBezTo>
                      <a:pt x="30213" y="56309"/>
                      <a:pt x="28815" y="38786"/>
                      <a:pt x="36708" y="25489"/>
                    </a:cubicBezTo>
                    <a:cubicBezTo>
                      <a:pt x="44796" y="12423"/>
                      <a:pt x="60285" y="5929"/>
                      <a:pt x="75274" y="9321"/>
                    </a:cubicBezTo>
                    <a:cubicBezTo>
                      <a:pt x="83692" y="11370"/>
                      <a:pt x="91604" y="16547"/>
                      <a:pt x="100242" y="15829"/>
                    </a:cubicBezTo>
                    <a:cubicBezTo>
                      <a:pt x="109563" y="14943"/>
                      <a:pt x="116699" y="7478"/>
                      <a:pt x="125173" y="3339"/>
                    </a:cubicBezTo>
                    <a:cubicBezTo>
                      <a:pt x="131833" y="165"/>
                      <a:pt x="139337" y="-779"/>
                      <a:pt x="146575" y="648"/>
                    </a:cubicBezTo>
                    <a:cubicBezTo>
                      <a:pt x="159802" y="2773"/>
                      <a:pt x="170889" y="11794"/>
                      <a:pt x="175661" y="24312"/>
                    </a:cubicBezTo>
                    <a:cubicBezTo>
                      <a:pt x="177874" y="30954"/>
                      <a:pt x="178192" y="38259"/>
                      <a:pt x="180932" y="44729"/>
                    </a:cubicBezTo>
                    <a:cubicBezTo>
                      <a:pt x="185627" y="55679"/>
                      <a:pt x="196456" y="62527"/>
                      <a:pt x="205823" y="69986"/>
                    </a:cubicBezTo>
                    <a:cubicBezTo>
                      <a:pt x="215160" y="77383"/>
                      <a:pt x="224175" y="87975"/>
                      <a:pt x="222662" y="99793"/>
                    </a:cubicBezTo>
                    <a:cubicBezTo>
                      <a:pt x="220883" y="113637"/>
                      <a:pt x="206453" y="120960"/>
                      <a:pt x="196209" y="130876"/>
                    </a:cubicBezTo>
                    <a:cubicBezTo>
                      <a:pt x="192043" y="134459"/>
                      <a:pt x="188860" y="139046"/>
                      <a:pt x="186962" y="144202"/>
                    </a:cubicBezTo>
                    <a:cubicBezTo>
                      <a:pt x="184642" y="151075"/>
                      <a:pt x="185693" y="158644"/>
                      <a:pt x="184015" y="165747"/>
                    </a:cubicBezTo>
                    <a:cubicBezTo>
                      <a:pt x="179741" y="181318"/>
                      <a:pt x="163957" y="190757"/>
                      <a:pt x="148217" y="187153"/>
                    </a:cubicBezTo>
                    <a:cubicBezTo>
                      <a:pt x="141670" y="184277"/>
                      <a:pt x="134899" y="181943"/>
                      <a:pt x="127971" y="180173"/>
                    </a:cubicBezTo>
                    <a:cubicBezTo>
                      <a:pt x="114789" y="178996"/>
                      <a:pt x="104231" y="190506"/>
                      <a:pt x="91954" y="195293"/>
                    </a:cubicBezTo>
                    <a:cubicBezTo>
                      <a:pt x="81093" y="199123"/>
                      <a:pt x="69155" y="198472"/>
                      <a:pt x="58775" y="193485"/>
                    </a:cubicBezTo>
                    <a:cubicBezTo>
                      <a:pt x="53978" y="191336"/>
                      <a:pt x="49531" y="188479"/>
                      <a:pt x="45583" y="185010"/>
                    </a:cubicBezTo>
                    <a:cubicBezTo>
                      <a:pt x="34008" y="173988"/>
                      <a:pt x="25875" y="159848"/>
                      <a:pt x="22169" y="144300"/>
                    </a:cubicBezTo>
                    <a:cubicBezTo>
                      <a:pt x="7348" y="136483"/>
                      <a:pt x="-1328" y="120529"/>
                      <a:pt x="166" y="1038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30"/>
              <p:cNvSpPr/>
              <p:nvPr/>
            </p:nvSpPr>
            <p:spPr>
              <a:xfrm>
                <a:off x="6524366" y="1313191"/>
                <a:ext cx="41000" cy="28522"/>
              </a:xfrm>
              <a:custGeom>
                <a:avLst/>
                <a:gdLst/>
                <a:ahLst/>
                <a:cxnLst/>
                <a:rect l="l" t="t" r="r" b="b"/>
                <a:pathLst>
                  <a:path w="41000" h="28522" extrusionOk="0">
                    <a:moveTo>
                      <a:pt x="21432" y="8835"/>
                    </a:moveTo>
                    <a:cubicBezTo>
                      <a:pt x="29162" y="14076"/>
                      <a:pt x="35807" y="20761"/>
                      <a:pt x="41001" y="28523"/>
                    </a:cubicBezTo>
                    <a:cubicBezTo>
                      <a:pt x="40664" y="27091"/>
                      <a:pt x="40316" y="25663"/>
                      <a:pt x="39854" y="24274"/>
                    </a:cubicBezTo>
                    <a:cubicBezTo>
                      <a:pt x="35082" y="11757"/>
                      <a:pt x="23994" y="2737"/>
                      <a:pt x="10768" y="611"/>
                    </a:cubicBezTo>
                    <a:cubicBezTo>
                      <a:pt x="7217" y="-43"/>
                      <a:pt x="3589" y="-173"/>
                      <a:pt x="0" y="226"/>
                    </a:cubicBezTo>
                    <a:cubicBezTo>
                      <a:pt x="7628" y="1699"/>
                      <a:pt x="14904" y="4621"/>
                      <a:pt x="21431" y="8835"/>
                    </a:cubicBezTo>
                    <a:close/>
                  </a:path>
                </a:pathLst>
              </a:custGeom>
              <a:solidFill>
                <a:srgbClr val="F5DBD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30"/>
              <p:cNvSpPr/>
              <p:nvPr/>
            </p:nvSpPr>
            <p:spPr>
              <a:xfrm>
                <a:off x="6388559" y="1371089"/>
                <a:ext cx="222829" cy="139824"/>
              </a:xfrm>
              <a:custGeom>
                <a:avLst/>
                <a:gdLst/>
                <a:ahLst/>
                <a:cxnLst/>
                <a:rect l="l" t="t" r="r" b="b"/>
                <a:pathLst>
                  <a:path w="222829" h="139824" extrusionOk="0">
                    <a:moveTo>
                      <a:pt x="184015" y="107811"/>
                    </a:moveTo>
                    <a:cubicBezTo>
                      <a:pt x="185694" y="100709"/>
                      <a:pt x="184643" y="93140"/>
                      <a:pt x="186963" y="86268"/>
                    </a:cubicBezTo>
                    <a:cubicBezTo>
                      <a:pt x="188861" y="81111"/>
                      <a:pt x="192044" y="76524"/>
                      <a:pt x="196210" y="72941"/>
                    </a:cubicBezTo>
                    <a:cubicBezTo>
                      <a:pt x="206453" y="63023"/>
                      <a:pt x="220884" y="55701"/>
                      <a:pt x="222662" y="41857"/>
                    </a:cubicBezTo>
                    <a:cubicBezTo>
                      <a:pt x="224176" y="30039"/>
                      <a:pt x="215161" y="19448"/>
                      <a:pt x="205823" y="12050"/>
                    </a:cubicBezTo>
                    <a:cubicBezTo>
                      <a:pt x="200864" y="8101"/>
                      <a:pt x="195517" y="4306"/>
                      <a:pt x="190865" y="0"/>
                    </a:cubicBezTo>
                    <a:cubicBezTo>
                      <a:pt x="195153" y="13385"/>
                      <a:pt x="196855" y="27464"/>
                      <a:pt x="195879" y="41485"/>
                    </a:cubicBezTo>
                    <a:cubicBezTo>
                      <a:pt x="190215" y="106684"/>
                      <a:pt x="113687" y="113350"/>
                      <a:pt x="64132" y="98457"/>
                    </a:cubicBezTo>
                    <a:cubicBezTo>
                      <a:pt x="41980" y="91800"/>
                      <a:pt x="16938" y="78973"/>
                      <a:pt x="6841" y="56851"/>
                    </a:cubicBezTo>
                    <a:cubicBezTo>
                      <a:pt x="3377" y="49611"/>
                      <a:pt x="2136" y="41507"/>
                      <a:pt x="3275" y="33562"/>
                    </a:cubicBezTo>
                    <a:cubicBezTo>
                      <a:pt x="1550" y="37471"/>
                      <a:pt x="499" y="41644"/>
                      <a:pt x="166" y="45904"/>
                    </a:cubicBezTo>
                    <a:cubicBezTo>
                      <a:pt x="-1329" y="62594"/>
                      <a:pt x="7348" y="78548"/>
                      <a:pt x="22170" y="86365"/>
                    </a:cubicBezTo>
                    <a:cubicBezTo>
                      <a:pt x="25876" y="101912"/>
                      <a:pt x="34009" y="116052"/>
                      <a:pt x="45584" y="127074"/>
                    </a:cubicBezTo>
                    <a:cubicBezTo>
                      <a:pt x="49532" y="130543"/>
                      <a:pt x="53979" y="133400"/>
                      <a:pt x="58775" y="135549"/>
                    </a:cubicBezTo>
                    <a:cubicBezTo>
                      <a:pt x="69156" y="140536"/>
                      <a:pt x="81094" y="141187"/>
                      <a:pt x="91955" y="137358"/>
                    </a:cubicBezTo>
                    <a:cubicBezTo>
                      <a:pt x="104231" y="132570"/>
                      <a:pt x="114790" y="121060"/>
                      <a:pt x="127971" y="122237"/>
                    </a:cubicBezTo>
                    <a:cubicBezTo>
                      <a:pt x="134900" y="124006"/>
                      <a:pt x="141672" y="126341"/>
                      <a:pt x="148219" y="129218"/>
                    </a:cubicBezTo>
                    <a:cubicBezTo>
                      <a:pt x="163958" y="132820"/>
                      <a:pt x="179741" y="123382"/>
                      <a:pt x="184015" y="107811"/>
                    </a:cubicBezTo>
                    <a:close/>
                  </a:path>
                </a:pathLst>
              </a:custGeom>
              <a:solidFill>
                <a:srgbClr val="F5DBD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30"/>
              <p:cNvSpPr/>
              <p:nvPr/>
            </p:nvSpPr>
            <p:spPr>
              <a:xfrm>
                <a:off x="6415806" y="1340433"/>
                <a:ext cx="8572" cy="28449"/>
              </a:xfrm>
              <a:custGeom>
                <a:avLst/>
                <a:gdLst/>
                <a:ahLst/>
                <a:cxnLst/>
                <a:rect l="l" t="t" r="r" b="b"/>
                <a:pathLst>
                  <a:path w="8572" h="28449" extrusionOk="0">
                    <a:moveTo>
                      <a:pt x="630" y="27941"/>
                    </a:moveTo>
                    <a:cubicBezTo>
                      <a:pt x="4210" y="18918"/>
                      <a:pt x="6871" y="9557"/>
                      <a:pt x="8573" y="0"/>
                    </a:cubicBezTo>
                    <a:cubicBezTo>
                      <a:pt x="4801" y="9183"/>
                      <a:pt x="1930" y="18711"/>
                      <a:pt x="0" y="28449"/>
                    </a:cubicBezTo>
                    <a:cubicBezTo>
                      <a:pt x="213" y="28282"/>
                      <a:pt x="417" y="28106"/>
                      <a:pt x="630" y="27941"/>
                    </a:cubicBezTo>
                    <a:close/>
                  </a:path>
                </a:pathLst>
              </a:custGeom>
              <a:solidFill>
                <a:srgbClr val="F5DBDB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30"/>
              <p:cNvSpPr/>
              <p:nvPr/>
            </p:nvSpPr>
            <p:spPr>
              <a:xfrm>
                <a:off x="6138408" y="1048581"/>
                <a:ext cx="731293" cy="765748"/>
              </a:xfrm>
              <a:custGeom>
                <a:avLst/>
                <a:gdLst/>
                <a:ahLst/>
                <a:cxnLst/>
                <a:rect l="l" t="t" r="r" b="b"/>
                <a:pathLst>
                  <a:path w="731293" h="765748" extrusionOk="0">
                    <a:moveTo>
                      <a:pt x="711437" y="337487"/>
                    </a:moveTo>
                    <a:cubicBezTo>
                      <a:pt x="708626" y="327875"/>
                      <a:pt x="710720" y="317496"/>
                      <a:pt x="717037" y="309726"/>
                    </a:cubicBezTo>
                    <a:cubicBezTo>
                      <a:pt x="725008" y="298305"/>
                      <a:pt x="733993" y="287250"/>
                      <a:pt x="730530" y="272376"/>
                    </a:cubicBezTo>
                    <a:cubicBezTo>
                      <a:pt x="726011" y="258632"/>
                      <a:pt x="716033" y="247355"/>
                      <a:pt x="702943" y="241195"/>
                    </a:cubicBezTo>
                    <a:cubicBezTo>
                      <a:pt x="688988" y="233452"/>
                      <a:pt x="672768" y="230296"/>
                      <a:pt x="659679" y="220867"/>
                    </a:cubicBezTo>
                    <a:cubicBezTo>
                      <a:pt x="642238" y="208305"/>
                      <a:pt x="643639" y="188646"/>
                      <a:pt x="646506" y="169647"/>
                    </a:cubicBezTo>
                    <a:cubicBezTo>
                      <a:pt x="648749" y="154780"/>
                      <a:pt x="651423" y="139392"/>
                      <a:pt x="646446" y="124766"/>
                    </a:cubicBezTo>
                    <a:cubicBezTo>
                      <a:pt x="642156" y="112949"/>
                      <a:pt x="634159" y="102837"/>
                      <a:pt x="623648" y="95938"/>
                    </a:cubicBezTo>
                    <a:cubicBezTo>
                      <a:pt x="599469" y="79306"/>
                      <a:pt x="568212" y="77980"/>
                      <a:pt x="540604" y="85312"/>
                    </a:cubicBezTo>
                    <a:cubicBezTo>
                      <a:pt x="496046" y="97142"/>
                      <a:pt x="460373" y="128673"/>
                      <a:pt x="434765" y="167402"/>
                    </a:cubicBezTo>
                    <a:cubicBezTo>
                      <a:pt x="442798" y="121687"/>
                      <a:pt x="440901" y="71300"/>
                      <a:pt x="409055" y="35282"/>
                    </a:cubicBezTo>
                    <a:cubicBezTo>
                      <a:pt x="393935" y="17835"/>
                      <a:pt x="373474" y="5871"/>
                      <a:pt x="350853" y="1251"/>
                    </a:cubicBezTo>
                    <a:cubicBezTo>
                      <a:pt x="325778" y="-3321"/>
                      <a:pt x="305632" y="5240"/>
                      <a:pt x="284088" y="17141"/>
                    </a:cubicBezTo>
                    <a:cubicBezTo>
                      <a:pt x="272236" y="23688"/>
                      <a:pt x="258717" y="31222"/>
                      <a:pt x="244706" y="27976"/>
                    </a:cubicBezTo>
                    <a:cubicBezTo>
                      <a:pt x="231952" y="25021"/>
                      <a:pt x="221942" y="16477"/>
                      <a:pt x="208143" y="18898"/>
                    </a:cubicBezTo>
                    <a:cubicBezTo>
                      <a:pt x="181435" y="23585"/>
                      <a:pt x="173027" y="52808"/>
                      <a:pt x="156310" y="69870"/>
                    </a:cubicBezTo>
                    <a:cubicBezTo>
                      <a:pt x="136302" y="90290"/>
                      <a:pt x="103221" y="79923"/>
                      <a:pt x="80241" y="95957"/>
                    </a:cubicBezTo>
                    <a:cubicBezTo>
                      <a:pt x="61848" y="109581"/>
                      <a:pt x="50351" y="130583"/>
                      <a:pt x="48787" y="153419"/>
                    </a:cubicBezTo>
                    <a:cubicBezTo>
                      <a:pt x="46046" y="185322"/>
                      <a:pt x="60212" y="216875"/>
                      <a:pt x="78228" y="242389"/>
                    </a:cubicBezTo>
                    <a:cubicBezTo>
                      <a:pt x="92466" y="263729"/>
                      <a:pt x="111098" y="281782"/>
                      <a:pt x="132877" y="295339"/>
                    </a:cubicBezTo>
                    <a:cubicBezTo>
                      <a:pt x="113485" y="296326"/>
                      <a:pt x="94293" y="299742"/>
                      <a:pt x="75752" y="305506"/>
                    </a:cubicBezTo>
                    <a:cubicBezTo>
                      <a:pt x="49063" y="313940"/>
                      <a:pt x="21601" y="329219"/>
                      <a:pt x="8153" y="354867"/>
                    </a:cubicBezTo>
                    <a:cubicBezTo>
                      <a:pt x="-7116" y="383992"/>
                      <a:pt x="999" y="419481"/>
                      <a:pt x="16556" y="446858"/>
                    </a:cubicBezTo>
                    <a:cubicBezTo>
                      <a:pt x="24823" y="461405"/>
                      <a:pt x="40704" y="481260"/>
                      <a:pt x="32431" y="498848"/>
                    </a:cubicBezTo>
                    <a:cubicBezTo>
                      <a:pt x="26486" y="511486"/>
                      <a:pt x="12229" y="518193"/>
                      <a:pt x="11774" y="533585"/>
                    </a:cubicBezTo>
                    <a:cubicBezTo>
                      <a:pt x="10694" y="570108"/>
                      <a:pt x="61135" y="568685"/>
                      <a:pt x="80101" y="587537"/>
                    </a:cubicBezTo>
                    <a:cubicBezTo>
                      <a:pt x="91471" y="598839"/>
                      <a:pt x="97110" y="614555"/>
                      <a:pt x="105601" y="627879"/>
                    </a:cubicBezTo>
                    <a:cubicBezTo>
                      <a:pt x="112900" y="639663"/>
                      <a:pt x="123161" y="649327"/>
                      <a:pt x="135362" y="655906"/>
                    </a:cubicBezTo>
                    <a:cubicBezTo>
                      <a:pt x="160387" y="668550"/>
                      <a:pt x="189634" y="669854"/>
                      <a:pt x="215687" y="659488"/>
                    </a:cubicBezTo>
                    <a:cubicBezTo>
                      <a:pt x="239607" y="649877"/>
                      <a:pt x="259966" y="633100"/>
                      <a:pt x="273972" y="611457"/>
                    </a:cubicBezTo>
                    <a:cubicBezTo>
                      <a:pt x="271330" y="658177"/>
                      <a:pt x="277236" y="710132"/>
                      <a:pt x="312913" y="743388"/>
                    </a:cubicBezTo>
                    <a:cubicBezTo>
                      <a:pt x="343913" y="773689"/>
                      <a:pt x="393609" y="773123"/>
                      <a:pt x="423910" y="742122"/>
                    </a:cubicBezTo>
                    <a:cubicBezTo>
                      <a:pt x="424738" y="741275"/>
                      <a:pt x="425547" y="740409"/>
                      <a:pt x="426336" y="739525"/>
                    </a:cubicBezTo>
                    <a:cubicBezTo>
                      <a:pt x="439090" y="724780"/>
                      <a:pt x="447953" y="702924"/>
                      <a:pt x="465848" y="693493"/>
                    </a:cubicBezTo>
                    <a:cubicBezTo>
                      <a:pt x="486342" y="682692"/>
                      <a:pt x="510214" y="700617"/>
                      <a:pt x="530526" y="689449"/>
                    </a:cubicBezTo>
                    <a:cubicBezTo>
                      <a:pt x="538497" y="684307"/>
                      <a:pt x="544105" y="676215"/>
                      <a:pt x="546122" y="666945"/>
                    </a:cubicBezTo>
                    <a:cubicBezTo>
                      <a:pt x="550484" y="653110"/>
                      <a:pt x="554117" y="643847"/>
                      <a:pt x="568292" y="638067"/>
                    </a:cubicBezTo>
                    <a:cubicBezTo>
                      <a:pt x="578477" y="634780"/>
                      <a:pt x="588429" y="630813"/>
                      <a:pt x="598082" y="626192"/>
                    </a:cubicBezTo>
                    <a:cubicBezTo>
                      <a:pt x="629169" y="608132"/>
                      <a:pt x="646314" y="573123"/>
                      <a:pt x="641522" y="537492"/>
                    </a:cubicBezTo>
                    <a:cubicBezTo>
                      <a:pt x="637718" y="509648"/>
                      <a:pt x="622411" y="484448"/>
                      <a:pt x="606125" y="461983"/>
                    </a:cubicBezTo>
                    <a:cubicBezTo>
                      <a:pt x="621089" y="463545"/>
                      <a:pt x="636198" y="463013"/>
                      <a:pt x="651015" y="460402"/>
                    </a:cubicBezTo>
                    <a:cubicBezTo>
                      <a:pt x="682675" y="455440"/>
                      <a:pt x="709322" y="434044"/>
                      <a:pt x="721006" y="404203"/>
                    </a:cubicBezTo>
                    <a:cubicBezTo>
                      <a:pt x="726060" y="390108"/>
                      <a:pt x="725942" y="374675"/>
                      <a:pt x="720672" y="360659"/>
                    </a:cubicBezTo>
                    <a:cubicBezTo>
                      <a:pt x="717791" y="352876"/>
                      <a:pt x="713657" y="345507"/>
                      <a:pt x="711437" y="337487"/>
                    </a:cubicBezTo>
                    <a:close/>
                    <a:moveTo>
                      <a:pt x="91718" y="243637"/>
                    </a:moveTo>
                    <a:cubicBezTo>
                      <a:pt x="74762" y="222941"/>
                      <a:pt x="63590" y="198124"/>
                      <a:pt x="59338" y="171709"/>
                    </a:cubicBezTo>
                    <a:cubicBezTo>
                      <a:pt x="55551" y="147070"/>
                      <a:pt x="64809" y="122229"/>
                      <a:pt x="83799" y="106079"/>
                    </a:cubicBezTo>
                    <a:cubicBezTo>
                      <a:pt x="104052" y="90375"/>
                      <a:pt x="131108" y="98177"/>
                      <a:pt x="152577" y="85806"/>
                    </a:cubicBezTo>
                    <a:cubicBezTo>
                      <a:pt x="172007" y="74610"/>
                      <a:pt x="178237" y="51338"/>
                      <a:pt x="194574" y="37082"/>
                    </a:cubicBezTo>
                    <a:cubicBezTo>
                      <a:pt x="206769" y="26440"/>
                      <a:pt x="217973" y="28252"/>
                      <a:pt x="231783" y="34146"/>
                    </a:cubicBezTo>
                    <a:cubicBezTo>
                      <a:pt x="241413" y="38725"/>
                      <a:pt x="252303" y="39936"/>
                      <a:pt x="262703" y="37582"/>
                    </a:cubicBezTo>
                    <a:cubicBezTo>
                      <a:pt x="284956" y="32318"/>
                      <a:pt x="302079" y="14590"/>
                      <a:pt x="324890" y="10832"/>
                    </a:cubicBezTo>
                    <a:cubicBezTo>
                      <a:pt x="346616" y="8152"/>
                      <a:pt x="368516" y="14224"/>
                      <a:pt x="385758" y="27711"/>
                    </a:cubicBezTo>
                    <a:cubicBezTo>
                      <a:pt x="435228" y="64020"/>
                      <a:pt x="435661" y="131626"/>
                      <a:pt x="423488" y="186120"/>
                    </a:cubicBezTo>
                    <a:cubicBezTo>
                      <a:pt x="410721" y="209328"/>
                      <a:pt x="401162" y="234161"/>
                      <a:pt x="395073" y="259939"/>
                    </a:cubicBezTo>
                    <a:cubicBezTo>
                      <a:pt x="389522" y="259259"/>
                      <a:pt x="383891" y="259683"/>
                      <a:pt x="378505" y="261187"/>
                    </a:cubicBezTo>
                    <a:cubicBezTo>
                      <a:pt x="368877" y="264163"/>
                      <a:pt x="361698" y="271576"/>
                      <a:pt x="352854" y="273993"/>
                    </a:cubicBezTo>
                    <a:cubicBezTo>
                      <a:pt x="352807" y="273387"/>
                      <a:pt x="352749" y="272773"/>
                      <a:pt x="352690" y="272098"/>
                    </a:cubicBezTo>
                    <a:cubicBezTo>
                      <a:pt x="352381" y="268549"/>
                      <a:pt x="352044" y="265007"/>
                      <a:pt x="351824" y="261451"/>
                    </a:cubicBezTo>
                    <a:cubicBezTo>
                      <a:pt x="351416" y="254864"/>
                      <a:pt x="351261" y="248267"/>
                      <a:pt x="351361" y="241661"/>
                    </a:cubicBezTo>
                    <a:cubicBezTo>
                      <a:pt x="351534" y="227656"/>
                      <a:pt x="352846" y="213688"/>
                      <a:pt x="355283" y="199896"/>
                    </a:cubicBezTo>
                    <a:cubicBezTo>
                      <a:pt x="355679" y="197684"/>
                      <a:pt x="352401" y="196700"/>
                      <a:pt x="351861" y="198953"/>
                    </a:cubicBezTo>
                    <a:lnTo>
                      <a:pt x="351861" y="198953"/>
                    </a:lnTo>
                    <a:cubicBezTo>
                      <a:pt x="348559" y="212495"/>
                      <a:pt x="346255" y="226261"/>
                      <a:pt x="344967" y="240141"/>
                    </a:cubicBezTo>
                    <a:cubicBezTo>
                      <a:pt x="344336" y="247226"/>
                      <a:pt x="343984" y="254329"/>
                      <a:pt x="343911" y="261451"/>
                    </a:cubicBezTo>
                    <a:cubicBezTo>
                      <a:pt x="343873" y="264997"/>
                      <a:pt x="343858" y="268555"/>
                      <a:pt x="344015" y="272098"/>
                    </a:cubicBezTo>
                    <a:cubicBezTo>
                      <a:pt x="344050" y="272880"/>
                      <a:pt x="344063" y="273661"/>
                      <a:pt x="344104" y="274426"/>
                    </a:cubicBezTo>
                    <a:cubicBezTo>
                      <a:pt x="342960" y="274305"/>
                      <a:pt x="341827" y="274092"/>
                      <a:pt x="340717" y="273789"/>
                    </a:cubicBezTo>
                    <a:cubicBezTo>
                      <a:pt x="328730" y="270004"/>
                      <a:pt x="318595" y="265775"/>
                      <a:pt x="305932" y="269601"/>
                    </a:cubicBezTo>
                    <a:cubicBezTo>
                      <a:pt x="305453" y="269743"/>
                      <a:pt x="305032" y="270005"/>
                      <a:pt x="304561" y="270164"/>
                    </a:cubicBezTo>
                    <a:cubicBezTo>
                      <a:pt x="300860" y="256957"/>
                      <a:pt x="295026" y="244003"/>
                      <a:pt x="290410" y="231109"/>
                    </a:cubicBezTo>
                    <a:cubicBezTo>
                      <a:pt x="285853" y="218378"/>
                      <a:pt x="281276" y="205654"/>
                      <a:pt x="276680" y="192937"/>
                    </a:cubicBezTo>
                    <a:cubicBezTo>
                      <a:pt x="267188" y="166509"/>
                      <a:pt x="258204" y="139903"/>
                      <a:pt x="249729" y="113119"/>
                    </a:cubicBezTo>
                    <a:cubicBezTo>
                      <a:pt x="249554" y="112555"/>
                      <a:pt x="248955" y="112240"/>
                      <a:pt x="248391" y="112415"/>
                    </a:cubicBezTo>
                    <a:cubicBezTo>
                      <a:pt x="247852" y="112582"/>
                      <a:pt x="247536" y="113138"/>
                      <a:pt x="247669" y="113686"/>
                    </a:cubicBezTo>
                    <a:lnTo>
                      <a:pt x="247669" y="113686"/>
                    </a:lnTo>
                    <a:cubicBezTo>
                      <a:pt x="254213" y="141496"/>
                      <a:pt x="261468" y="169117"/>
                      <a:pt x="269432" y="196550"/>
                    </a:cubicBezTo>
                    <a:cubicBezTo>
                      <a:pt x="273338" y="210003"/>
                      <a:pt x="277555" y="223363"/>
                      <a:pt x="282082" y="236630"/>
                    </a:cubicBezTo>
                    <a:cubicBezTo>
                      <a:pt x="285903" y="249477"/>
                      <a:pt x="290498" y="262080"/>
                      <a:pt x="295843" y="274371"/>
                    </a:cubicBezTo>
                    <a:cubicBezTo>
                      <a:pt x="292127" y="276652"/>
                      <a:pt x="288800" y="279513"/>
                      <a:pt x="285990" y="282846"/>
                    </a:cubicBezTo>
                    <a:cubicBezTo>
                      <a:pt x="285017" y="281988"/>
                      <a:pt x="283930" y="281268"/>
                      <a:pt x="282760" y="280707"/>
                    </a:cubicBezTo>
                    <a:cubicBezTo>
                      <a:pt x="279475" y="278672"/>
                      <a:pt x="276148" y="276705"/>
                      <a:pt x="272780" y="274807"/>
                    </a:cubicBezTo>
                    <a:cubicBezTo>
                      <a:pt x="266244" y="271103"/>
                      <a:pt x="259582" y="267635"/>
                      <a:pt x="252794" y="264402"/>
                    </a:cubicBezTo>
                    <a:cubicBezTo>
                      <a:pt x="239464" y="257951"/>
                      <a:pt x="225515" y="252870"/>
                      <a:pt x="211159" y="249236"/>
                    </a:cubicBezTo>
                    <a:cubicBezTo>
                      <a:pt x="209845" y="248912"/>
                      <a:pt x="208856" y="250915"/>
                      <a:pt x="210196" y="251522"/>
                    </a:cubicBezTo>
                    <a:cubicBezTo>
                      <a:pt x="223359" y="257486"/>
                      <a:pt x="236482" y="263681"/>
                      <a:pt x="249193" y="270563"/>
                    </a:cubicBezTo>
                    <a:cubicBezTo>
                      <a:pt x="255591" y="274028"/>
                      <a:pt x="261864" y="277710"/>
                      <a:pt x="268012" y="281611"/>
                    </a:cubicBezTo>
                    <a:cubicBezTo>
                      <a:pt x="271089" y="283561"/>
                      <a:pt x="274130" y="285565"/>
                      <a:pt x="277137" y="287623"/>
                    </a:cubicBezTo>
                    <a:cubicBezTo>
                      <a:pt x="278303" y="288721"/>
                      <a:pt x="279621" y="289644"/>
                      <a:pt x="281051" y="290365"/>
                    </a:cubicBezTo>
                    <a:cubicBezTo>
                      <a:pt x="274932" y="302760"/>
                      <a:pt x="275495" y="317956"/>
                      <a:pt x="268069" y="329692"/>
                    </a:cubicBezTo>
                    <a:cubicBezTo>
                      <a:pt x="231616" y="306400"/>
                      <a:pt x="189124" y="294327"/>
                      <a:pt x="145869" y="294973"/>
                    </a:cubicBezTo>
                    <a:cubicBezTo>
                      <a:pt x="126705" y="278593"/>
                      <a:pt x="107221" y="263984"/>
                      <a:pt x="91718" y="243637"/>
                    </a:cubicBezTo>
                    <a:close/>
                    <a:moveTo>
                      <a:pt x="417243" y="283362"/>
                    </a:moveTo>
                    <a:cubicBezTo>
                      <a:pt x="424405" y="293317"/>
                      <a:pt x="422762" y="306671"/>
                      <a:pt x="429539" y="316992"/>
                    </a:cubicBezTo>
                    <a:cubicBezTo>
                      <a:pt x="439568" y="332265"/>
                      <a:pt x="475985" y="346144"/>
                      <a:pt x="466373" y="368612"/>
                    </a:cubicBezTo>
                    <a:cubicBezTo>
                      <a:pt x="459942" y="383643"/>
                      <a:pt x="440588" y="388964"/>
                      <a:pt x="433635" y="404193"/>
                    </a:cubicBezTo>
                    <a:cubicBezTo>
                      <a:pt x="429175" y="413961"/>
                      <a:pt x="432369" y="425569"/>
                      <a:pt x="427057" y="434903"/>
                    </a:cubicBezTo>
                    <a:cubicBezTo>
                      <a:pt x="420911" y="445366"/>
                      <a:pt x="408213" y="450007"/>
                      <a:pt x="396768" y="445975"/>
                    </a:cubicBezTo>
                    <a:cubicBezTo>
                      <a:pt x="386067" y="442322"/>
                      <a:pt x="377530" y="437525"/>
                      <a:pt x="366031" y="441571"/>
                    </a:cubicBezTo>
                    <a:cubicBezTo>
                      <a:pt x="355152" y="445400"/>
                      <a:pt x="346601" y="454240"/>
                      <a:pt x="335181" y="456690"/>
                    </a:cubicBezTo>
                    <a:cubicBezTo>
                      <a:pt x="321142" y="458828"/>
                      <a:pt x="306931" y="454091"/>
                      <a:pt x="296983" y="443956"/>
                    </a:cubicBezTo>
                    <a:cubicBezTo>
                      <a:pt x="287826" y="434306"/>
                      <a:pt x="281025" y="422668"/>
                      <a:pt x="277112" y="409952"/>
                    </a:cubicBezTo>
                    <a:cubicBezTo>
                      <a:pt x="277167" y="409061"/>
                      <a:pt x="276824" y="408191"/>
                      <a:pt x="276174" y="407579"/>
                    </a:cubicBezTo>
                    <a:cubicBezTo>
                      <a:pt x="275921" y="406939"/>
                      <a:pt x="275672" y="406301"/>
                      <a:pt x="275417" y="405661"/>
                    </a:cubicBezTo>
                    <a:cubicBezTo>
                      <a:pt x="274770" y="403632"/>
                      <a:pt x="272601" y="402512"/>
                      <a:pt x="270572" y="403159"/>
                    </a:cubicBezTo>
                    <a:cubicBezTo>
                      <a:pt x="270572" y="403159"/>
                      <a:pt x="270572" y="403159"/>
                      <a:pt x="270572" y="403159"/>
                    </a:cubicBezTo>
                    <a:cubicBezTo>
                      <a:pt x="270457" y="403214"/>
                      <a:pt x="270345" y="403275"/>
                      <a:pt x="270236" y="403341"/>
                    </a:cubicBezTo>
                    <a:cubicBezTo>
                      <a:pt x="257160" y="392907"/>
                      <a:pt x="251914" y="375465"/>
                      <a:pt x="257065" y="359549"/>
                    </a:cubicBezTo>
                    <a:cubicBezTo>
                      <a:pt x="260580" y="350219"/>
                      <a:pt x="269090" y="344882"/>
                      <a:pt x="274846" y="337128"/>
                    </a:cubicBezTo>
                    <a:cubicBezTo>
                      <a:pt x="280382" y="328117"/>
                      <a:pt x="284059" y="318089"/>
                      <a:pt x="285663" y="307636"/>
                    </a:cubicBezTo>
                    <a:cubicBezTo>
                      <a:pt x="287263" y="296995"/>
                      <a:pt x="293429" y="287583"/>
                      <a:pt x="302545" y="281866"/>
                    </a:cubicBezTo>
                    <a:cubicBezTo>
                      <a:pt x="315131" y="274992"/>
                      <a:pt x="325479" y="279629"/>
                      <a:pt x="338017" y="283586"/>
                    </a:cubicBezTo>
                    <a:cubicBezTo>
                      <a:pt x="346396" y="286516"/>
                      <a:pt x="355637" y="285647"/>
                      <a:pt x="363323" y="281205"/>
                    </a:cubicBezTo>
                    <a:cubicBezTo>
                      <a:pt x="372826" y="276072"/>
                      <a:pt x="380342" y="269012"/>
                      <a:pt x="391900" y="269702"/>
                    </a:cubicBezTo>
                    <a:cubicBezTo>
                      <a:pt x="401949" y="270292"/>
                      <a:pt x="411225" y="275292"/>
                      <a:pt x="417243" y="283362"/>
                    </a:cubicBezTo>
                    <a:close/>
                    <a:moveTo>
                      <a:pt x="619109" y="592744"/>
                    </a:moveTo>
                    <a:cubicBezTo>
                      <a:pt x="613183" y="601701"/>
                      <a:pt x="605476" y="609342"/>
                      <a:pt x="596468" y="615191"/>
                    </a:cubicBezTo>
                    <a:cubicBezTo>
                      <a:pt x="587079" y="620401"/>
                      <a:pt x="577161" y="624596"/>
                      <a:pt x="566883" y="627705"/>
                    </a:cubicBezTo>
                    <a:cubicBezTo>
                      <a:pt x="558654" y="630298"/>
                      <a:pt x="551308" y="635128"/>
                      <a:pt x="545667" y="641657"/>
                    </a:cubicBezTo>
                    <a:cubicBezTo>
                      <a:pt x="540910" y="649442"/>
                      <a:pt x="537448" y="657948"/>
                      <a:pt x="535414" y="666842"/>
                    </a:cubicBezTo>
                    <a:cubicBezTo>
                      <a:pt x="525953" y="693332"/>
                      <a:pt x="497807" y="677912"/>
                      <a:pt x="477275" y="679693"/>
                    </a:cubicBezTo>
                    <a:cubicBezTo>
                      <a:pt x="459991" y="681192"/>
                      <a:pt x="447924" y="693125"/>
                      <a:pt x="438050" y="706353"/>
                    </a:cubicBezTo>
                    <a:cubicBezTo>
                      <a:pt x="426169" y="722269"/>
                      <a:pt x="416622" y="739400"/>
                      <a:pt x="398218" y="748744"/>
                    </a:cubicBezTo>
                    <a:cubicBezTo>
                      <a:pt x="377708" y="759068"/>
                      <a:pt x="353338" y="758166"/>
                      <a:pt x="333648" y="746353"/>
                    </a:cubicBezTo>
                    <a:cubicBezTo>
                      <a:pt x="282853" y="716072"/>
                      <a:pt x="283643" y="652411"/>
                      <a:pt x="280713" y="600586"/>
                    </a:cubicBezTo>
                    <a:cubicBezTo>
                      <a:pt x="302841" y="561484"/>
                      <a:pt x="311052" y="512076"/>
                      <a:pt x="316649" y="469280"/>
                    </a:cubicBezTo>
                    <a:cubicBezTo>
                      <a:pt x="317239" y="464771"/>
                      <a:pt x="309359" y="463663"/>
                      <a:pt x="308648" y="468197"/>
                    </a:cubicBezTo>
                    <a:cubicBezTo>
                      <a:pt x="298995" y="529820"/>
                      <a:pt x="287563" y="602655"/>
                      <a:pt x="231096" y="639968"/>
                    </a:cubicBezTo>
                    <a:cubicBezTo>
                      <a:pt x="208129" y="655672"/>
                      <a:pt x="179290" y="660140"/>
                      <a:pt x="152648" y="652122"/>
                    </a:cubicBezTo>
                    <a:cubicBezTo>
                      <a:pt x="139570" y="648112"/>
                      <a:pt x="127972" y="640319"/>
                      <a:pt x="119318" y="629726"/>
                    </a:cubicBezTo>
                    <a:cubicBezTo>
                      <a:pt x="110450" y="618614"/>
                      <a:pt x="105219" y="605092"/>
                      <a:pt x="97513" y="593228"/>
                    </a:cubicBezTo>
                    <a:cubicBezTo>
                      <a:pt x="90672" y="582088"/>
                      <a:pt x="80599" y="573298"/>
                      <a:pt x="68635" y="568030"/>
                    </a:cubicBezTo>
                    <a:cubicBezTo>
                      <a:pt x="54378" y="561854"/>
                      <a:pt x="37093" y="559627"/>
                      <a:pt x="26958" y="546676"/>
                    </a:cubicBezTo>
                    <a:cubicBezTo>
                      <a:pt x="14574" y="530848"/>
                      <a:pt x="30041" y="520777"/>
                      <a:pt x="38526" y="508541"/>
                    </a:cubicBezTo>
                    <a:cubicBezTo>
                      <a:pt x="45245" y="498355"/>
                      <a:pt x="46625" y="485549"/>
                      <a:pt x="42232" y="474165"/>
                    </a:cubicBezTo>
                    <a:cubicBezTo>
                      <a:pt x="36343" y="460494"/>
                      <a:pt x="29318" y="447340"/>
                      <a:pt x="21230" y="434843"/>
                    </a:cubicBezTo>
                    <a:cubicBezTo>
                      <a:pt x="12893" y="420153"/>
                      <a:pt x="8981" y="403366"/>
                      <a:pt x="9964" y="386504"/>
                    </a:cubicBezTo>
                    <a:cubicBezTo>
                      <a:pt x="12043" y="354951"/>
                      <a:pt x="35019" y="333575"/>
                      <a:pt x="62515" y="321341"/>
                    </a:cubicBezTo>
                    <a:cubicBezTo>
                      <a:pt x="127600" y="292383"/>
                      <a:pt x="201800" y="305335"/>
                      <a:pt x="263528" y="335807"/>
                    </a:cubicBezTo>
                    <a:cubicBezTo>
                      <a:pt x="256714" y="343814"/>
                      <a:pt x="249110" y="349982"/>
                      <a:pt x="246566" y="361326"/>
                    </a:cubicBezTo>
                    <a:cubicBezTo>
                      <a:pt x="246397" y="362077"/>
                      <a:pt x="246391" y="362857"/>
                      <a:pt x="246262" y="363617"/>
                    </a:cubicBezTo>
                    <a:cubicBezTo>
                      <a:pt x="241804" y="362848"/>
                      <a:pt x="237257" y="362265"/>
                      <a:pt x="232856" y="361581"/>
                    </a:cubicBezTo>
                    <a:cubicBezTo>
                      <a:pt x="227872" y="360807"/>
                      <a:pt x="222860" y="360189"/>
                      <a:pt x="217834" y="359765"/>
                    </a:cubicBezTo>
                    <a:cubicBezTo>
                      <a:pt x="205864" y="358823"/>
                      <a:pt x="193834" y="358948"/>
                      <a:pt x="181885" y="360137"/>
                    </a:cubicBezTo>
                    <a:cubicBezTo>
                      <a:pt x="170792" y="361141"/>
                      <a:pt x="159805" y="363090"/>
                      <a:pt x="149044" y="365964"/>
                    </a:cubicBezTo>
                    <a:cubicBezTo>
                      <a:pt x="143429" y="367472"/>
                      <a:pt x="137896" y="369270"/>
                      <a:pt x="132469" y="371354"/>
                    </a:cubicBezTo>
                    <a:cubicBezTo>
                      <a:pt x="128436" y="372245"/>
                      <a:pt x="124772" y="374345"/>
                      <a:pt x="121966" y="377374"/>
                    </a:cubicBezTo>
                    <a:cubicBezTo>
                      <a:pt x="121904" y="377481"/>
                      <a:pt x="121941" y="377618"/>
                      <a:pt x="122048" y="377679"/>
                    </a:cubicBezTo>
                    <a:cubicBezTo>
                      <a:pt x="122048" y="377679"/>
                      <a:pt x="122048" y="377679"/>
                      <a:pt x="122048" y="377679"/>
                    </a:cubicBezTo>
                    <a:lnTo>
                      <a:pt x="122098" y="377700"/>
                    </a:lnTo>
                    <a:cubicBezTo>
                      <a:pt x="126843" y="377921"/>
                      <a:pt x="131570" y="376988"/>
                      <a:pt x="135876" y="374983"/>
                    </a:cubicBezTo>
                    <a:cubicBezTo>
                      <a:pt x="141098" y="373539"/>
                      <a:pt x="146369" y="372272"/>
                      <a:pt x="151686" y="371181"/>
                    </a:cubicBezTo>
                    <a:cubicBezTo>
                      <a:pt x="163153" y="368766"/>
                      <a:pt x="174809" y="367360"/>
                      <a:pt x="186521" y="366979"/>
                    </a:cubicBezTo>
                    <a:cubicBezTo>
                      <a:pt x="198138" y="366659"/>
                      <a:pt x="209762" y="367303"/>
                      <a:pt x="221272" y="368906"/>
                    </a:cubicBezTo>
                    <a:cubicBezTo>
                      <a:pt x="226638" y="369663"/>
                      <a:pt x="231929" y="370747"/>
                      <a:pt x="237232" y="371841"/>
                    </a:cubicBezTo>
                    <a:cubicBezTo>
                      <a:pt x="239932" y="372817"/>
                      <a:pt x="242799" y="373247"/>
                      <a:pt x="245667" y="373107"/>
                    </a:cubicBezTo>
                    <a:cubicBezTo>
                      <a:pt x="245927" y="386288"/>
                      <a:pt x="252016" y="398675"/>
                      <a:pt x="262294" y="406930"/>
                    </a:cubicBezTo>
                    <a:cubicBezTo>
                      <a:pt x="209194" y="439039"/>
                      <a:pt x="154856" y="468593"/>
                      <a:pt x="100107" y="497780"/>
                    </a:cubicBezTo>
                    <a:cubicBezTo>
                      <a:pt x="98650" y="498557"/>
                      <a:pt x="99671" y="501162"/>
                      <a:pt x="101257" y="500507"/>
                    </a:cubicBezTo>
                    <a:lnTo>
                      <a:pt x="101257" y="500507"/>
                    </a:lnTo>
                    <a:cubicBezTo>
                      <a:pt x="159413" y="475998"/>
                      <a:pt x="215620" y="447101"/>
                      <a:pt x="269392" y="414065"/>
                    </a:cubicBezTo>
                    <a:cubicBezTo>
                      <a:pt x="272539" y="426984"/>
                      <a:pt x="278920" y="438890"/>
                      <a:pt x="287933" y="448665"/>
                    </a:cubicBezTo>
                    <a:cubicBezTo>
                      <a:pt x="281569" y="461432"/>
                      <a:pt x="274007" y="473567"/>
                      <a:pt x="265348" y="484905"/>
                    </a:cubicBezTo>
                    <a:cubicBezTo>
                      <a:pt x="256173" y="496516"/>
                      <a:pt x="245923" y="507234"/>
                      <a:pt x="234734" y="516919"/>
                    </a:cubicBezTo>
                    <a:cubicBezTo>
                      <a:pt x="233890" y="517658"/>
                      <a:pt x="234988" y="519072"/>
                      <a:pt x="235931" y="518472"/>
                    </a:cubicBezTo>
                    <a:cubicBezTo>
                      <a:pt x="260568" y="502595"/>
                      <a:pt x="280822" y="480785"/>
                      <a:pt x="294835" y="455043"/>
                    </a:cubicBezTo>
                    <a:cubicBezTo>
                      <a:pt x="300013" y="459265"/>
                      <a:pt x="305895" y="462542"/>
                      <a:pt x="312210" y="464724"/>
                    </a:cubicBezTo>
                    <a:cubicBezTo>
                      <a:pt x="323196" y="468545"/>
                      <a:pt x="335211" y="468142"/>
                      <a:pt x="345917" y="463594"/>
                    </a:cubicBezTo>
                    <a:cubicBezTo>
                      <a:pt x="347544" y="462884"/>
                      <a:pt x="349091" y="462096"/>
                      <a:pt x="350612" y="461293"/>
                    </a:cubicBezTo>
                    <a:cubicBezTo>
                      <a:pt x="350559" y="461903"/>
                      <a:pt x="350396" y="462496"/>
                      <a:pt x="350400" y="463111"/>
                    </a:cubicBezTo>
                    <a:cubicBezTo>
                      <a:pt x="349990" y="466529"/>
                      <a:pt x="349692" y="469959"/>
                      <a:pt x="349506" y="473400"/>
                    </a:cubicBezTo>
                    <a:cubicBezTo>
                      <a:pt x="349179" y="479827"/>
                      <a:pt x="349293" y="486269"/>
                      <a:pt x="349849" y="492680"/>
                    </a:cubicBezTo>
                    <a:cubicBezTo>
                      <a:pt x="351014" y="505807"/>
                      <a:pt x="353936" y="518719"/>
                      <a:pt x="358537" y="531069"/>
                    </a:cubicBezTo>
                    <a:cubicBezTo>
                      <a:pt x="358886" y="532163"/>
                      <a:pt x="360056" y="532767"/>
                      <a:pt x="361149" y="532418"/>
                    </a:cubicBezTo>
                    <a:cubicBezTo>
                      <a:pt x="362182" y="532088"/>
                      <a:pt x="362788" y="531020"/>
                      <a:pt x="362542" y="529965"/>
                    </a:cubicBezTo>
                    <a:lnTo>
                      <a:pt x="362542" y="529965"/>
                    </a:lnTo>
                    <a:cubicBezTo>
                      <a:pt x="359372" y="517539"/>
                      <a:pt x="357549" y="504808"/>
                      <a:pt x="357106" y="491992"/>
                    </a:cubicBezTo>
                    <a:cubicBezTo>
                      <a:pt x="356887" y="485793"/>
                      <a:pt x="356987" y="479588"/>
                      <a:pt x="357406" y="473400"/>
                    </a:cubicBezTo>
                    <a:cubicBezTo>
                      <a:pt x="357612" y="470190"/>
                      <a:pt x="357910" y="466984"/>
                      <a:pt x="358321" y="463794"/>
                    </a:cubicBezTo>
                    <a:cubicBezTo>
                      <a:pt x="358886" y="461469"/>
                      <a:pt x="359069" y="459068"/>
                      <a:pt x="358864" y="456685"/>
                    </a:cubicBezTo>
                    <a:cubicBezTo>
                      <a:pt x="365664" y="451804"/>
                      <a:pt x="374135" y="449850"/>
                      <a:pt x="382385" y="451259"/>
                    </a:cubicBezTo>
                    <a:cubicBezTo>
                      <a:pt x="394031" y="512088"/>
                      <a:pt x="428592" y="565053"/>
                      <a:pt x="467848" y="611748"/>
                    </a:cubicBezTo>
                    <a:cubicBezTo>
                      <a:pt x="468859" y="612950"/>
                      <a:pt x="470796" y="611399"/>
                      <a:pt x="470001" y="610086"/>
                    </a:cubicBezTo>
                    <a:cubicBezTo>
                      <a:pt x="440204" y="560829"/>
                      <a:pt x="406430" y="512229"/>
                      <a:pt x="393695" y="455312"/>
                    </a:cubicBezTo>
                    <a:cubicBezTo>
                      <a:pt x="401782" y="457901"/>
                      <a:pt x="410504" y="457705"/>
                      <a:pt x="418467" y="454757"/>
                    </a:cubicBezTo>
                    <a:cubicBezTo>
                      <a:pt x="420119" y="454022"/>
                      <a:pt x="421712" y="453159"/>
                      <a:pt x="423229" y="452174"/>
                    </a:cubicBezTo>
                    <a:cubicBezTo>
                      <a:pt x="435461" y="463940"/>
                      <a:pt x="448251" y="475180"/>
                      <a:pt x="461352" y="485950"/>
                    </a:cubicBezTo>
                    <a:cubicBezTo>
                      <a:pt x="462419" y="486946"/>
                      <a:pt x="464091" y="486888"/>
                      <a:pt x="465087" y="485820"/>
                    </a:cubicBezTo>
                    <a:cubicBezTo>
                      <a:pt x="466034" y="484805"/>
                      <a:pt x="466034" y="483230"/>
                      <a:pt x="465087" y="482214"/>
                    </a:cubicBezTo>
                    <a:cubicBezTo>
                      <a:pt x="453817" y="470065"/>
                      <a:pt x="442097" y="458261"/>
                      <a:pt x="429925" y="446996"/>
                    </a:cubicBezTo>
                    <a:cubicBezTo>
                      <a:pt x="433922" y="443052"/>
                      <a:pt x="436901" y="438196"/>
                      <a:pt x="438605" y="432847"/>
                    </a:cubicBezTo>
                    <a:cubicBezTo>
                      <a:pt x="440472" y="426393"/>
                      <a:pt x="439614" y="419568"/>
                      <a:pt x="441083" y="413070"/>
                    </a:cubicBezTo>
                    <a:cubicBezTo>
                      <a:pt x="442275" y="408697"/>
                      <a:pt x="444451" y="404654"/>
                      <a:pt x="447445" y="401250"/>
                    </a:cubicBezTo>
                    <a:cubicBezTo>
                      <a:pt x="492133" y="432040"/>
                      <a:pt x="543145" y="452440"/>
                      <a:pt x="596742" y="460955"/>
                    </a:cubicBezTo>
                    <a:cubicBezTo>
                      <a:pt x="596821" y="461499"/>
                      <a:pt x="597008" y="462022"/>
                      <a:pt x="597293" y="462493"/>
                    </a:cubicBezTo>
                    <a:cubicBezTo>
                      <a:pt x="620552" y="502289"/>
                      <a:pt x="648570" y="548247"/>
                      <a:pt x="619109" y="592744"/>
                    </a:cubicBezTo>
                    <a:close/>
                    <a:moveTo>
                      <a:pt x="672551" y="442953"/>
                    </a:moveTo>
                    <a:cubicBezTo>
                      <a:pt x="636317" y="460136"/>
                      <a:pt x="592538" y="451922"/>
                      <a:pt x="555588" y="441552"/>
                    </a:cubicBezTo>
                    <a:cubicBezTo>
                      <a:pt x="519908" y="430504"/>
                      <a:pt x="485784" y="414946"/>
                      <a:pt x="454045" y="395255"/>
                    </a:cubicBezTo>
                    <a:cubicBezTo>
                      <a:pt x="460774" y="389975"/>
                      <a:pt x="466996" y="384080"/>
                      <a:pt x="472630" y="377645"/>
                    </a:cubicBezTo>
                    <a:cubicBezTo>
                      <a:pt x="475934" y="373188"/>
                      <a:pt x="477778" y="367818"/>
                      <a:pt x="477908" y="362272"/>
                    </a:cubicBezTo>
                    <a:cubicBezTo>
                      <a:pt x="478867" y="362219"/>
                      <a:pt x="479808" y="361989"/>
                      <a:pt x="480682" y="361593"/>
                    </a:cubicBezTo>
                    <a:cubicBezTo>
                      <a:pt x="483936" y="360740"/>
                      <a:pt x="487220" y="360019"/>
                      <a:pt x="490535" y="359429"/>
                    </a:cubicBezTo>
                    <a:cubicBezTo>
                      <a:pt x="496760" y="358270"/>
                      <a:pt x="503055" y="357527"/>
                      <a:pt x="509378" y="357205"/>
                    </a:cubicBezTo>
                    <a:cubicBezTo>
                      <a:pt x="522572" y="356623"/>
                      <a:pt x="535785" y="357815"/>
                      <a:pt x="548661" y="360749"/>
                    </a:cubicBezTo>
                    <a:cubicBezTo>
                      <a:pt x="549681" y="360991"/>
                      <a:pt x="550704" y="360361"/>
                      <a:pt x="550946" y="359341"/>
                    </a:cubicBezTo>
                    <a:cubicBezTo>
                      <a:pt x="551176" y="358373"/>
                      <a:pt x="550619" y="357392"/>
                      <a:pt x="549670" y="357093"/>
                    </a:cubicBezTo>
                    <a:lnTo>
                      <a:pt x="549671" y="357093"/>
                    </a:lnTo>
                    <a:cubicBezTo>
                      <a:pt x="536828" y="352020"/>
                      <a:pt x="523185" y="349275"/>
                      <a:pt x="509379" y="348986"/>
                    </a:cubicBezTo>
                    <a:cubicBezTo>
                      <a:pt x="502691" y="348825"/>
                      <a:pt x="496000" y="349232"/>
                      <a:pt x="489380" y="350203"/>
                    </a:cubicBezTo>
                    <a:cubicBezTo>
                      <a:pt x="485831" y="350742"/>
                      <a:pt x="482310" y="351439"/>
                      <a:pt x="478817" y="352292"/>
                    </a:cubicBezTo>
                    <a:cubicBezTo>
                      <a:pt x="477892" y="352516"/>
                      <a:pt x="477017" y="352756"/>
                      <a:pt x="476187" y="353036"/>
                    </a:cubicBezTo>
                    <a:cubicBezTo>
                      <a:pt x="471584" y="341026"/>
                      <a:pt x="458868" y="330801"/>
                      <a:pt x="448808" y="322570"/>
                    </a:cubicBezTo>
                    <a:cubicBezTo>
                      <a:pt x="445968" y="320514"/>
                      <a:pt x="443410" y="318096"/>
                      <a:pt x="441197" y="315377"/>
                    </a:cubicBezTo>
                    <a:cubicBezTo>
                      <a:pt x="459574" y="301369"/>
                      <a:pt x="479503" y="289522"/>
                      <a:pt x="500589" y="280071"/>
                    </a:cubicBezTo>
                    <a:cubicBezTo>
                      <a:pt x="522048" y="271157"/>
                      <a:pt x="544180" y="263958"/>
                      <a:pt x="566776" y="258544"/>
                    </a:cubicBezTo>
                    <a:cubicBezTo>
                      <a:pt x="567525" y="258314"/>
                      <a:pt x="567945" y="257520"/>
                      <a:pt x="567714" y="256772"/>
                    </a:cubicBezTo>
                    <a:cubicBezTo>
                      <a:pt x="567535" y="256192"/>
                      <a:pt x="567007" y="255790"/>
                      <a:pt x="566401" y="255772"/>
                    </a:cubicBezTo>
                    <a:lnTo>
                      <a:pt x="566401" y="255772"/>
                    </a:lnTo>
                    <a:cubicBezTo>
                      <a:pt x="542553" y="257088"/>
                      <a:pt x="519113" y="262528"/>
                      <a:pt x="497123" y="271848"/>
                    </a:cubicBezTo>
                    <a:cubicBezTo>
                      <a:pt x="475177" y="280604"/>
                      <a:pt x="454539" y="292334"/>
                      <a:pt x="435788" y="306710"/>
                    </a:cubicBezTo>
                    <a:cubicBezTo>
                      <a:pt x="435463" y="306010"/>
                      <a:pt x="435069" y="305346"/>
                      <a:pt x="434784" y="304625"/>
                    </a:cubicBezTo>
                    <a:cubicBezTo>
                      <a:pt x="432533" y="297848"/>
                      <a:pt x="432222" y="290618"/>
                      <a:pt x="429295" y="284030"/>
                    </a:cubicBezTo>
                    <a:cubicBezTo>
                      <a:pt x="428358" y="282101"/>
                      <a:pt x="427274" y="280248"/>
                      <a:pt x="426050" y="278487"/>
                    </a:cubicBezTo>
                    <a:cubicBezTo>
                      <a:pt x="426733" y="277750"/>
                      <a:pt x="427360" y="276964"/>
                      <a:pt x="427927" y="276135"/>
                    </a:cubicBezTo>
                    <a:cubicBezTo>
                      <a:pt x="429454" y="274272"/>
                      <a:pt x="431050" y="272472"/>
                      <a:pt x="432670" y="270691"/>
                    </a:cubicBezTo>
                    <a:cubicBezTo>
                      <a:pt x="435904" y="267135"/>
                      <a:pt x="439230" y="263643"/>
                      <a:pt x="442750" y="260366"/>
                    </a:cubicBezTo>
                    <a:cubicBezTo>
                      <a:pt x="449709" y="253662"/>
                      <a:pt x="457435" y="247804"/>
                      <a:pt x="465768" y="242913"/>
                    </a:cubicBezTo>
                    <a:cubicBezTo>
                      <a:pt x="467114" y="242151"/>
                      <a:pt x="465932" y="240314"/>
                      <a:pt x="464587" y="240893"/>
                    </a:cubicBezTo>
                    <a:lnTo>
                      <a:pt x="464588" y="240893"/>
                    </a:lnTo>
                    <a:cubicBezTo>
                      <a:pt x="455336" y="244700"/>
                      <a:pt x="446592" y="249640"/>
                      <a:pt x="438556" y="255600"/>
                    </a:cubicBezTo>
                    <a:cubicBezTo>
                      <a:pt x="434600" y="258593"/>
                      <a:pt x="430878" y="261884"/>
                      <a:pt x="427422" y="265443"/>
                    </a:cubicBezTo>
                    <a:cubicBezTo>
                      <a:pt x="425762" y="267181"/>
                      <a:pt x="424181" y="269004"/>
                      <a:pt x="422645" y="270852"/>
                    </a:cubicBezTo>
                    <a:cubicBezTo>
                      <a:pt x="422139" y="271398"/>
                      <a:pt x="421668" y="271975"/>
                      <a:pt x="421233" y="272579"/>
                    </a:cubicBezTo>
                    <a:cubicBezTo>
                      <a:pt x="417485" y="268729"/>
                      <a:pt x="413026" y="265643"/>
                      <a:pt x="408102" y="263493"/>
                    </a:cubicBezTo>
                    <a:cubicBezTo>
                      <a:pt x="405820" y="262438"/>
                      <a:pt x="403449" y="261587"/>
                      <a:pt x="401016" y="260950"/>
                    </a:cubicBezTo>
                    <a:cubicBezTo>
                      <a:pt x="414779" y="230216"/>
                      <a:pt x="426255" y="198860"/>
                      <a:pt x="445133" y="170662"/>
                    </a:cubicBezTo>
                    <a:cubicBezTo>
                      <a:pt x="462867" y="143182"/>
                      <a:pt x="487383" y="120734"/>
                      <a:pt x="516316" y="105484"/>
                    </a:cubicBezTo>
                    <a:cubicBezTo>
                      <a:pt x="542827" y="92125"/>
                      <a:pt x="574646" y="85938"/>
                      <a:pt x="603116" y="96739"/>
                    </a:cubicBezTo>
                    <a:cubicBezTo>
                      <a:pt x="615830" y="101041"/>
                      <a:pt x="626640" y="109652"/>
                      <a:pt x="633676" y="121081"/>
                    </a:cubicBezTo>
                    <a:cubicBezTo>
                      <a:pt x="641586" y="135362"/>
                      <a:pt x="638983" y="151543"/>
                      <a:pt x="636642" y="166928"/>
                    </a:cubicBezTo>
                    <a:cubicBezTo>
                      <a:pt x="633415" y="180298"/>
                      <a:pt x="633540" y="194258"/>
                      <a:pt x="637006" y="207568"/>
                    </a:cubicBezTo>
                    <a:cubicBezTo>
                      <a:pt x="641608" y="219128"/>
                      <a:pt x="650352" y="228558"/>
                      <a:pt x="661533" y="234017"/>
                    </a:cubicBezTo>
                    <a:cubicBezTo>
                      <a:pt x="681919" y="245123"/>
                      <a:pt x="737498" y="258424"/>
                      <a:pt x="716764" y="292494"/>
                    </a:cubicBezTo>
                    <a:cubicBezTo>
                      <a:pt x="710120" y="303412"/>
                      <a:pt x="700657" y="312222"/>
                      <a:pt x="699745" y="325699"/>
                    </a:cubicBezTo>
                    <a:cubicBezTo>
                      <a:pt x="698722" y="340830"/>
                      <a:pt x="708052" y="353866"/>
                      <a:pt x="712328" y="367767"/>
                    </a:cubicBezTo>
                    <a:cubicBezTo>
                      <a:pt x="721797" y="398557"/>
                      <a:pt x="699754" y="430051"/>
                      <a:pt x="672551" y="442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3" name="Google Shape;1783;p30"/>
            <p:cNvGrpSpPr/>
            <p:nvPr/>
          </p:nvGrpSpPr>
          <p:grpSpPr>
            <a:xfrm rot="-3064011">
              <a:off x="6086400" y="4452007"/>
              <a:ext cx="1057266" cy="816277"/>
              <a:chOff x="949" y="4920779"/>
              <a:chExt cx="735688" cy="567998"/>
            </a:xfrm>
          </p:grpSpPr>
          <p:sp>
            <p:nvSpPr>
              <p:cNvPr id="1784" name="Google Shape;1784;p30"/>
              <p:cNvSpPr/>
              <p:nvPr/>
            </p:nvSpPr>
            <p:spPr>
              <a:xfrm rot="1468259" flipH="1">
                <a:off x="49312" y="5051373"/>
                <a:ext cx="179056" cy="189651"/>
              </a:xfrm>
              <a:custGeom>
                <a:avLst/>
                <a:gdLst/>
                <a:ahLst/>
                <a:cxnLst/>
                <a:rect l="l" t="t" r="r" b="b"/>
                <a:pathLst>
                  <a:path w="136093" h="144146" extrusionOk="0">
                    <a:moveTo>
                      <a:pt x="136094" y="143067"/>
                    </a:moveTo>
                    <a:cubicBezTo>
                      <a:pt x="99855" y="88789"/>
                      <a:pt x="55346" y="40517"/>
                      <a:pt x="4182" y="0"/>
                    </a:cubicBezTo>
                    <a:lnTo>
                      <a:pt x="0" y="5317"/>
                    </a:lnTo>
                    <a:cubicBezTo>
                      <a:pt x="14712" y="39165"/>
                      <a:pt x="33198" y="71245"/>
                      <a:pt x="55106" y="100948"/>
                    </a:cubicBezTo>
                    <a:lnTo>
                      <a:pt x="54977" y="100996"/>
                    </a:lnTo>
                    <a:cubicBezTo>
                      <a:pt x="81680" y="115169"/>
                      <a:pt x="108223" y="129698"/>
                      <a:pt x="134588" y="1441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1785;p30"/>
              <p:cNvSpPr/>
              <p:nvPr/>
            </p:nvSpPr>
            <p:spPr>
              <a:xfrm rot="1468259" flipH="1">
                <a:off x="171775" y="5034551"/>
                <a:ext cx="183442" cy="200378"/>
              </a:xfrm>
              <a:custGeom>
                <a:avLst/>
                <a:gdLst/>
                <a:ahLst/>
                <a:cxnLst/>
                <a:rect l="l" t="t" r="r" b="b"/>
                <a:pathLst>
                  <a:path w="139427" h="152299" extrusionOk="0">
                    <a:moveTo>
                      <a:pt x="0" y="3254"/>
                    </a:moveTo>
                    <a:cubicBezTo>
                      <a:pt x="12220" y="39116"/>
                      <a:pt x="29451" y="73069"/>
                      <a:pt x="51181" y="104105"/>
                    </a:cubicBezTo>
                    <a:cubicBezTo>
                      <a:pt x="49667" y="104379"/>
                      <a:pt x="48112" y="104741"/>
                      <a:pt x="46598" y="105015"/>
                    </a:cubicBezTo>
                    <a:cubicBezTo>
                      <a:pt x="77796" y="120003"/>
                      <a:pt x="108705" y="135982"/>
                      <a:pt x="139299" y="152300"/>
                    </a:cubicBezTo>
                    <a:lnTo>
                      <a:pt x="139428" y="152252"/>
                    </a:lnTo>
                    <a:cubicBezTo>
                      <a:pt x="117519" y="122549"/>
                      <a:pt x="99034" y="90469"/>
                      <a:pt x="84322" y="56620"/>
                    </a:cubicBezTo>
                    <a:lnTo>
                      <a:pt x="88504" y="51304"/>
                    </a:lnTo>
                    <a:cubicBezTo>
                      <a:pt x="80231" y="44922"/>
                      <a:pt x="71620" y="38815"/>
                      <a:pt x="62824" y="32997"/>
                    </a:cubicBezTo>
                    <a:cubicBezTo>
                      <a:pt x="43381" y="20192"/>
                      <a:pt x="22834" y="9149"/>
                      <a:pt x="14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30"/>
              <p:cNvSpPr/>
              <p:nvPr/>
            </p:nvSpPr>
            <p:spPr>
              <a:xfrm rot="1468259" flipH="1">
                <a:off x="296842" y="5055122"/>
                <a:ext cx="192624" cy="171931"/>
              </a:xfrm>
              <a:custGeom>
                <a:avLst/>
                <a:gdLst/>
                <a:ahLst/>
                <a:cxnLst/>
                <a:rect l="l" t="t" r="r" b="b"/>
                <a:pathLst>
                  <a:path w="146406" h="130678" extrusionOk="0">
                    <a:moveTo>
                      <a:pt x="0" y="0"/>
                    </a:moveTo>
                    <a:cubicBezTo>
                      <a:pt x="8739" y="32739"/>
                      <a:pt x="25576" y="62753"/>
                      <a:pt x="48960" y="87277"/>
                    </a:cubicBezTo>
                    <a:cubicBezTo>
                      <a:pt x="47994" y="87639"/>
                      <a:pt x="47027" y="88001"/>
                      <a:pt x="46084" y="88428"/>
                    </a:cubicBezTo>
                    <a:cubicBezTo>
                      <a:pt x="78378" y="101242"/>
                      <a:pt x="110270" y="115529"/>
                      <a:pt x="141823" y="130678"/>
                    </a:cubicBezTo>
                    <a:cubicBezTo>
                      <a:pt x="143338" y="130404"/>
                      <a:pt x="144892" y="130042"/>
                      <a:pt x="146407" y="129768"/>
                    </a:cubicBezTo>
                    <a:cubicBezTo>
                      <a:pt x="124677" y="98733"/>
                      <a:pt x="107446" y="64780"/>
                      <a:pt x="95225" y="28918"/>
                    </a:cubicBezTo>
                    <a:lnTo>
                      <a:pt x="96651" y="25663"/>
                    </a:lnTo>
                    <a:cubicBezTo>
                      <a:pt x="65904" y="12308"/>
                      <a:pt x="33322" y="3657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30"/>
              <p:cNvSpPr/>
              <p:nvPr/>
            </p:nvSpPr>
            <p:spPr>
              <a:xfrm rot="1468259" flipH="1">
                <a:off x="426075" y="5105678"/>
                <a:ext cx="178335" cy="118542"/>
              </a:xfrm>
              <a:custGeom>
                <a:avLst/>
                <a:gdLst/>
                <a:ahLst/>
                <a:cxnLst/>
                <a:rect l="l" t="t" r="r" b="b"/>
                <a:pathLst>
                  <a:path w="135545" h="90099" extrusionOk="0">
                    <a:moveTo>
                      <a:pt x="379" y="7597"/>
                    </a:moveTo>
                    <a:cubicBezTo>
                      <a:pt x="5741" y="25993"/>
                      <a:pt x="16161" y="42513"/>
                      <a:pt x="30453" y="55276"/>
                    </a:cubicBezTo>
                    <a:cubicBezTo>
                      <a:pt x="65113" y="65082"/>
                      <a:pt x="99232" y="76706"/>
                      <a:pt x="132670" y="90100"/>
                    </a:cubicBezTo>
                    <a:cubicBezTo>
                      <a:pt x="133612" y="89673"/>
                      <a:pt x="134579" y="89311"/>
                      <a:pt x="135546" y="88948"/>
                    </a:cubicBezTo>
                    <a:cubicBezTo>
                      <a:pt x="112161" y="64425"/>
                      <a:pt x="95324" y="34411"/>
                      <a:pt x="86585" y="1672"/>
                    </a:cubicBezTo>
                    <a:cubicBezTo>
                      <a:pt x="65977" y="-587"/>
                      <a:pt x="45181" y="-557"/>
                      <a:pt x="24579" y="1760"/>
                    </a:cubicBezTo>
                    <a:cubicBezTo>
                      <a:pt x="16338" y="2718"/>
                      <a:pt x="8153" y="4022"/>
                      <a:pt x="0" y="56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30"/>
              <p:cNvSpPr/>
              <p:nvPr/>
            </p:nvSpPr>
            <p:spPr>
              <a:xfrm rot="1468259" flipH="1">
                <a:off x="560932" y="5166918"/>
                <a:ext cx="153501" cy="65348"/>
              </a:xfrm>
              <a:custGeom>
                <a:avLst/>
                <a:gdLst/>
                <a:ahLst/>
                <a:cxnLst/>
                <a:rect l="l" t="t" r="r" b="b"/>
                <a:pathLst>
                  <a:path w="116670" h="49668" extrusionOk="0">
                    <a:moveTo>
                      <a:pt x="0" y="25115"/>
                    </a:moveTo>
                    <a:lnTo>
                      <a:pt x="410" y="26210"/>
                    </a:lnTo>
                    <a:cubicBezTo>
                      <a:pt x="39711" y="31018"/>
                      <a:pt x="78581" y="38861"/>
                      <a:pt x="116671" y="49669"/>
                    </a:cubicBezTo>
                    <a:cubicBezTo>
                      <a:pt x="102379" y="36905"/>
                      <a:pt x="91959" y="20385"/>
                      <a:pt x="86596" y="1990"/>
                    </a:cubicBezTo>
                    <a:lnTo>
                      <a:pt x="86218" y="0"/>
                    </a:lnTo>
                    <a:cubicBezTo>
                      <a:pt x="56940" y="6398"/>
                      <a:pt x="28134" y="14789"/>
                      <a:pt x="0" y="251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30"/>
              <p:cNvSpPr/>
              <p:nvPr/>
            </p:nvSpPr>
            <p:spPr>
              <a:xfrm rot="1468259" flipH="1">
                <a:off x="544025" y="5197448"/>
                <a:ext cx="160507" cy="72305"/>
              </a:xfrm>
              <a:custGeom>
                <a:avLst/>
                <a:gdLst/>
                <a:ahLst/>
                <a:cxnLst/>
                <a:rect l="l" t="t" r="r" b="b"/>
                <a:pathLst>
                  <a:path w="121995" h="54956" extrusionOk="0">
                    <a:moveTo>
                      <a:pt x="4519" y="1095"/>
                    </a:moveTo>
                    <a:lnTo>
                      <a:pt x="4109" y="0"/>
                    </a:lnTo>
                    <a:cubicBezTo>
                      <a:pt x="2731" y="443"/>
                      <a:pt x="1378" y="950"/>
                      <a:pt x="0" y="1393"/>
                    </a:cubicBezTo>
                    <a:cubicBezTo>
                      <a:pt x="18453" y="19247"/>
                      <a:pt x="36907" y="37102"/>
                      <a:pt x="55361" y="54956"/>
                    </a:cubicBezTo>
                    <a:lnTo>
                      <a:pt x="57125" y="53192"/>
                    </a:lnTo>
                    <a:cubicBezTo>
                      <a:pt x="76552" y="39515"/>
                      <a:pt x="98664" y="30125"/>
                      <a:pt x="121996" y="25642"/>
                    </a:cubicBezTo>
                    <a:cubicBezTo>
                      <a:pt x="121570" y="25303"/>
                      <a:pt x="121164" y="24939"/>
                      <a:pt x="120779" y="24554"/>
                    </a:cubicBezTo>
                    <a:cubicBezTo>
                      <a:pt x="82689" y="13746"/>
                      <a:pt x="43820" y="5903"/>
                      <a:pt x="4519" y="10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30"/>
              <p:cNvSpPr/>
              <p:nvPr/>
            </p:nvSpPr>
            <p:spPr>
              <a:xfrm rot="1468259" flipH="1">
                <a:off x="397495" y="5182148"/>
                <a:ext cx="220554" cy="118391"/>
              </a:xfrm>
              <a:custGeom>
                <a:avLst/>
                <a:gdLst/>
                <a:ahLst/>
                <a:cxnLst/>
                <a:rect l="l" t="t" r="r" b="b"/>
                <a:pathLst>
                  <a:path w="167634" h="89984" extrusionOk="0">
                    <a:moveTo>
                      <a:pt x="0" y="30402"/>
                    </a:moveTo>
                    <a:cubicBezTo>
                      <a:pt x="6798" y="36968"/>
                      <a:pt x="13596" y="43535"/>
                      <a:pt x="20395" y="50102"/>
                    </a:cubicBezTo>
                    <a:cubicBezTo>
                      <a:pt x="34330" y="63549"/>
                      <a:pt x="48312" y="77125"/>
                      <a:pt x="62836" y="89985"/>
                    </a:cubicBezTo>
                    <a:lnTo>
                      <a:pt x="65970" y="86384"/>
                    </a:lnTo>
                    <a:cubicBezTo>
                      <a:pt x="97964" y="65692"/>
                      <a:pt x="132038" y="48411"/>
                      <a:pt x="167635" y="34824"/>
                    </a:cubicBezTo>
                    <a:cubicBezTo>
                      <a:pt x="134197" y="21430"/>
                      <a:pt x="100078" y="9806"/>
                      <a:pt x="65418" y="0"/>
                    </a:cubicBezTo>
                    <a:cubicBezTo>
                      <a:pt x="65802" y="386"/>
                      <a:pt x="66209" y="749"/>
                      <a:pt x="66634" y="1088"/>
                    </a:cubicBezTo>
                    <a:cubicBezTo>
                      <a:pt x="43303" y="5571"/>
                      <a:pt x="21191" y="14962"/>
                      <a:pt x="1764" y="286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30"/>
              <p:cNvSpPr/>
              <p:nvPr/>
            </p:nvSpPr>
            <p:spPr>
              <a:xfrm rot="1468259" flipH="1">
                <a:off x="257875" y="5179715"/>
                <a:ext cx="263844" cy="138172"/>
              </a:xfrm>
              <a:custGeom>
                <a:avLst/>
                <a:gdLst/>
                <a:ahLst/>
                <a:cxnLst/>
                <a:rect l="l" t="t" r="r" b="b"/>
                <a:pathLst>
                  <a:path w="200537" h="105019" extrusionOk="0">
                    <a:moveTo>
                      <a:pt x="67059" y="104633"/>
                    </a:moveTo>
                    <a:cubicBezTo>
                      <a:pt x="67324" y="104754"/>
                      <a:pt x="67526" y="104900"/>
                      <a:pt x="67792" y="105020"/>
                    </a:cubicBezTo>
                    <a:lnTo>
                      <a:pt x="70588" y="99929"/>
                    </a:lnTo>
                    <a:cubicBezTo>
                      <a:pt x="109297" y="71659"/>
                      <a:pt x="153605" y="51993"/>
                      <a:pt x="200538" y="42250"/>
                    </a:cubicBezTo>
                    <a:cubicBezTo>
                      <a:pt x="168984" y="27101"/>
                      <a:pt x="137093" y="12814"/>
                      <a:pt x="104799" y="0"/>
                    </a:cubicBezTo>
                    <a:cubicBezTo>
                      <a:pt x="69202" y="13587"/>
                      <a:pt x="35128" y="30868"/>
                      <a:pt x="3134" y="51560"/>
                    </a:cubicBezTo>
                    <a:lnTo>
                      <a:pt x="0" y="55161"/>
                    </a:lnTo>
                    <a:cubicBezTo>
                      <a:pt x="20576" y="73933"/>
                      <a:pt x="43050" y="90513"/>
                      <a:pt x="67059" y="10463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30"/>
              <p:cNvSpPr/>
              <p:nvPr/>
            </p:nvSpPr>
            <p:spPr>
              <a:xfrm rot="1468259" flipH="1">
                <a:off x="123858" y="5186848"/>
                <a:ext cx="296616" cy="131212"/>
              </a:xfrm>
              <a:custGeom>
                <a:avLst/>
                <a:gdLst/>
                <a:ahLst/>
                <a:cxnLst/>
                <a:rect l="l" t="t" r="r" b="b"/>
                <a:pathLst>
                  <a:path w="225446" h="99729" extrusionOk="0">
                    <a:moveTo>
                      <a:pt x="2796" y="57679"/>
                    </a:moveTo>
                    <a:lnTo>
                      <a:pt x="0" y="62769"/>
                    </a:lnTo>
                    <a:cubicBezTo>
                      <a:pt x="34956" y="82034"/>
                      <a:pt x="73215" y="94571"/>
                      <a:pt x="112793" y="99730"/>
                    </a:cubicBezTo>
                    <a:lnTo>
                      <a:pt x="113560" y="94517"/>
                    </a:lnTo>
                    <a:cubicBezTo>
                      <a:pt x="147859" y="72450"/>
                      <a:pt x="185710" y="56472"/>
                      <a:pt x="225447" y="47285"/>
                    </a:cubicBezTo>
                    <a:cubicBezTo>
                      <a:pt x="194852" y="30967"/>
                      <a:pt x="163944" y="14988"/>
                      <a:pt x="132746" y="0"/>
                    </a:cubicBezTo>
                    <a:cubicBezTo>
                      <a:pt x="85813" y="9743"/>
                      <a:pt x="41506" y="29409"/>
                      <a:pt x="2796" y="576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30"/>
              <p:cNvSpPr/>
              <p:nvPr/>
            </p:nvSpPr>
            <p:spPr>
              <a:xfrm rot="1468259" flipH="1">
                <a:off x="16505" y="5193529"/>
                <a:ext cx="252958" cy="74707"/>
              </a:xfrm>
              <a:custGeom>
                <a:avLst/>
                <a:gdLst/>
                <a:ahLst/>
                <a:cxnLst/>
                <a:rect l="l" t="t" r="r" b="b"/>
                <a:pathLst>
                  <a:path w="192263" h="56782" extrusionOk="0">
                    <a:moveTo>
                      <a:pt x="766" y="47232"/>
                    </a:moveTo>
                    <a:lnTo>
                      <a:pt x="0" y="52445"/>
                    </a:lnTo>
                    <a:cubicBezTo>
                      <a:pt x="62997" y="61468"/>
                      <a:pt x="129402" y="55467"/>
                      <a:pt x="192264" y="43150"/>
                    </a:cubicBezTo>
                    <a:cubicBezTo>
                      <a:pt x="165899" y="28703"/>
                      <a:pt x="139356" y="14174"/>
                      <a:pt x="112654" y="0"/>
                    </a:cubicBezTo>
                    <a:cubicBezTo>
                      <a:pt x="72917" y="9187"/>
                      <a:pt x="35066" y="25166"/>
                      <a:pt x="766" y="4723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30"/>
              <p:cNvSpPr/>
              <p:nvPr/>
            </p:nvSpPr>
            <p:spPr>
              <a:xfrm rot="1468259" flipH="1">
                <a:off x="38173" y="5043220"/>
                <a:ext cx="661242" cy="323116"/>
              </a:xfrm>
              <a:custGeom>
                <a:avLst/>
                <a:gdLst/>
                <a:ahLst/>
                <a:cxnLst/>
                <a:rect l="l" t="t" r="r" b="b"/>
                <a:pathLst>
                  <a:path w="502583" h="245587" extrusionOk="0">
                    <a:moveTo>
                      <a:pt x="502177" y="229102"/>
                    </a:moveTo>
                    <a:cubicBezTo>
                      <a:pt x="501327" y="227808"/>
                      <a:pt x="500440" y="226522"/>
                      <a:pt x="499580" y="225231"/>
                    </a:cubicBezTo>
                    <a:cubicBezTo>
                      <a:pt x="499349" y="224662"/>
                      <a:pt x="499003" y="224147"/>
                      <a:pt x="498564" y="223718"/>
                    </a:cubicBezTo>
                    <a:cubicBezTo>
                      <a:pt x="417542" y="102792"/>
                      <a:pt x="290523" y="-7539"/>
                      <a:pt x="136113" y="404"/>
                    </a:cubicBezTo>
                    <a:cubicBezTo>
                      <a:pt x="90231" y="2765"/>
                      <a:pt x="46456" y="17168"/>
                      <a:pt x="3292" y="31843"/>
                    </a:cubicBezTo>
                    <a:cubicBezTo>
                      <a:pt x="859" y="32562"/>
                      <a:pt x="-530" y="35118"/>
                      <a:pt x="190" y="37550"/>
                    </a:cubicBezTo>
                    <a:cubicBezTo>
                      <a:pt x="399" y="38258"/>
                      <a:pt x="776" y="38905"/>
                      <a:pt x="1288" y="39436"/>
                    </a:cubicBezTo>
                    <a:cubicBezTo>
                      <a:pt x="30586" y="67948"/>
                      <a:pt x="59753" y="96604"/>
                      <a:pt x="89240" y="124921"/>
                    </a:cubicBezTo>
                    <a:cubicBezTo>
                      <a:pt x="115493" y="151448"/>
                      <a:pt x="144357" y="175256"/>
                      <a:pt x="175392" y="195985"/>
                    </a:cubicBezTo>
                    <a:cubicBezTo>
                      <a:pt x="235550" y="233978"/>
                      <a:pt x="307348" y="246942"/>
                      <a:pt x="377649" y="245478"/>
                    </a:cubicBezTo>
                    <a:cubicBezTo>
                      <a:pt x="417728" y="244970"/>
                      <a:pt x="457639" y="240204"/>
                      <a:pt x="496710" y="231260"/>
                    </a:cubicBezTo>
                    <a:cubicBezTo>
                      <a:pt x="497021" y="231137"/>
                      <a:pt x="497316" y="230979"/>
                      <a:pt x="497590" y="230788"/>
                    </a:cubicBezTo>
                    <a:cubicBezTo>
                      <a:pt x="497757" y="231023"/>
                      <a:pt x="497936" y="231249"/>
                      <a:pt x="498102" y="231484"/>
                    </a:cubicBezTo>
                    <a:cubicBezTo>
                      <a:pt x="499846" y="233903"/>
                      <a:pt x="503870" y="231678"/>
                      <a:pt x="502177" y="229102"/>
                    </a:cubicBezTo>
                    <a:close/>
                    <a:moveTo>
                      <a:pt x="419317" y="136112"/>
                    </a:moveTo>
                    <a:cubicBezTo>
                      <a:pt x="444096" y="161981"/>
                      <a:pt x="467170" y="189432"/>
                      <a:pt x="488393" y="218290"/>
                    </a:cubicBezTo>
                    <a:cubicBezTo>
                      <a:pt x="464694" y="206402"/>
                      <a:pt x="441273" y="193979"/>
                      <a:pt x="417884" y="181492"/>
                    </a:cubicBezTo>
                    <a:cubicBezTo>
                      <a:pt x="407147" y="166911"/>
                      <a:pt x="397209" y="151758"/>
                      <a:pt x="388114" y="136099"/>
                    </a:cubicBezTo>
                    <a:cubicBezTo>
                      <a:pt x="383606" y="128309"/>
                      <a:pt x="379292" y="120411"/>
                      <a:pt x="375171" y="112405"/>
                    </a:cubicBezTo>
                    <a:cubicBezTo>
                      <a:pt x="371411" y="103776"/>
                      <a:pt x="366994" y="95447"/>
                      <a:pt x="361959" y="87494"/>
                    </a:cubicBezTo>
                    <a:cubicBezTo>
                      <a:pt x="361601" y="86926"/>
                      <a:pt x="360850" y="86755"/>
                      <a:pt x="360282" y="87113"/>
                    </a:cubicBezTo>
                    <a:cubicBezTo>
                      <a:pt x="359840" y="87391"/>
                      <a:pt x="359625" y="87919"/>
                      <a:pt x="359747" y="88427"/>
                    </a:cubicBezTo>
                    <a:lnTo>
                      <a:pt x="359747" y="88427"/>
                    </a:lnTo>
                    <a:cubicBezTo>
                      <a:pt x="361971" y="96906"/>
                      <a:pt x="365272" y="105065"/>
                      <a:pt x="369571" y="112705"/>
                    </a:cubicBezTo>
                    <a:cubicBezTo>
                      <a:pt x="373734" y="121169"/>
                      <a:pt x="378150" y="129502"/>
                      <a:pt x="382822" y="137702"/>
                    </a:cubicBezTo>
                    <a:cubicBezTo>
                      <a:pt x="390336" y="150809"/>
                      <a:pt x="398599" y="163458"/>
                      <a:pt x="407267" y="175827"/>
                    </a:cubicBezTo>
                    <a:cubicBezTo>
                      <a:pt x="381820" y="162250"/>
                      <a:pt x="356309" y="148789"/>
                      <a:pt x="330400" y="136075"/>
                    </a:cubicBezTo>
                    <a:cubicBezTo>
                      <a:pt x="330507" y="135646"/>
                      <a:pt x="330505" y="135196"/>
                      <a:pt x="330393" y="134767"/>
                    </a:cubicBezTo>
                    <a:cubicBezTo>
                      <a:pt x="330332" y="134553"/>
                      <a:pt x="330245" y="134346"/>
                      <a:pt x="330134" y="134153"/>
                    </a:cubicBezTo>
                    <a:cubicBezTo>
                      <a:pt x="309702" y="103444"/>
                      <a:pt x="292582" y="70657"/>
                      <a:pt x="279059" y="36340"/>
                    </a:cubicBezTo>
                    <a:cubicBezTo>
                      <a:pt x="331771" y="60306"/>
                      <a:pt x="379387" y="94178"/>
                      <a:pt x="419316" y="136112"/>
                    </a:cubicBezTo>
                    <a:close/>
                    <a:moveTo>
                      <a:pt x="275132" y="34628"/>
                    </a:moveTo>
                    <a:cubicBezTo>
                      <a:pt x="275126" y="34804"/>
                      <a:pt x="275021" y="34925"/>
                      <a:pt x="275077" y="35130"/>
                    </a:cubicBezTo>
                    <a:lnTo>
                      <a:pt x="275077" y="35130"/>
                    </a:lnTo>
                    <a:cubicBezTo>
                      <a:pt x="285475" y="69749"/>
                      <a:pt x="301359" y="102477"/>
                      <a:pt x="322123" y="132066"/>
                    </a:cubicBezTo>
                    <a:cubicBezTo>
                      <a:pt x="318962" y="130542"/>
                      <a:pt x="315824" y="128975"/>
                      <a:pt x="312649" y="127478"/>
                    </a:cubicBezTo>
                    <a:cubicBezTo>
                      <a:pt x="286808" y="114897"/>
                      <a:pt x="260526" y="103325"/>
                      <a:pt x="233805" y="92761"/>
                    </a:cubicBezTo>
                    <a:cubicBezTo>
                      <a:pt x="233809" y="92513"/>
                      <a:pt x="233786" y="92266"/>
                      <a:pt x="233736" y="92023"/>
                    </a:cubicBezTo>
                    <a:cubicBezTo>
                      <a:pt x="233571" y="91474"/>
                      <a:pt x="233278" y="90972"/>
                      <a:pt x="232883" y="90557"/>
                    </a:cubicBezTo>
                    <a:cubicBezTo>
                      <a:pt x="221151" y="78225"/>
                      <a:pt x="210987" y="64492"/>
                      <a:pt x="202621" y="49670"/>
                    </a:cubicBezTo>
                    <a:cubicBezTo>
                      <a:pt x="198766" y="42844"/>
                      <a:pt x="195266" y="35769"/>
                      <a:pt x="192100" y="28598"/>
                    </a:cubicBezTo>
                    <a:cubicBezTo>
                      <a:pt x="189467" y="22634"/>
                      <a:pt x="187436" y="16351"/>
                      <a:pt x="184937" y="10314"/>
                    </a:cubicBezTo>
                    <a:cubicBezTo>
                      <a:pt x="201166" y="12157"/>
                      <a:pt x="217215" y="15334"/>
                      <a:pt x="232922" y="19810"/>
                    </a:cubicBezTo>
                    <a:cubicBezTo>
                      <a:pt x="247296" y="23838"/>
                      <a:pt x="261395" y="28787"/>
                      <a:pt x="275132" y="34628"/>
                    </a:cubicBezTo>
                    <a:close/>
                    <a:moveTo>
                      <a:pt x="180670" y="9818"/>
                    </a:moveTo>
                    <a:cubicBezTo>
                      <a:pt x="183331" y="25107"/>
                      <a:pt x="188815" y="39767"/>
                      <a:pt x="196840" y="53049"/>
                    </a:cubicBezTo>
                    <a:cubicBezTo>
                      <a:pt x="203595" y="65341"/>
                      <a:pt x="211582" y="76914"/>
                      <a:pt x="220678" y="87591"/>
                    </a:cubicBezTo>
                    <a:cubicBezTo>
                      <a:pt x="189654" y="75709"/>
                      <a:pt x="158142" y="65191"/>
                      <a:pt x="126143" y="56038"/>
                    </a:cubicBezTo>
                    <a:cubicBezTo>
                      <a:pt x="113755" y="44034"/>
                      <a:pt x="104108" y="29494"/>
                      <a:pt x="97863" y="13415"/>
                    </a:cubicBezTo>
                    <a:cubicBezTo>
                      <a:pt x="106084" y="11824"/>
                      <a:pt x="114353" y="10472"/>
                      <a:pt x="122711" y="9605"/>
                    </a:cubicBezTo>
                    <a:cubicBezTo>
                      <a:pt x="141992" y="7791"/>
                      <a:pt x="161403" y="7862"/>
                      <a:pt x="180670" y="9818"/>
                    </a:cubicBezTo>
                    <a:close/>
                    <a:moveTo>
                      <a:pt x="13781" y="38868"/>
                    </a:moveTo>
                    <a:cubicBezTo>
                      <a:pt x="47589" y="44405"/>
                      <a:pt x="81040" y="51608"/>
                      <a:pt x="114134" y="60477"/>
                    </a:cubicBezTo>
                    <a:cubicBezTo>
                      <a:pt x="106328" y="62591"/>
                      <a:pt x="98708" y="65342"/>
                      <a:pt x="91352" y="68701"/>
                    </a:cubicBezTo>
                    <a:cubicBezTo>
                      <a:pt x="85880" y="71245"/>
                      <a:pt x="80667" y="74199"/>
                      <a:pt x="75454" y="77225"/>
                    </a:cubicBezTo>
                    <a:cubicBezTo>
                      <a:pt x="70834" y="79601"/>
                      <a:pt x="66507" y="82505"/>
                      <a:pt x="62557" y="85879"/>
                    </a:cubicBezTo>
                    <a:cubicBezTo>
                      <a:pt x="46296" y="70211"/>
                      <a:pt x="30037" y="54541"/>
                      <a:pt x="13782" y="38868"/>
                    </a:cubicBezTo>
                    <a:close/>
                    <a:moveTo>
                      <a:pt x="21374" y="35193"/>
                    </a:moveTo>
                    <a:cubicBezTo>
                      <a:pt x="45117" y="26633"/>
                      <a:pt x="69382" y="19596"/>
                      <a:pt x="94022" y="14126"/>
                    </a:cubicBezTo>
                    <a:cubicBezTo>
                      <a:pt x="97667" y="28517"/>
                      <a:pt x="104725" y="41819"/>
                      <a:pt x="114598" y="52906"/>
                    </a:cubicBezTo>
                    <a:cubicBezTo>
                      <a:pt x="84013" y="44665"/>
                      <a:pt x="52850" y="38744"/>
                      <a:pt x="21375" y="35193"/>
                    </a:cubicBezTo>
                    <a:close/>
                    <a:moveTo>
                      <a:pt x="64439" y="87683"/>
                    </a:moveTo>
                    <a:cubicBezTo>
                      <a:pt x="68797" y="85391"/>
                      <a:pt x="72892" y="82621"/>
                      <a:pt x="77241" y="80284"/>
                    </a:cubicBezTo>
                    <a:cubicBezTo>
                      <a:pt x="82617" y="77480"/>
                      <a:pt x="88169" y="75027"/>
                      <a:pt x="93862" y="72942"/>
                    </a:cubicBezTo>
                    <a:cubicBezTo>
                      <a:pt x="104195" y="69000"/>
                      <a:pt x="114826" y="65886"/>
                      <a:pt x="125653" y="63631"/>
                    </a:cubicBezTo>
                    <a:cubicBezTo>
                      <a:pt x="152097" y="71042"/>
                      <a:pt x="178234" y="79482"/>
                      <a:pt x="204064" y="88953"/>
                    </a:cubicBezTo>
                    <a:cubicBezTo>
                      <a:pt x="208564" y="90691"/>
                      <a:pt x="212994" y="92597"/>
                      <a:pt x="217478" y="94374"/>
                    </a:cubicBezTo>
                    <a:cubicBezTo>
                      <a:pt x="184713" y="107174"/>
                      <a:pt x="153498" y="123630"/>
                      <a:pt x="124425" y="143430"/>
                    </a:cubicBezTo>
                    <a:cubicBezTo>
                      <a:pt x="124165" y="143623"/>
                      <a:pt x="123939" y="143857"/>
                      <a:pt x="123755" y="144124"/>
                    </a:cubicBezTo>
                    <a:cubicBezTo>
                      <a:pt x="116437" y="137642"/>
                      <a:pt x="109309" y="130948"/>
                      <a:pt x="102371" y="124041"/>
                    </a:cubicBezTo>
                    <a:cubicBezTo>
                      <a:pt x="89669" y="111984"/>
                      <a:pt x="77025" y="99865"/>
                      <a:pt x="64439" y="87683"/>
                    </a:cubicBezTo>
                    <a:close/>
                    <a:moveTo>
                      <a:pt x="127999" y="147691"/>
                    </a:moveTo>
                    <a:cubicBezTo>
                      <a:pt x="144253" y="138132"/>
                      <a:pt x="160228" y="128387"/>
                      <a:pt x="177166" y="120030"/>
                    </a:cubicBezTo>
                    <a:cubicBezTo>
                      <a:pt x="193479" y="111980"/>
                      <a:pt x="210172" y="104865"/>
                      <a:pt x="227111" y="98266"/>
                    </a:cubicBezTo>
                    <a:cubicBezTo>
                      <a:pt x="256280" y="110033"/>
                      <a:pt x="285096" y="122604"/>
                      <a:pt x="313561" y="135980"/>
                    </a:cubicBezTo>
                    <a:cubicBezTo>
                      <a:pt x="269767" y="146501"/>
                      <a:pt x="228479" y="165559"/>
                      <a:pt x="192061" y="192061"/>
                    </a:cubicBezTo>
                    <a:cubicBezTo>
                      <a:pt x="191470" y="192479"/>
                      <a:pt x="191098" y="193141"/>
                      <a:pt x="191050" y="193864"/>
                    </a:cubicBezTo>
                    <a:cubicBezTo>
                      <a:pt x="190440" y="193521"/>
                      <a:pt x="189814" y="193208"/>
                      <a:pt x="189207" y="192861"/>
                    </a:cubicBezTo>
                    <a:cubicBezTo>
                      <a:pt x="167639" y="179452"/>
                      <a:pt x="147171" y="164348"/>
                      <a:pt x="127999" y="147691"/>
                    </a:cubicBezTo>
                    <a:close/>
                    <a:moveTo>
                      <a:pt x="194869" y="195943"/>
                    </a:moveTo>
                    <a:cubicBezTo>
                      <a:pt x="232730" y="168714"/>
                      <a:pt x="275793" y="149574"/>
                      <a:pt x="321374" y="139716"/>
                    </a:cubicBezTo>
                    <a:cubicBezTo>
                      <a:pt x="345174" y="151069"/>
                      <a:pt x="368792" y="162806"/>
                      <a:pt x="392037" y="175279"/>
                    </a:cubicBezTo>
                    <a:cubicBezTo>
                      <a:pt x="397001" y="177879"/>
                      <a:pt x="401974" y="180486"/>
                      <a:pt x="406954" y="183100"/>
                    </a:cubicBezTo>
                    <a:cubicBezTo>
                      <a:pt x="369879" y="192326"/>
                      <a:pt x="334610" y="207692"/>
                      <a:pt x="302607" y="228559"/>
                    </a:cubicBezTo>
                    <a:cubicBezTo>
                      <a:pt x="301815" y="229067"/>
                      <a:pt x="301348" y="229953"/>
                      <a:pt x="301376" y="230894"/>
                    </a:cubicBezTo>
                    <a:cubicBezTo>
                      <a:pt x="295849" y="230074"/>
                      <a:pt x="290320" y="229171"/>
                      <a:pt x="284784" y="228079"/>
                    </a:cubicBezTo>
                    <a:cubicBezTo>
                      <a:pt x="253323" y="222110"/>
                      <a:pt x="222986" y="211267"/>
                      <a:pt x="194869" y="195943"/>
                    </a:cubicBezTo>
                    <a:close/>
                    <a:moveTo>
                      <a:pt x="308010" y="231820"/>
                    </a:moveTo>
                    <a:cubicBezTo>
                      <a:pt x="341011" y="211606"/>
                      <a:pt x="376877" y="196496"/>
                      <a:pt x="414394" y="187001"/>
                    </a:cubicBezTo>
                    <a:cubicBezTo>
                      <a:pt x="437234" y="199010"/>
                      <a:pt x="459996" y="211308"/>
                      <a:pt x="482214" y="224353"/>
                    </a:cubicBezTo>
                    <a:cubicBezTo>
                      <a:pt x="424112" y="232848"/>
                      <a:pt x="366296" y="239380"/>
                      <a:pt x="308010" y="2318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95" name="Google Shape;1795;p30"/>
          <p:cNvGrpSpPr/>
          <p:nvPr/>
        </p:nvGrpSpPr>
        <p:grpSpPr>
          <a:xfrm>
            <a:off x="715156" y="444099"/>
            <a:ext cx="5943574" cy="2764543"/>
            <a:chOff x="715156" y="444099"/>
            <a:chExt cx="5943574" cy="2764543"/>
          </a:xfrm>
        </p:grpSpPr>
        <p:grpSp>
          <p:nvGrpSpPr>
            <p:cNvPr id="1796" name="Google Shape;1796;p30"/>
            <p:cNvGrpSpPr/>
            <p:nvPr/>
          </p:nvGrpSpPr>
          <p:grpSpPr>
            <a:xfrm>
              <a:off x="2137473" y="444099"/>
              <a:ext cx="731128" cy="394605"/>
              <a:chOff x="1006523" y="1673424"/>
              <a:chExt cx="731128" cy="394605"/>
            </a:xfrm>
          </p:grpSpPr>
          <p:sp>
            <p:nvSpPr>
              <p:cNvPr id="1797" name="Google Shape;1797;p30"/>
              <p:cNvSpPr/>
              <p:nvPr/>
            </p:nvSpPr>
            <p:spPr>
              <a:xfrm>
                <a:off x="1010947" y="1679127"/>
                <a:ext cx="720146" cy="385761"/>
              </a:xfrm>
              <a:custGeom>
                <a:avLst/>
                <a:gdLst/>
                <a:ahLst/>
                <a:cxnLst/>
                <a:rect l="l" t="t" r="r" b="b"/>
                <a:pathLst>
                  <a:path w="720146" h="385761" extrusionOk="0">
                    <a:moveTo>
                      <a:pt x="714509" y="372279"/>
                    </a:moveTo>
                    <a:cubicBezTo>
                      <a:pt x="476403" y="370249"/>
                      <a:pt x="238355" y="374749"/>
                      <a:pt x="366" y="385777"/>
                    </a:cubicBezTo>
                    <a:lnTo>
                      <a:pt x="190" y="381807"/>
                    </a:lnTo>
                    <a:cubicBezTo>
                      <a:pt x="23494" y="337553"/>
                      <a:pt x="75353" y="316562"/>
                      <a:pt x="122907" y="332136"/>
                    </a:cubicBezTo>
                    <a:cubicBezTo>
                      <a:pt x="110459" y="305139"/>
                      <a:pt x="97657" y="275937"/>
                      <a:pt x="102601" y="246558"/>
                    </a:cubicBezTo>
                    <a:cubicBezTo>
                      <a:pt x="107545" y="217179"/>
                      <a:pt x="138710" y="190535"/>
                      <a:pt x="166255" y="201828"/>
                    </a:cubicBezTo>
                    <a:cubicBezTo>
                      <a:pt x="193712" y="213121"/>
                      <a:pt x="199627" y="251763"/>
                      <a:pt x="225318" y="266585"/>
                    </a:cubicBezTo>
                    <a:cubicBezTo>
                      <a:pt x="201658" y="224149"/>
                      <a:pt x="210133" y="171743"/>
                      <a:pt x="220904" y="124455"/>
                    </a:cubicBezTo>
                    <a:cubicBezTo>
                      <a:pt x="227349" y="95870"/>
                      <a:pt x="234765" y="66756"/>
                      <a:pt x="251186" y="42406"/>
                    </a:cubicBezTo>
                    <a:cubicBezTo>
                      <a:pt x="267519" y="18056"/>
                      <a:pt x="294711" y="-1001"/>
                      <a:pt x="324022" y="58"/>
                    </a:cubicBezTo>
                    <a:cubicBezTo>
                      <a:pt x="351743" y="1028"/>
                      <a:pt x="376552" y="19908"/>
                      <a:pt x="391119" y="43464"/>
                    </a:cubicBezTo>
                    <a:cubicBezTo>
                      <a:pt x="404555" y="67819"/>
                      <a:pt x="412877" y="94658"/>
                      <a:pt x="415574" y="122337"/>
                    </a:cubicBezTo>
                    <a:cubicBezTo>
                      <a:pt x="424312" y="182362"/>
                      <a:pt x="424846" y="243295"/>
                      <a:pt x="417163" y="303463"/>
                    </a:cubicBezTo>
                    <a:cubicBezTo>
                      <a:pt x="434979" y="242196"/>
                      <a:pt x="471189" y="187872"/>
                      <a:pt x="520899" y="147834"/>
                    </a:cubicBezTo>
                    <a:cubicBezTo>
                      <a:pt x="548179" y="126043"/>
                      <a:pt x="585259" y="108398"/>
                      <a:pt x="617218" y="122602"/>
                    </a:cubicBezTo>
                    <a:cubicBezTo>
                      <a:pt x="653592" y="138747"/>
                      <a:pt x="662597" y="186653"/>
                      <a:pt x="658006" y="226266"/>
                    </a:cubicBezTo>
                    <a:cubicBezTo>
                      <a:pt x="652915" y="269428"/>
                      <a:pt x="637831" y="310811"/>
                      <a:pt x="613952" y="347134"/>
                    </a:cubicBezTo>
                    <a:cubicBezTo>
                      <a:pt x="641674" y="313080"/>
                      <a:pt x="706563" y="324990"/>
                      <a:pt x="720336" y="3667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30"/>
              <p:cNvSpPr/>
              <p:nvPr/>
            </p:nvSpPr>
            <p:spPr>
              <a:xfrm>
                <a:off x="1006523" y="1673424"/>
                <a:ext cx="731128" cy="394605"/>
              </a:xfrm>
              <a:custGeom>
                <a:avLst/>
                <a:gdLst/>
                <a:ahLst/>
                <a:cxnLst/>
                <a:rect l="l" t="t" r="r" b="b"/>
                <a:pathLst>
                  <a:path w="731128" h="394605" extrusionOk="0">
                    <a:moveTo>
                      <a:pt x="730915" y="370736"/>
                    </a:moveTo>
                    <a:cubicBezTo>
                      <a:pt x="717966" y="334312"/>
                      <a:pt x="672867" y="317997"/>
                      <a:pt x="638450" y="331138"/>
                    </a:cubicBezTo>
                    <a:cubicBezTo>
                      <a:pt x="653422" y="302431"/>
                      <a:pt x="663395" y="271388"/>
                      <a:pt x="667943" y="239337"/>
                    </a:cubicBezTo>
                    <a:cubicBezTo>
                      <a:pt x="672240" y="208473"/>
                      <a:pt x="670821" y="172937"/>
                      <a:pt x="652509" y="146368"/>
                    </a:cubicBezTo>
                    <a:cubicBezTo>
                      <a:pt x="602956" y="74470"/>
                      <a:pt x="513277" y="147786"/>
                      <a:pt x="475750" y="193356"/>
                    </a:cubicBezTo>
                    <a:cubicBezTo>
                      <a:pt x="458396" y="214435"/>
                      <a:pt x="443791" y="237631"/>
                      <a:pt x="432286" y="262387"/>
                    </a:cubicBezTo>
                    <a:cubicBezTo>
                      <a:pt x="434488" y="224025"/>
                      <a:pt x="433396" y="185545"/>
                      <a:pt x="429023" y="147369"/>
                    </a:cubicBezTo>
                    <a:cubicBezTo>
                      <a:pt x="423997" y="103966"/>
                      <a:pt x="416603" y="55387"/>
                      <a:pt x="383188" y="23884"/>
                    </a:cubicBezTo>
                    <a:cubicBezTo>
                      <a:pt x="355093" y="-4468"/>
                      <a:pt x="310460" y="-7987"/>
                      <a:pt x="278263" y="15611"/>
                    </a:cubicBezTo>
                    <a:cubicBezTo>
                      <a:pt x="240486" y="42625"/>
                      <a:pt x="227920" y="89005"/>
                      <a:pt x="218343" y="132031"/>
                    </a:cubicBezTo>
                    <a:cubicBezTo>
                      <a:pt x="210023" y="169410"/>
                      <a:pt x="203739" y="209460"/>
                      <a:pt x="213250" y="246612"/>
                    </a:cubicBezTo>
                    <a:cubicBezTo>
                      <a:pt x="206835" y="235746"/>
                      <a:pt x="199671" y="225339"/>
                      <a:pt x="191809" y="215468"/>
                    </a:cubicBezTo>
                    <a:cubicBezTo>
                      <a:pt x="178661" y="199787"/>
                      <a:pt x="156697" y="194729"/>
                      <a:pt x="138008" y="203080"/>
                    </a:cubicBezTo>
                    <a:cubicBezTo>
                      <a:pt x="117536" y="212768"/>
                      <a:pt x="103422" y="232222"/>
                      <a:pt x="100574" y="254679"/>
                    </a:cubicBezTo>
                    <a:cubicBezTo>
                      <a:pt x="97247" y="280637"/>
                      <a:pt x="106487" y="305681"/>
                      <a:pt x="117010" y="329182"/>
                    </a:cubicBezTo>
                    <a:cubicBezTo>
                      <a:pt x="70130" y="319832"/>
                      <a:pt x="22760" y="342838"/>
                      <a:pt x="1151" y="385450"/>
                    </a:cubicBezTo>
                    <a:cubicBezTo>
                      <a:pt x="531" y="386691"/>
                      <a:pt x="608" y="388165"/>
                      <a:pt x="1352" y="389336"/>
                    </a:cubicBezTo>
                    <a:cubicBezTo>
                      <a:pt x="62" y="390312"/>
                      <a:pt x="-193" y="392149"/>
                      <a:pt x="784" y="393439"/>
                    </a:cubicBezTo>
                    <a:cubicBezTo>
                      <a:pt x="1339" y="394172"/>
                      <a:pt x="2205" y="394602"/>
                      <a:pt x="3125" y="394600"/>
                    </a:cubicBezTo>
                    <a:cubicBezTo>
                      <a:pt x="96756" y="394988"/>
                      <a:pt x="190477" y="389755"/>
                      <a:pt x="284088" y="387705"/>
                    </a:cubicBezTo>
                    <a:cubicBezTo>
                      <a:pt x="377777" y="385652"/>
                      <a:pt x="471482" y="384446"/>
                      <a:pt x="565203" y="384087"/>
                    </a:cubicBezTo>
                    <a:cubicBezTo>
                      <a:pt x="590828" y="384014"/>
                      <a:pt x="616454" y="384003"/>
                      <a:pt x="642079" y="384051"/>
                    </a:cubicBezTo>
                    <a:cubicBezTo>
                      <a:pt x="668174" y="385578"/>
                      <a:pt x="694344" y="385294"/>
                      <a:pt x="720399" y="383199"/>
                    </a:cubicBezTo>
                    <a:cubicBezTo>
                      <a:pt x="722663" y="382771"/>
                      <a:pt x="724283" y="380767"/>
                      <a:pt x="724226" y="378465"/>
                    </a:cubicBezTo>
                    <a:cubicBezTo>
                      <a:pt x="728342" y="378802"/>
                      <a:pt x="732677" y="375694"/>
                      <a:pt x="730915" y="370736"/>
                    </a:cubicBezTo>
                    <a:close/>
                    <a:moveTo>
                      <a:pt x="653062" y="371055"/>
                    </a:moveTo>
                    <a:cubicBezTo>
                      <a:pt x="629633" y="370964"/>
                      <a:pt x="606204" y="370938"/>
                      <a:pt x="582775" y="370977"/>
                    </a:cubicBezTo>
                    <a:cubicBezTo>
                      <a:pt x="535917" y="371087"/>
                      <a:pt x="489060" y="371453"/>
                      <a:pt x="442205" y="372075"/>
                    </a:cubicBezTo>
                    <a:cubicBezTo>
                      <a:pt x="348490" y="373312"/>
                      <a:pt x="254801" y="375743"/>
                      <a:pt x="161140" y="379368"/>
                    </a:cubicBezTo>
                    <a:cubicBezTo>
                      <a:pt x="110377" y="381270"/>
                      <a:pt x="59526" y="383365"/>
                      <a:pt x="8937" y="388065"/>
                    </a:cubicBezTo>
                    <a:cubicBezTo>
                      <a:pt x="32428" y="347461"/>
                      <a:pt x="81168" y="328851"/>
                      <a:pt x="125768" y="343457"/>
                    </a:cubicBezTo>
                    <a:cubicBezTo>
                      <a:pt x="131019" y="345282"/>
                      <a:pt x="134204" y="339130"/>
                      <a:pt x="132306" y="334958"/>
                    </a:cubicBezTo>
                    <a:cubicBezTo>
                      <a:pt x="121286" y="310743"/>
                      <a:pt x="109365" y="284378"/>
                      <a:pt x="112509" y="257100"/>
                    </a:cubicBezTo>
                    <a:cubicBezTo>
                      <a:pt x="114888" y="236463"/>
                      <a:pt x="130503" y="215044"/>
                      <a:pt x="152002" y="211517"/>
                    </a:cubicBezTo>
                    <a:cubicBezTo>
                      <a:pt x="172478" y="208158"/>
                      <a:pt x="185124" y="225320"/>
                      <a:pt x="194772" y="240541"/>
                    </a:cubicBezTo>
                    <a:cubicBezTo>
                      <a:pt x="202382" y="255199"/>
                      <a:pt x="213268" y="267909"/>
                      <a:pt x="226588" y="277684"/>
                    </a:cubicBezTo>
                    <a:cubicBezTo>
                      <a:pt x="229638" y="279355"/>
                      <a:pt x="233467" y="278238"/>
                      <a:pt x="235139" y="275189"/>
                    </a:cubicBezTo>
                    <a:cubicBezTo>
                      <a:pt x="236172" y="273304"/>
                      <a:pt x="236172" y="271023"/>
                      <a:pt x="235139" y="269139"/>
                    </a:cubicBezTo>
                    <a:cubicBezTo>
                      <a:pt x="215455" y="232283"/>
                      <a:pt x="219578" y="189328"/>
                      <a:pt x="227546" y="149807"/>
                    </a:cubicBezTo>
                    <a:cubicBezTo>
                      <a:pt x="235420" y="110756"/>
                      <a:pt x="243996" y="66177"/>
                      <a:pt x="273050" y="36772"/>
                    </a:cubicBezTo>
                    <a:cubicBezTo>
                      <a:pt x="286565" y="22158"/>
                      <a:pt x="305207" y="13328"/>
                      <a:pt x="325083" y="12125"/>
                    </a:cubicBezTo>
                    <a:cubicBezTo>
                      <a:pt x="344658" y="12570"/>
                      <a:pt x="363212" y="20948"/>
                      <a:pt x="376483" y="35335"/>
                    </a:cubicBezTo>
                    <a:cubicBezTo>
                      <a:pt x="406720" y="65794"/>
                      <a:pt x="412478" y="113178"/>
                      <a:pt x="416754" y="153816"/>
                    </a:cubicBezTo>
                    <a:cubicBezTo>
                      <a:pt x="422103" y="205489"/>
                      <a:pt x="421532" y="257603"/>
                      <a:pt x="415052" y="309147"/>
                    </a:cubicBezTo>
                    <a:cubicBezTo>
                      <a:pt x="414122" y="316649"/>
                      <a:pt x="425893" y="317708"/>
                      <a:pt x="427902" y="310885"/>
                    </a:cubicBezTo>
                    <a:cubicBezTo>
                      <a:pt x="446804" y="246663"/>
                      <a:pt x="488310" y="182671"/>
                      <a:pt x="546067" y="146817"/>
                    </a:cubicBezTo>
                    <a:cubicBezTo>
                      <a:pt x="573838" y="129578"/>
                      <a:pt x="612575" y="119662"/>
                      <a:pt x="637169" y="147721"/>
                    </a:cubicBezTo>
                    <a:cubicBezTo>
                      <a:pt x="656379" y="169638"/>
                      <a:pt x="658947" y="202751"/>
                      <a:pt x="656040" y="230472"/>
                    </a:cubicBezTo>
                    <a:cubicBezTo>
                      <a:pt x="651159" y="273011"/>
                      <a:pt x="636331" y="313806"/>
                      <a:pt x="612755" y="349560"/>
                    </a:cubicBezTo>
                    <a:cubicBezTo>
                      <a:pt x="608794" y="355665"/>
                      <a:pt x="618123" y="363078"/>
                      <a:pt x="622963" y="357430"/>
                    </a:cubicBezTo>
                    <a:cubicBezTo>
                      <a:pt x="648142" y="328049"/>
                      <a:pt x="703126" y="336288"/>
                      <a:pt x="717787" y="372463"/>
                    </a:cubicBezTo>
                    <a:cubicBezTo>
                      <a:pt x="696266" y="370574"/>
                      <a:pt x="674644" y="370103"/>
                      <a:pt x="653062" y="3710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9" name="Google Shape;1799;p30"/>
            <p:cNvGrpSpPr/>
            <p:nvPr/>
          </p:nvGrpSpPr>
          <p:grpSpPr>
            <a:xfrm>
              <a:off x="3807708" y="831897"/>
              <a:ext cx="1166447" cy="549813"/>
              <a:chOff x="4496533" y="-114840"/>
              <a:chExt cx="1166447" cy="549813"/>
            </a:xfrm>
          </p:grpSpPr>
          <p:sp>
            <p:nvSpPr>
              <p:cNvPr id="1800" name="Google Shape;1800;p30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30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2" name="Google Shape;1802;p30"/>
            <p:cNvGrpSpPr/>
            <p:nvPr/>
          </p:nvGrpSpPr>
          <p:grpSpPr>
            <a:xfrm>
              <a:off x="5944407" y="539497"/>
              <a:ext cx="714324" cy="347759"/>
              <a:chOff x="482844" y="1192072"/>
              <a:chExt cx="714324" cy="347759"/>
            </a:xfrm>
          </p:grpSpPr>
          <p:sp>
            <p:nvSpPr>
              <p:cNvPr id="1803" name="Google Shape;1803;p30"/>
              <p:cNvSpPr/>
              <p:nvPr/>
            </p:nvSpPr>
            <p:spPr>
              <a:xfrm>
                <a:off x="983912" y="1192072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4" y="107820"/>
                    </a:moveTo>
                    <a:cubicBezTo>
                      <a:pt x="152750" y="105421"/>
                      <a:pt x="110085" y="60360"/>
                      <a:pt x="110705" y="5986"/>
                    </a:cubicBezTo>
                    <a:cubicBezTo>
                      <a:pt x="110976" y="-1642"/>
                      <a:pt x="100932" y="-1699"/>
                      <a:pt x="98423" y="4326"/>
                    </a:cubicBezTo>
                    <a:cubicBezTo>
                      <a:pt x="87977" y="29401"/>
                      <a:pt x="92537" y="58264"/>
                      <a:pt x="81212" y="82870"/>
                    </a:cubicBezTo>
                    <a:cubicBezTo>
                      <a:pt x="67932" y="111726"/>
                      <a:pt x="33769" y="113474"/>
                      <a:pt x="6046" y="113906"/>
                    </a:cubicBezTo>
                    <a:cubicBezTo>
                      <a:pt x="2597" y="114033"/>
                      <a:pt x="-96" y="116930"/>
                      <a:pt x="32" y="120375"/>
                    </a:cubicBezTo>
                    <a:cubicBezTo>
                      <a:pt x="153" y="123642"/>
                      <a:pt x="2776" y="126263"/>
                      <a:pt x="6046" y="126383"/>
                    </a:cubicBezTo>
                    <a:cubicBezTo>
                      <a:pt x="34653" y="128308"/>
                      <a:pt x="62032" y="138730"/>
                      <a:pt x="84669" y="156312"/>
                    </a:cubicBezTo>
                    <a:cubicBezTo>
                      <a:pt x="95063" y="165217"/>
                      <a:pt x="102976" y="176656"/>
                      <a:pt x="107640" y="189519"/>
                    </a:cubicBezTo>
                    <a:cubicBezTo>
                      <a:pt x="111233" y="201673"/>
                      <a:pt x="112601" y="214376"/>
                      <a:pt x="111677" y="227016"/>
                    </a:cubicBezTo>
                    <a:cubicBezTo>
                      <a:pt x="111718" y="228546"/>
                      <a:pt x="112991" y="229753"/>
                      <a:pt x="114523" y="229713"/>
                    </a:cubicBezTo>
                    <a:cubicBezTo>
                      <a:pt x="115456" y="229689"/>
                      <a:pt x="116315" y="229197"/>
                      <a:pt x="116807" y="228404"/>
                    </a:cubicBezTo>
                    <a:cubicBezTo>
                      <a:pt x="116868" y="228288"/>
                      <a:pt x="116907" y="228167"/>
                      <a:pt x="116968" y="228051"/>
                    </a:cubicBezTo>
                    <a:cubicBezTo>
                      <a:pt x="119802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9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3"/>
                      <a:pt x="213957" y="107935"/>
                      <a:pt x="207124" y="107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30"/>
              <p:cNvSpPr/>
              <p:nvPr/>
            </p:nvSpPr>
            <p:spPr>
              <a:xfrm>
                <a:off x="482844" y="1403918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5"/>
                      <a:pt x="65148" y="35722"/>
                      <a:pt x="65515" y="3549"/>
                    </a:cubicBezTo>
                    <a:cubicBezTo>
                      <a:pt x="65674" y="-966"/>
                      <a:pt x="59733" y="-999"/>
                      <a:pt x="58247" y="2566"/>
                    </a:cubicBezTo>
                    <a:cubicBezTo>
                      <a:pt x="52067" y="17404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4"/>
                    </a:cubicBezTo>
                    <a:cubicBezTo>
                      <a:pt x="1547" y="67480"/>
                      <a:pt x="-46" y="69195"/>
                      <a:pt x="30" y="71233"/>
                    </a:cubicBezTo>
                    <a:cubicBezTo>
                      <a:pt x="102" y="73166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6"/>
                    </a:cubicBezTo>
                    <a:cubicBezTo>
                      <a:pt x="56259" y="97766"/>
                      <a:pt x="60941" y="104534"/>
                      <a:pt x="63701" y="112145"/>
                    </a:cubicBezTo>
                    <a:cubicBezTo>
                      <a:pt x="65827" y="119337"/>
                      <a:pt x="66636" y="126853"/>
                      <a:pt x="66090" y="134333"/>
                    </a:cubicBezTo>
                    <a:cubicBezTo>
                      <a:pt x="66114" y="135238"/>
                      <a:pt x="66868" y="135952"/>
                      <a:pt x="67774" y="135928"/>
                    </a:cubicBezTo>
                    <a:cubicBezTo>
                      <a:pt x="68327" y="135914"/>
                      <a:pt x="68835" y="135623"/>
                      <a:pt x="69126" y="135154"/>
                    </a:cubicBezTo>
                    <a:lnTo>
                      <a:pt x="69220" y="134945"/>
                    </a:lnTo>
                    <a:cubicBezTo>
                      <a:pt x="70897" y="136040"/>
                      <a:pt x="73144" y="135569"/>
                      <a:pt x="74240" y="133894"/>
                    </a:cubicBezTo>
                    <a:cubicBezTo>
                      <a:pt x="74439" y="133590"/>
                      <a:pt x="74591" y="133257"/>
                      <a:pt x="74691" y="132908"/>
                    </a:cubicBezTo>
                    <a:cubicBezTo>
                      <a:pt x="82016" y="107206"/>
                      <a:pt x="93397" y="75980"/>
                      <a:pt x="123550" y="71073"/>
                    </a:cubicBezTo>
                    <a:cubicBezTo>
                      <a:pt x="127776" y="70386"/>
                      <a:pt x="126609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5" name="Google Shape;1805;p30"/>
            <p:cNvGrpSpPr/>
            <p:nvPr/>
          </p:nvGrpSpPr>
          <p:grpSpPr>
            <a:xfrm>
              <a:off x="715156" y="1177749"/>
              <a:ext cx="757512" cy="677640"/>
              <a:chOff x="7406356" y="1421774"/>
              <a:chExt cx="757512" cy="677640"/>
            </a:xfrm>
          </p:grpSpPr>
          <p:sp>
            <p:nvSpPr>
              <p:cNvPr id="1806" name="Google Shape;1806;p30"/>
              <p:cNvSpPr/>
              <p:nvPr/>
            </p:nvSpPr>
            <p:spPr>
              <a:xfrm>
                <a:off x="7406356" y="17906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49" y="105421"/>
                      <a:pt x="110084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7" y="29402"/>
                      <a:pt x="92536" y="58264"/>
                      <a:pt x="81212" y="82870"/>
                    </a:cubicBezTo>
                    <a:cubicBezTo>
                      <a:pt x="67932" y="111726"/>
                      <a:pt x="33768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2" y="123642"/>
                      <a:pt x="2776" y="126263"/>
                      <a:pt x="6046" y="126384"/>
                    </a:cubicBezTo>
                    <a:cubicBezTo>
                      <a:pt x="34654" y="128308"/>
                      <a:pt x="62033" y="138730"/>
                      <a:pt x="84669" y="156311"/>
                    </a:cubicBezTo>
                    <a:cubicBezTo>
                      <a:pt x="95063" y="165217"/>
                      <a:pt x="102976" y="176656"/>
                      <a:pt x="107640" y="189518"/>
                    </a:cubicBezTo>
                    <a:cubicBezTo>
                      <a:pt x="111233" y="201673"/>
                      <a:pt x="112601" y="214376"/>
                      <a:pt x="111678" y="227015"/>
                    </a:cubicBezTo>
                    <a:cubicBezTo>
                      <a:pt x="111718" y="228545"/>
                      <a:pt x="112992" y="229753"/>
                      <a:pt x="114524" y="229713"/>
                    </a:cubicBezTo>
                    <a:cubicBezTo>
                      <a:pt x="115457" y="229689"/>
                      <a:pt x="116316" y="229197"/>
                      <a:pt x="116808" y="228404"/>
                    </a:cubicBezTo>
                    <a:cubicBezTo>
                      <a:pt x="116868" y="228289"/>
                      <a:pt x="116907" y="228167"/>
                      <a:pt x="116967" y="228051"/>
                    </a:cubicBezTo>
                    <a:cubicBezTo>
                      <a:pt x="119801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8"/>
                    </a:cubicBezTo>
                    <a:cubicBezTo>
                      <a:pt x="138593" y="181172"/>
                      <a:pt x="157826" y="128399"/>
                      <a:pt x="208789" y="120106"/>
                    </a:cubicBezTo>
                    <a:cubicBezTo>
                      <a:pt x="215929" y="118944"/>
                      <a:pt x="213957" y="107935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30"/>
              <p:cNvSpPr/>
              <p:nvPr/>
            </p:nvSpPr>
            <p:spPr>
              <a:xfrm>
                <a:off x="8037685" y="1963500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5" y="3549"/>
                    </a:cubicBezTo>
                    <a:cubicBezTo>
                      <a:pt x="65675" y="-965"/>
                      <a:pt x="59733" y="-999"/>
                      <a:pt x="58247" y="2566"/>
                    </a:cubicBezTo>
                    <a:cubicBezTo>
                      <a:pt x="52067" y="17403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9"/>
                    </a:cubicBezTo>
                    <a:cubicBezTo>
                      <a:pt x="20515" y="75927"/>
                      <a:pt x="36715" y="82094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8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4" y="135929"/>
                    </a:cubicBezTo>
                    <a:cubicBezTo>
                      <a:pt x="68327" y="135914"/>
                      <a:pt x="68835" y="135623"/>
                      <a:pt x="69126" y="135153"/>
                    </a:cubicBezTo>
                    <a:lnTo>
                      <a:pt x="69221" y="134944"/>
                    </a:lnTo>
                    <a:cubicBezTo>
                      <a:pt x="70897" y="136040"/>
                      <a:pt x="73144" y="135570"/>
                      <a:pt x="74241" y="133895"/>
                    </a:cubicBezTo>
                    <a:cubicBezTo>
                      <a:pt x="74440" y="133591"/>
                      <a:pt x="74592" y="133258"/>
                      <a:pt x="74693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10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30"/>
              <p:cNvSpPr/>
              <p:nvPr/>
            </p:nvSpPr>
            <p:spPr>
              <a:xfrm>
                <a:off x="7654630" y="1421774"/>
                <a:ext cx="126188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8" h="135913" extrusionOk="0">
                    <a:moveTo>
                      <a:pt x="122571" y="63804"/>
                    </a:moveTo>
                    <a:cubicBezTo>
                      <a:pt x="90398" y="62385"/>
                      <a:pt x="65152" y="35722"/>
                      <a:pt x="65519" y="3549"/>
                    </a:cubicBezTo>
                    <a:cubicBezTo>
                      <a:pt x="65679" y="-966"/>
                      <a:pt x="59737" y="-999"/>
                      <a:pt x="58252" y="2566"/>
                    </a:cubicBezTo>
                    <a:cubicBezTo>
                      <a:pt x="52072" y="17404"/>
                      <a:pt x="54769" y="34482"/>
                      <a:pt x="48068" y="49041"/>
                    </a:cubicBezTo>
                    <a:cubicBezTo>
                      <a:pt x="40211" y="66115"/>
                      <a:pt x="19996" y="67149"/>
                      <a:pt x="3592" y="67405"/>
                    </a:cubicBezTo>
                    <a:cubicBezTo>
                      <a:pt x="1552" y="67478"/>
                      <a:pt x="-43" y="69190"/>
                      <a:pt x="30" y="71229"/>
                    </a:cubicBezTo>
                    <a:cubicBezTo>
                      <a:pt x="99" y="73165"/>
                      <a:pt x="1654" y="74719"/>
                      <a:pt x="3592" y="74788"/>
                    </a:cubicBezTo>
                    <a:cubicBezTo>
                      <a:pt x="20519" y="75926"/>
                      <a:pt x="36719" y="82093"/>
                      <a:pt x="50113" y="92496"/>
                    </a:cubicBezTo>
                    <a:cubicBezTo>
                      <a:pt x="56264" y="97766"/>
                      <a:pt x="60946" y="104534"/>
                      <a:pt x="63705" y="112145"/>
                    </a:cubicBezTo>
                    <a:cubicBezTo>
                      <a:pt x="65831" y="119337"/>
                      <a:pt x="66641" y="126853"/>
                      <a:pt x="66095" y="134333"/>
                    </a:cubicBezTo>
                    <a:cubicBezTo>
                      <a:pt x="66119" y="135238"/>
                      <a:pt x="66872" y="135952"/>
                      <a:pt x="67778" y="135929"/>
                    </a:cubicBezTo>
                    <a:cubicBezTo>
                      <a:pt x="68331" y="135914"/>
                      <a:pt x="68839" y="135623"/>
                      <a:pt x="69130" y="135153"/>
                    </a:cubicBezTo>
                    <a:lnTo>
                      <a:pt x="69225" y="134945"/>
                    </a:lnTo>
                    <a:cubicBezTo>
                      <a:pt x="70901" y="136040"/>
                      <a:pt x="73149" y="135569"/>
                      <a:pt x="74245" y="133894"/>
                    </a:cubicBezTo>
                    <a:cubicBezTo>
                      <a:pt x="74444" y="133590"/>
                      <a:pt x="74596" y="133257"/>
                      <a:pt x="74695" y="132908"/>
                    </a:cubicBezTo>
                    <a:cubicBezTo>
                      <a:pt x="82021" y="107206"/>
                      <a:pt x="93402" y="75980"/>
                      <a:pt x="123555" y="71074"/>
                    </a:cubicBezTo>
                    <a:cubicBezTo>
                      <a:pt x="127781" y="70386"/>
                      <a:pt x="126614" y="63871"/>
                      <a:pt x="122571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9" name="Google Shape;1809;p30"/>
            <p:cNvGrpSpPr/>
            <p:nvPr/>
          </p:nvGrpSpPr>
          <p:grpSpPr>
            <a:xfrm>
              <a:off x="4696857" y="2760213"/>
              <a:ext cx="618432" cy="448429"/>
              <a:chOff x="749957" y="2916238"/>
              <a:chExt cx="618432" cy="448429"/>
            </a:xfrm>
          </p:grpSpPr>
          <p:sp>
            <p:nvSpPr>
              <p:cNvPr id="1810" name="Google Shape;1810;p30"/>
              <p:cNvSpPr/>
              <p:nvPr/>
            </p:nvSpPr>
            <p:spPr>
              <a:xfrm>
                <a:off x="1155133" y="29162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50" y="105420"/>
                      <a:pt x="110085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8" y="29401"/>
                      <a:pt x="92536" y="58263"/>
                      <a:pt x="81212" y="82870"/>
                    </a:cubicBezTo>
                    <a:cubicBezTo>
                      <a:pt x="67932" y="111725"/>
                      <a:pt x="33769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3" y="123643"/>
                      <a:pt x="2776" y="126263"/>
                      <a:pt x="6046" y="126384"/>
                    </a:cubicBezTo>
                    <a:cubicBezTo>
                      <a:pt x="34653" y="128307"/>
                      <a:pt x="62033" y="138729"/>
                      <a:pt x="84668" y="156312"/>
                    </a:cubicBezTo>
                    <a:cubicBezTo>
                      <a:pt x="95063" y="165217"/>
                      <a:pt x="102976" y="176657"/>
                      <a:pt x="107640" y="189519"/>
                    </a:cubicBezTo>
                    <a:cubicBezTo>
                      <a:pt x="111233" y="201673"/>
                      <a:pt x="112601" y="214376"/>
                      <a:pt x="111678" y="227016"/>
                    </a:cubicBezTo>
                    <a:cubicBezTo>
                      <a:pt x="111718" y="228546"/>
                      <a:pt x="112992" y="229753"/>
                      <a:pt x="114523" y="229713"/>
                    </a:cubicBezTo>
                    <a:cubicBezTo>
                      <a:pt x="115457" y="229689"/>
                      <a:pt x="116315" y="229197"/>
                      <a:pt x="116808" y="228404"/>
                    </a:cubicBezTo>
                    <a:cubicBezTo>
                      <a:pt x="116869" y="228289"/>
                      <a:pt x="116907" y="228167"/>
                      <a:pt x="116967" y="228051"/>
                    </a:cubicBezTo>
                    <a:cubicBezTo>
                      <a:pt x="119801" y="229902"/>
                      <a:pt x="123599" y="229107"/>
                      <a:pt x="125451" y="226276"/>
                    </a:cubicBezTo>
                    <a:cubicBezTo>
                      <a:pt x="125788" y="225762"/>
                      <a:pt x="126045" y="225199"/>
                      <a:pt x="126214" y="224608"/>
                    </a:cubicBezTo>
                    <a:cubicBezTo>
                      <a:pt x="138593" y="181172"/>
                      <a:pt x="157826" y="128398"/>
                      <a:pt x="208788" y="120106"/>
                    </a:cubicBezTo>
                    <a:cubicBezTo>
                      <a:pt x="215929" y="118944"/>
                      <a:pt x="213957" y="107934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30"/>
              <p:cNvSpPr/>
              <p:nvPr/>
            </p:nvSpPr>
            <p:spPr>
              <a:xfrm>
                <a:off x="749957" y="3228754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6" y="3549"/>
                    </a:cubicBezTo>
                    <a:cubicBezTo>
                      <a:pt x="65675" y="-965"/>
                      <a:pt x="59733" y="-999"/>
                      <a:pt x="58248" y="2566"/>
                    </a:cubicBezTo>
                    <a:cubicBezTo>
                      <a:pt x="52067" y="17403"/>
                      <a:pt x="54765" y="34481"/>
                      <a:pt x="48065" y="49040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8"/>
                    </a:cubicBezTo>
                    <a:cubicBezTo>
                      <a:pt x="20515" y="75926"/>
                      <a:pt x="36715" y="82093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7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3" y="135929"/>
                    </a:cubicBezTo>
                    <a:cubicBezTo>
                      <a:pt x="68326" y="135914"/>
                      <a:pt x="68835" y="135623"/>
                      <a:pt x="69126" y="135153"/>
                    </a:cubicBezTo>
                    <a:lnTo>
                      <a:pt x="69220" y="134944"/>
                    </a:lnTo>
                    <a:cubicBezTo>
                      <a:pt x="70897" y="136039"/>
                      <a:pt x="73145" y="135569"/>
                      <a:pt x="74241" y="133894"/>
                    </a:cubicBezTo>
                    <a:cubicBezTo>
                      <a:pt x="74440" y="133590"/>
                      <a:pt x="74592" y="133257"/>
                      <a:pt x="74692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09" y="63872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5" name="Google Shape;1945;p30"/>
          <p:cNvGrpSpPr/>
          <p:nvPr/>
        </p:nvGrpSpPr>
        <p:grpSpPr>
          <a:xfrm rot="-460290">
            <a:off x="101745" y="3686185"/>
            <a:ext cx="1796224" cy="1644647"/>
            <a:chOff x="488097" y="4163608"/>
            <a:chExt cx="1796133" cy="1644564"/>
          </a:xfrm>
        </p:grpSpPr>
        <p:sp>
          <p:nvSpPr>
            <p:cNvPr id="1946" name="Google Shape;1946;p30"/>
            <p:cNvSpPr/>
            <p:nvPr/>
          </p:nvSpPr>
          <p:spPr>
            <a:xfrm rot="1468259" flipH="1">
              <a:off x="686023" y="4644795"/>
              <a:ext cx="605145" cy="1086857"/>
            </a:xfrm>
            <a:custGeom>
              <a:avLst/>
              <a:gdLst/>
              <a:ahLst/>
              <a:cxnLst/>
              <a:rect l="l" t="t" r="r" b="b"/>
              <a:pathLst>
                <a:path w="459946" h="826076" extrusionOk="0">
                  <a:moveTo>
                    <a:pt x="363" y="2274"/>
                  </a:moveTo>
                  <a:cubicBezTo>
                    <a:pt x="41574" y="48101"/>
                    <a:pt x="83464" y="92902"/>
                    <a:pt x="122019" y="141067"/>
                  </a:cubicBezTo>
                  <a:cubicBezTo>
                    <a:pt x="160536" y="189209"/>
                    <a:pt x="196381" y="239430"/>
                    <a:pt x="229392" y="291502"/>
                  </a:cubicBezTo>
                  <a:cubicBezTo>
                    <a:pt x="295798" y="395925"/>
                    <a:pt x="350483" y="507354"/>
                    <a:pt x="392456" y="623768"/>
                  </a:cubicBezTo>
                  <a:cubicBezTo>
                    <a:pt x="415637" y="688757"/>
                    <a:pt x="434844" y="755097"/>
                    <a:pt x="449972" y="822418"/>
                  </a:cubicBezTo>
                  <a:cubicBezTo>
                    <a:pt x="451426" y="828828"/>
                    <a:pt x="461207" y="826109"/>
                    <a:pt x="459810" y="819706"/>
                  </a:cubicBezTo>
                  <a:cubicBezTo>
                    <a:pt x="433177" y="699033"/>
                    <a:pt x="392892" y="581785"/>
                    <a:pt x="339734" y="470226"/>
                  </a:cubicBezTo>
                  <a:cubicBezTo>
                    <a:pt x="286665" y="358086"/>
                    <a:pt x="221086" y="252307"/>
                    <a:pt x="144247" y="154903"/>
                  </a:cubicBezTo>
                  <a:cubicBezTo>
                    <a:pt x="101691" y="99204"/>
                    <a:pt x="54172" y="47480"/>
                    <a:pt x="2274" y="363"/>
                  </a:cubicBezTo>
                  <a:cubicBezTo>
                    <a:pt x="1728" y="-146"/>
                    <a:pt x="872" y="-116"/>
                    <a:pt x="363" y="430"/>
                  </a:cubicBezTo>
                  <a:cubicBezTo>
                    <a:pt x="-121" y="949"/>
                    <a:pt x="-121" y="1755"/>
                    <a:pt x="363" y="2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7" name="Google Shape;1947;p30"/>
            <p:cNvGrpSpPr/>
            <p:nvPr/>
          </p:nvGrpSpPr>
          <p:grpSpPr>
            <a:xfrm>
              <a:off x="749927" y="4163608"/>
              <a:ext cx="1534303" cy="1475202"/>
              <a:chOff x="-19748" y="4111558"/>
              <a:chExt cx="1534303" cy="1475202"/>
            </a:xfrm>
          </p:grpSpPr>
          <p:sp>
            <p:nvSpPr>
              <p:cNvPr id="1948" name="Google Shape;1948;p30"/>
              <p:cNvSpPr/>
              <p:nvPr/>
            </p:nvSpPr>
            <p:spPr>
              <a:xfrm rot="1468259" flipH="1">
                <a:off x="695165" y="4586335"/>
                <a:ext cx="329478" cy="273498"/>
              </a:xfrm>
              <a:custGeom>
                <a:avLst/>
                <a:gdLst/>
                <a:ahLst/>
                <a:cxnLst/>
                <a:rect l="l" t="t" r="r" b="b"/>
                <a:pathLst>
                  <a:path w="250423" h="207875" extrusionOk="0">
                    <a:moveTo>
                      <a:pt x="250424" y="55890"/>
                    </a:moveTo>
                    <a:lnTo>
                      <a:pt x="249562" y="52024"/>
                    </a:lnTo>
                    <a:cubicBezTo>
                      <a:pt x="248764" y="52249"/>
                      <a:pt x="247878" y="52434"/>
                      <a:pt x="247057" y="52595"/>
                    </a:cubicBezTo>
                    <a:lnTo>
                      <a:pt x="243810" y="54915"/>
                    </a:lnTo>
                    <a:cubicBezTo>
                      <a:pt x="238163" y="46655"/>
                      <a:pt x="231433" y="39189"/>
                      <a:pt x="223802" y="32718"/>
                    </a:cubicBezTo>
                    <a:cubicBezTo>
                      <a:pt x="190277" y="4268"/>
                      <a:pt x="140831" y="-5277"/>
                      <a:pt x="96563" y="2717"/>
                    </a:cubicBezTo>
                    <a:cubicBezTo>
                      <a:pt x="75994" y="5841"/>
                      <a:pt x="56496" y="13931"/>
                      <a:pt x="39757" y="26288"/>
                    </a:cubicBezTo>
                    <a:cubicBezTo>
                      <a:pt x="14769" y="47467"/>
                      <a:pt x="255" y="78486"/>
                      <a:pt x="6" y="111241"/>
                    </a:cubicBezTo>
                    <a:cubicBezTo>
                      <a:pt x="-219" y="138508"/>
                      <a:pt x="6023" y="165440"/>
                      <a:pt x="18218" y="189828"/>
                    </a:cubicBezTo>
                    <a:cubicBezTo>
                      <a:pt x="20392" y="194453"/>
                      <a:pt x="22761" y="199005"/>
                      <a:pt x="25257" y="203509"/>
                    </a:cubicBezTo>
                    <a:lnTo>
                      <a:pt x="30275" y="207876"/>
                    </a:lnTo>
                    <a:cubicBezTo>
                      <a:pt x="31250" y="207730"/>
                      <a:pt x="32289" y="207561"/>
                      <a:pt x="33304" y="207328"/>
                    </a:cubicBezTo>
                    <a:cubicBezTo>
                      <a:pt x="33933" y="206652"/>
                      <a:pt x="34497" y="205999"/>
                      <a:pt x="35101" y="205258"/>
                    </a:cubicBezTo>
                    <a:cubicBezTo>
                      <a:pt x="34850" y="205927"/>
                      <a:pt x="34554" y="206579"/>
                      <a:pt x="34214" y="207208"/>
                    </a:cubicBezTo>
                    <a:cubicBezTo>
                      <a:pt x="50521" y="204399"/>
                      <a:pt x="66563" y="200230"/>
                      <a:pt x="82173" y="194743"/>
                    </a:cubicBezTo>
                    <a:cubicBezTo>
                      <a:pt x="89787" y="192110"/>
                      <a:pt x="97214" y="189179"/>
                      <a:pt x="104586" y="185901"/>
                    </a:cubicBezTo>
                    <a:cubicBezTo>
                      <a:pt x="132360" y="173735"/>
                      <a:pt x="158233" y="157625"/>
                      <a:pt x="181405" y="138068"/>
                    </a:cubicBezTo>
                    <a:cubicBezTo>
                      <a:pt x="196586" y="125393"/>
                      <a:pt x="210494" y="111268"/>
                      <a:pt x="222931" y="95892"/>
                    </a:cubicBezTo>
                    <a:cubicBezTo>
                      <a:pt x="233204" y="83355"/>
                      <a:pt x="242400" y="69973"/>
                      <a:pt x="250424" y="5589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30"/>
              <p:cNvSpPr/>
              <p:nvPr/>
            </p:nvSpPr>
            <p:spPr>
              <a:xfrm rot="1468259" flipH="1">
                <a:off x="856056" y="4952776"/>
                <a:ext cx="419326" cy="240629"/>
              </a:xfrm>
              <a:custGeom>
                <a:avLst/>
                <a:gdLst/>
                <a:ahLst/>
                <a:cxnLst/>
                <a:rect l="l" t="t" r="r" b="b"/>
                <a:pathLst>
                  <a:path w="318713" h="182892" extrusionOk="0">
                    <a:moveTo>
                      <a:pt x="299439" y="2803"/>
                    </a:moveTo>
                    <a:cubicBezTo>
                      <a:pt x="183625" y="30961"/>
                      <a:pt x="79160" y="93788"/>
                      <a:pt x="0" y="182892"/>
                    </a:cubicBezTo>
                    <a:cubicBezTo>
                      <a:pt x="123490" y="171968"/>
                      <a:pt x="237840" y="113280"/>
                      <a:pt x="318714" y="19320"/>
                    </a:cubicBezTo>
                    <a:lnTo>
                      <a:pt x="317207" y="18047"/>
                    </a:lnTo>
                    <a:lnTo>
                      <a:pt x="312190" y="13680"/>
                    </a:lnTo>
                    <a:cubicBezTo>
                      <a:pt x="309693" y="9177"/>
                      <a:pt x="307325" y="4624"/>
                      <a:pt x="30515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30"/>
              <p:cNvSpPr/>
              <p:nvPr/>
            </p:nvSpPr>
            <p:spPr>
              <a:xfrm rot="1468259" flipH="1">
                <a:off x="744616" y="4899065"/>
                <a:ext cx="320443" cy="493257"/>
              </a:xfrm>
              <a:custGeom>
                <a:avLst/>
                <a:gdLst/>
                <a:ahLst/>
                <a:cxnLst/>
                <a:rect l="l" t="t" r="r" b="b"/>
                <a:pathLst>
                  <a:path w="243556" h="374905" extrusionOk="0">
                    <a:moveTo>
                      <a:pt x="237906" y="29484"/>
                    </a:moveTo>
                    <a:cubicBezTo>
                      <a:pt x="240002" y="20172"/>
                      <a:pt x="241945" y="10843"/>
                      <a:pt x="243557" y="1418"/>
                    </a:cubicBezTo>
                    <a:lnTo>
                      <a:pt x="243025" y="0"/>
                    </a:lnTo>
                    <a:cubicBezTo>
                      <a:pt x="227415" y="5487"/>
                      <a:pt x="211373" y="9656"/>
                      <a:pt x="195067" y="12465"/>
                    </a:cubicBezTo>
                    <a:cubicBezTo>
                      <a:pt x="178321" y="50349"/>
                      <a:pt x="150146" y="81860"/>
                      <a:pt x="127423" y="116546"/>
                    </a:cubicBezTo>
                    <a:cubicBezTo>
                      <a:pt x="74630" y="196904"/>
                      <a:pt x="51255" y="293580"/>
                      <a:pt x="0" y="374905"/>
                    </a:cubicBezTo>
                    <a:cubicBezTo>
                      <a:pt x="120071" y="293933"/>
                      <a:pt x="205061" y="170533"/>
                      <a:pt x="237906" y="2948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30"/>
              <p:cNvSpPr/>
              <p:nvPr/>
            </p:nvSpPr>
            <p:spPr>
              <a:xfrm rot="1468259" flipH="1">
                <a:off x="660363" y="4805172"/>
                <a:ext cx="112890" cy="585671"/>
              </a:xfrm>
              <a:custGeom>
                <a:avLst/>
                <a:gdLst/>
                <a:ahLst/>
                <a:cxnLst/>
                <a:rect l="l" t="t" r="r" b="b"/>
                <a:pathLst>
                  <a:path w="85803" h="445145" extrusionOk="0">
                    <a:moveTo>
                      <a:pt x="19471" y="10260"/>
                    </a:moveTo>
                    <a:cubicBezTo>
                      <a:pt x="17858" y="19685"/>
                      <a:pt x="15916" y="29014"/>
                      <a:pt x="13820" y="38326"/>
                    </a:cubicBezTo>
                    <a:lnTo>
                      <a:pt x="18540" y="39350"/>
                    </a:lnTo>
                    <a:cubicBezTo>
                      <a:pt x="-12856" y="174146"/>
                      <a:pt x="-4238" y="315175"/>
                      <a:pt x="43338" y="445145"/>
                    </a:cubicBezTo>
                    <a:cubicBezTo>
                      <a:pt x="78801" y="378560"/>
                      <a:pt x="89179" y="300943"/>
                      <a:pt x="84895" y="225587"/>
                    </a:cubicBezTo>
                    <a:cubicBezTo>
                      <a:pt x="80572" y="150320"/>
                      <a:pt x="62279" y="76614"/>
                      <a:pt x="43035" y="3706"/>
                    </a:cubicBezTo>
                    <a:lnTo>
                      <a:pt x="41352" y="0"/>
                    </a:lnTo>
                    <a:cubicBezTo>
                      <a:pt x="33980" y="3278"/>
                      <a:pt x="26553" y="6209"/>
                      <a:pt x="18939" y="884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30"/>
              <p:cNvSpPr/>
              <p:nvPr/>
            </p:nvSpPr>
            <p:spPr>
              <a:xfrm rot="1468259" flipH="1">
                <a:off x="405000" y="4675088"/>
                <a:ext cx="361159" cy="560725"/>
              </a:xfrm>
              <a:custGeom>
                <a:avLst/>
                <a:gdLst/>
                <a:ahLst/>
                <a:cxnLst/>
                <a:rect l="l" t="t" r="r" b="b"/>
                <a:pathLst>
                  <a:path w="274502" h="426184" extrusionOk="0">
                    <a:moveTo>
                      <a:pt x="1683" y="51540"/>
                    </a:moveTo>
                    <a:cubicBezTo>
                      <a:pt x="44746" y="205100"/>
                      <a:pt x="141573" y="338066"/>
                      <a:pt x="274502" y="426185"/>
                    </a:cubicBezTo>
                    <a:cubicBezTo>
                      <a:pt x="260877" y="269431"/>
                      <a:pt x="174932" y="128392"/>
                      <a:pt x="79381" y="3303"/>
                    </a:cubicBezTo>
                    <a:lnTo>
                      <a:pt x="76820" y="0"/>
                    </a:lnTo>
                    <a:cubicBezTo>
                      <a:pt x="53648" y="19557"/>
                      <a:pt x="27774" y="35668"/>
                      <a:pt x="0" y="478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30"/>
              <p:cNvSpPr/>
              <p:nvPr/>
            </p:nvSpPr>
            <p:spPr>
              <a:xfrm rot="1468259" flipH="1">
                <a:off x="232967" y="4560386"/>
                <a:ext cx="519740" cy="327203"/>
              </a:xfrm>
              <a:custGeom>
                <a:avLst/>
                <a:gdLst/>
                <a:ahLst/>
                <a:cxnLst/>
                <a:rect l="l" t="t" r="r" b="b"/>
                <a:pathLst>
                  <a:path w="395033" h="248694" extrusionOk="0">
                    <a:moveTo>
                      <a:pt x="41526" y="0"/>
                    </a:moveTo>
                    <a:cubicBezTo>
                      <a:pt x="29089" y="15376"/>
                      <a:pt x="15181" y="29501"/>
                      <a:pt x="0" y="42175"/>
                    </a:cubicBezTo>
                    <a:lnTo>
                      <a:pt x="2562" y="45479"/>
                    </a:lnTo>
                    <a:cubicBezTo>
                      <a:pt x="88836" y="135821"/>
                      <a:pt x="193438" y="224660"/>
                      <a:pt x="318296" y="228503"/>
                    </a:cubicBezTo>
                    <a:cubicBezTo>
                      <a:pt x="345638" y="229281"/>
                      <a:pt x="377467" y="227714"/>
                      <a:pt x="395034" y="248694"/>
                    </a:cubicBezTo>
                    <a:cubicBezTo>
                      <a:pt x="320591" y="123044"/>
                      <a:pt x="177324" y="58327"/>
                      <a:pt x="42895" y="11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954;p30"/>
              <p:cNvSpPr/>
              <p:nvPr/>
            </p:nvSpPr>
            <p:spPr>
              <a:xfrm rot="1468259" flipH="1">
                <a:off x="264174" y="4474893"/>
                <a:ext cx="513007" cy="128566"/>
              </a:xfrm>
              <a:custGeom>
                <a:avLst/>
                <a:gdLst/>
                <a:ahLst/>
                <a:cxnLst/>
                <a:rect l="l" t="t" r="r" b="b"/>
                <a:pathLst>
                  <a:path w="389916" h="97718" extrusionOk="0">
                    <a:moveTo>
                      <a:pt x="27493" y="21144"/>
                    </a:moveTo>
                    <a:cubicBezTo>
                      <a:pt x="19469" y="35227"/>
                      <a:pt x="10272" y="48608"/>
                      <a:pt x="0" y="61146"/>
                    </a:cubicBezTo>
                    <a:lnTo>
                      <a:pt x="1369" y="62250"/>
                    </a:lnTo>
                    <a:cubicBezTo>
                      <a:pt x="126925" y="114935"/>
                      <a:pt x="269469" y="108668"/>
                      <a:pt x="389917" y="45168"/>
                    </a:cubicBezTo>
                    <a:cubicBezTo>
                      <a:pt x="278462" y="-2856"/>
                      <a:pt x="154309" y="-12907"/>
                      <a:pt x="36580" y="16561"/>
                    </a:cubicBezTo>
                    <a:lnTo>
                      <a:pt x="36177" y="15095"/>
                    </a:lnTo>
                    <a:cubicBezTo>
                      <a:pt x="33028" y="15908"/>
                      <a:pt x="29853" y="16657"/>
                      <a:pt x="26631" y="1727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30"/>
              <p:cNvSpPr/>
              <p:nvPr/>
            </p:nvSpPr>
            <p:spPr>
              <a:xfrm rot="1468259" flipH="1">
                <a:off x="501683" y="4246750"/>
                <a:ext cx="346012" cy="306100"/>
              </a:xfrm>
              <a:custGeom>
                <a:avLst/>
                <a:gdLst/>
                <a:ahLst/>
                <a:cxnLst/>
                <a:rect l="l" t="t" r="r" b="b"/>
                <a:pathLst>
                  <a:path w="262990" h="232654" extrusionOk="0">
                    <a:moveTo>
                      <a:pt x="23255" y="230334"/>
                    </a:moveTo>
                    <a:cubicBezTo>
                      <a:pt x="24077" y="230173"/>
                      <a:pt x="24963" y="229988"/>
                      <a:pt x="25760" y="229763"/>
                    </a:cubicBezTo>
                    <a:cubicBezTo>
                      <a:pt x="28983" y="229143"/>
                      <a:pt x="32157" y="228394"/>
                      <a:pt x="35307" y="227581"/>
                    </a:cubicBezTo>
                    <a:cubicBezTo>
                      <a:pt x="146876" y="198657"/>
                      <a:pt x="234017" y="111556"/>
                      <a:pt x="262990" y="0"/>
                    </a:cubicBezTo>
                    <a:cubicBezTo>
                      <a:pt x="210398" y="23243"/>
                      <a:pt x="157774" y="47379"/>
                      <a:pt x="110908" y="80603"/>
                    </a:cubicBezTo>
                    <a:cubicBezTo>
                      <a:pt x="64001" y="113916"/>
                      <a:pt x="22797" y="157147"/>
                      <a:pt x="355" y="210031"/>
                    </a:cubicBezTo>
                    <a:lnTo>
                      <a:pt x="0" y="210458"/>
                    </a:lnTo>
                    <a:cubicBezTo>
                      <a:pt x="7632" y="216929"/>
                      <a:pt x="14361" y="224395"/>
                      <a:pt x="20009" y="23265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30"/>
              <p:cNvSpPr/>
              <p:nvPr/>
            </p:nvSpPr>
            <p:spPr>
              <a:xfrm rot="1468259" flipH="1">
                <a:off x="678240" y="4646804"/>
                <a:ext cx="299916" cy="208681"/>
              </a:xfrm>
              <a:custGeom>
                <a:avLst/>
                <a:gdLst/>
                <a:ahLst/>
                <a:cxnLst/>
                <a:rect l="l" t="t" r="r" b="b"/>
                <a:pathLst>
                  <a:path w="227954" h="158610" extrusionOk="0">
                    <a:moveTo>
                      <a:pt x="224454" y="883"/>
                    </a:moveTo>
                    <a:cubicBezTo>
                      <a:pt x="198896" y="40088"/>
                      <a:pt x="165836" y="73850"/>
                      <a:pt x="127178" y="100228"/>
                    </a:cubicBezTo>
                    <a:cubicBezTo>
                      <a:pt x="108089" y="113108"/>
                      <a:pt x="87625" y="123826"/>
                      <a:pt x="66166" y="132182"/>
                    </a:cubicBezTo>
                    <a:cubicBezTo>
                      <a:pt x="55693" y="136237"/>
                      <a:pt x="45004" y="139711"/>
                      <a:pt x="34148" y="142590"/>
                    </a:cubicBezTo>
                    <a:cubicBezTo>
                      <a:pt x="24209" y="145221"/>
                      <a:pt x="10653" y="145351"/>
                      <a:pt x="1930" y="150613"/>
                    </a:cubicBezTo>
                    <a:cubicBezTo>
                      <a:pt x="15" y="151802"/>
                      <a:pt x="-574" y="154317"/>
                      <a:pt x="614" y="156232"/>
                    </a:cubicBezTo>
                    <a:cubicBezTo>
                      <a:pt x="1136" y="157074"/>
                      <a:pt x="1946" y="157697"/>
                      <a:pt x="2894" y="157985"/>
                    </a:cubicBezTo>
                    <a:cubicBezTo>
                      <a:pt x="13163" y="160418"/>
                      <a:pt x="26869" y="155153"/>
                      <a:pt x="36880" y="152499"/>
                    </a:cubicBezTo>
                    <a:cubicBezTo>
                      <a:pt x="48207" y="149492"/>
                      <a:pt x="59353" y="145837"/>
                      <a:pt x="70262" y="141555"/>
                    </a:cubicBezTo>
                    <a:cubicBezTo>
                      <a:pt x="92538" y="132849"/>
                      <a:pt x="113772" y="121682"/>
                      <a:pt x="133569" y="108261"/>
                    </a:cubicBezTo>
                    <a:cubicBezTo>
                      <a:pt x="153408" y="94909"/>
                      <a:pt x="171629" y="79297"/>
                      <a:pt x="187865" y="61740"/>
                    </a:cubicBezTo>
                    <a:cubicBezTo>
                      <a:pt x="203818" y="44033"/>
                      <a:pt x="217233" y="24195"/>
                      <a:pt x="227727" y="2796"/>
                    </a:cubicBezTo>
                    <a:cubicBezTo>
                      <a:pt x="228224" y="1874"/>
                      <a:pt x="227879" y="724"/>
                      <a:pt x="226957" y="227"/>
                    </a:cubicBezTo>
                    <a:cubicBezTo>
                      <a:pt x="226080" y="-245"/>
                      <a:pt x="224987" y="41"/>
                      <a:pt x="224454" y="8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30"/>
              <p:cNvSpPr/>
              <p:nvPr/>
            </p:nvSpPr>
            <p:spPr>
              <a:xfrm rot="1468259" flipH="1">
                <a:off x="699292" y="4581873"/>
                <a:ext cx="332800" cy="280048"/>
              </a:xfrm>
              <a:custGeom>
                <a:avLst/>
                <a:gdLst/>
                <a:ahLst/>
                <a:cxnLst/>
                <a:rect l="l" t="t" r="r" b="b"/>
                <a:pathLst>
                  <a:path w="252948" h="212853" extrusionOk="0">
                    <a:moveTo>
                      <a:pt x="252498" y="59115"/>
                    </a:moveTo>
                    <a:lnTo>
                      <a:pt x="252498" y="59116"/>
                    </a:lnTo>
                    <a:cubicBezTo>
                      <a:pt x="226775" y="13537"/>
                      <a:pt x="167062" y="-3470"/>
                      <a:pt x="117771" y="577"/>
                    </a:cubicBezTo>
                    <a:cubicBezTo>
                      <a:pt x="88668" y="2966"/>
                      <a:pt x="58462" y="11796"/>
                      <a:pt x="36402" y="31700"/>
                    </a:cubicBezTo>
                    <a:cubicBezTo>
                      <a:pt x="15888" y="51258"/>
                      <a:pt x="3145" y="77580"/>
                      <a:pt x="527" y="105802"/>
                    </a:cubicBezTo>
                    <a:cubicBezTo>
                      <a:pt x="-2361" y="142703"/>
                      <a:pt x="6670" y="179556"/>
                      <a:pt x="26292" y="210940"/>
                    </a:cubicBezTo>
                    <a:cubicBezTo>
                      <a:pt x="29071" y="214639"/>
                      <a:pt x="36509" y="212704"/>
                      <a:pt x="34548" y="207460"/>
                    </a:cubicBezTo>
                    <a:cubicBezTo>
                      <a:pt x="29489" y="193937"/>
                      <a:pt x="22177" y="181514"/>
                      <a:pt x="17754" y="167653"/>
                    </a:cubicBezTo>
                    <a:cubicBezTo>
                      <a:pt x="12860" y="152769"/>
                      <a:pt x="10238" y="137233"/>
                      <a:pt x="9976" y="121568"/>
                    </a:cubicBezTo>
                    <a:cubicBezTo>
                      <a:pt x="9283" y="94157"/>
                      <a:pt x="18637" y="67439"/>
                      <a:pt x="36277" y="46446"/>
                    </a:cubicBezTo>
                    <a:cubicBezTo>
                      <a:pt x="70618" y="7715"/>
                      <a:pt x="134905" y="2789"/>
                      <a:pt x="181700" y="17858"/>
                    </a:cubicBezTo>
                    <a:cubicBezTo>
                      <a:pt x="207384" y="26404"/>
                      <a:pt x="230004" y="42284"/>
                      <a:pt x="246766" y="63539"/>
                    </a:cubicBezTo>
                    <a:cubicBezTo>
                      <a:pt x="249450" y="66820"/>
                      <a:pt x="254477" y="62622"/>
                      <a:pt x="252498" y="591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58" name="Google Shape;1958;p30"/>
              <p:cNvGrpSpPr/>
              <p:nvPr/>
            </p:nvGrpSpPr>
            <p:grpSpPr>
              <a:xfrm rot="1469363" flipH="1">
                <a:off x="149567" y="4310959"/>
                <a:ext cx="1195673" cy="1076401"/>
                <a:chOff x="4515330" y="1740098"/>
                <a:chExt cx="909257" cy="818556"/>
              </a:xfrm>
            </p:grpSpPr>
            <p:sp>
              <p:nvSpPr>
                <p:cNvPr id="1959" name="Google Shape;1959;p30"/>
                <p:cNvSpPr/>
                <p:nvPr/>
              </p:nvSpPr>
              <p:spPr>
                <a:xfrm>
                  <a:off x="5053676" y="1978781"/>
                  <a:ext cx="7757" cy="7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7" h="7757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0" name="Google Shape;1960;p30"/>
                <p:cNvSpPr/>
                <p:nvPr/>
              </p:nvSpPr>
              <p:spPr>
                <a:xfrm>
                  <a:off x="4515330" y="1740098"/>
                  <a:ext cx="909257" cy="818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257" h="818556" extrusionOk="0">
                      <a:moveTo>
                        <a:pt x="908525" y="259811"/>
                      </a:moveTo>
                      <a:cubicBezTo>
                        <a:pt x="908088" y="259079"/>
                        <a:pt x="907476" y="258467"/>
                        <a:pt x="906745" y="258030"/>
                      </a:cubicBezTo>
                      <a:cubicBezTo>
                        <a:pt x="812631" y="217119"/>
                        <a:pt x="708982" y="203228"/>
                        <a:pt x="607416" y="217911"/>
                      </a:cubicBezTo>
                      <a:cubicBezTo>
                        <a:pt x="669222" y="188103"/>
                        <a:pt x="720355" y="139994"/>
                        <a:pt x="753871" y="80118"/>
                      </a:cubicBezTo>
                      <a:cubicBezTo>
                        <a:pt x="766666" y="56808"/>
                        <a:pt x="776379" y="31936"/>
                        <a:pt x="782768" y="6125"/>
                      </a:cubicBezTo>
                      <a:cubicBezTo>
                        <a:pt x="783412" y="3463"/>
                        <a:pt x="781776" y="783"/>
                        <a:pt x="779114" y="139"/>
                      </a:cubicBezTo>
                      <a:cubicBezTo>
                        <a:pt x="777920" y="-150"/>
                        <a:pt x="776662" y="15"/>
                        <a:pt x="775582" y="601"/>
                      </a:cubicBezTo>
                      <a:cubicBezTo>
                        <a:pt x="672269" y="46491"/>
                        <a:pt x="558545" y="102446"/>
                        <a:pt x="511492" y="212565"/>
                      </a:cubicBezTo>
                      <a:cubicBezTo>
                        <a:pt x="509230" y="217859"/>
                        <a:pt x="516982" y="222507"/>
                        <a:pt x="519328" y="217146"/>
                      </a:cubicBezTo>
                      <a:cubicBezTo>
                        <a:pt x="565330" y="112011"/>
                        <a:pt x="670540" y="57855"/>
                        <a:pt x="770374" y="13550"/>
                      </a:cubicBezTo>
                      <a:cubicBezTo>
                        <a:pt x="755129" y="65639"/>
                        <a:pt x="726430" y="112791"/>
                        <a:pt x="687164" y="150259"/>
                      </a:cubicBezTo>
                      <a:cubicBezTo>
                        <a:pt x="666564" y="170040"/>
                        <a:pt x="643414" y="186982"/>
                        <a:pt x="618329" y="200637"/>
                      </a:cubicBezTo>
                      <a:cubicBezTo>
                        <a:pt x="592439" y="213613"/>
                        <a:pt x="565328" y="223995"/>
                        <a:pt x="537392" y="231631"/>
                      </a:cubicBezTo>
                      <a:cubicBezTo>
                        <a:pt x="533728" y="232777"/>
                        <a:pt x="534141" y="239130"/>
                        <a:pt x="538346" y="238681"/>
                      </a:cubicBezTo>
                      <a:cubicBezTo>
                        <a:pt x="541917" y="238301"/>
                        <a:pt x="545483" y="237610"/>
                        <a:pt x="549051" y="236999"/>
                      </a:cubicBezTo>
                      <a:cubicBezTo>
                        <a:pt x="549869" y="237482"/>
                        <a:pt x="550841" y="237629"/>
                        <a:pt x="551765" y="237411"/>
                      </a:cubicBezTo>
                      <a:lnTo>
                        <a:pt x="551766" y="237410"/>
                      </a:lnTo>
                      <a:cubicBezTo>
                        <a:pt x="665494" y="212711"/>
                        <a:pt x="783545" y="218926"/>
                        <a:pt x="891647" y="262863"/>
                      </a:cubicBezTo>
                      <a:cubicBezTo>
                        <a:pt x="774247" y="320612"/>
                        <a:pt x="637721" y="325252"/>
                        <a:pt x="516672" y="275606"/>
                      </a:cubicBezTo>
                      <a:cubicBezTo>
                        <a:pt x="512194" y="273750"/>
                        <a:pt x="510096" y="280342"/>
                        <a:pt x="513627" y="282892"/>
                      </a:cubicBezTo>
                      <a:lnTo>
                        <a:pt x="513529" y="283061"/>
                      </a:lnTo>
                      <a:cubicBezTo>
                        <a:pt x="513818" y="283184"/>
                        <a:pt x="514114" y="283282"/>
                        <a:pt x="514403" y="283405"/>
                      </a:cubicBezTo>
                      <a:lnTo>
                        <a:pt x="514503" y="283471"/>
                      </a:lnTo>
                      <a:cubicBezTo>
                        <a:pt x="567472" y="304931"/>
                        <a:pt x="619152" y="329442"/>
                        <a:pt x="669285" y="356880"/>
                      </a:cubicBezTo>
                      <a:cubicBezTo>
                        <a:pt x="718886" y="383108"/>
                        <a:pt x="764552" y="416182"/>
                        <a:pt x="804939" y="455131"/>
                      </a:cubicBezTo>
                      <a:cubicBezTo>
                        <a:pt x="821648" y="471748"/>
                        <a:pt x="836792" y="489867"/>
                        <a:pt x="850181" y="509258"/>
                      </a:cubicBezTo>
                      <a:cubicBezTo>
                        <a:pt x="834693" y="504111"/>
                        <a:pt x="818424" y="501713"/>
                        <a:pt x="802109" y="502173"/>
                      </a:cubicBezTo>
                      <a:cubicBezTo>
                        <a:pt x="771725" y="501828"/>
                        <a:pt x="741552" y="497069"/>
                        <a:pt x="712536" y="488045"/>
                      </a:cubicBezTo>
                      <a:cubicBezTo>
                        <a:pt x="653340" y="469046"/>
                        <a:pt x="600818" y="433201"/>
                        <a:pt x="554069" y="392940"/>
                      </a:cubicBezTo>
                      <a:cubicBezTo>
                        <a:pt x="527649" y="370187"/>
                        <a:pt x="502765" y="345712"/>
                        <a:pt x="478634" y="320563"/>
                      </a:cubicBezTo>
                      <a:cubicBezTo>
                        <a:pt x="475002" y="316776"/>
                        <a:pt x="467827" y="321954"/>
                        <a:pt x="471169" y="326323"/>
                      </a:cubicBezTo>
                      <a:cubicBezTo>
                        <a:pt x="544684" y="422419"/>
                        <a:pt x="612300" y="527271"/>
                        <a:pt x="646022" y="644542"/>
                      </a:cubicBezTo>
                      <a:cubicBezTo>
                        <a:pt x="654673" y="674589"/>
                        <a:pt x="660738" y="705320"/>
                        <a:pt x="664150" y="736400"/>
                      </a:cubicBezTo>
                      <a:cubicBezTo>
                        <a:pt x="566371" y="669138"/>
                        <a:pt x="488420" y="576883"/>
                        <a:pt x="438421" y="469249"/>
                      </a:cubicBezTo>
                      <a:cubicBezTo>
                        <a:pt x="423720" y="437488"/>
                        <a:pt x="411618" y="404589"/>
                        <a:pt x="402235" y="370872"/>
                      </a:cubicBezTo>
                      <a:cubicBezTo>
                        <a:pt x="401431" y="368303"/>
                        <a:pt x="398697" y="366872"/>
                        <a:pt x="396127" y="367676"/>
                      </a:cubicBezTo>
                      <a:cubicBezTo>
                        <a:pt x="393682" y="368442"/>
                        <a:pt x="392246" y="370970"/>
                        <a:pt x="392842" y="373462"/>
                      </a:cubicBezTo>
                      <a:cubicBezTo>
                        <a:pt x="429271" y="511154"/>
                        <a:pt x="463411" y="665950"/>
                        <a:pt x="398728" y="800379"/>
                      </a:cubicBezTo>
                      <a:cubicBezTo>
                        <a:pt x="353593" y="669872"/>
                        <a:pt x="347596" y="529017"/>
                        <a:pt x="381476" y="395147"/>
                      </a:cubicBezTo>
                      <a:cubicBezTo>
                        <a:pt x="382068" y="399241"/>
                        <a:pt x="382896" y="403298"/>
                        <a:pt x="383954" y="407298"/>
                      </a:cubicBezTo>
                      <a:cubicBezTo>
                        <a:pt x="385835" y="418634"/>
                        <a:pt x="387471" y="430005"/>
                        <a:pt x="388942" y="441400"/>
                      </a:cubicBezTo>
                      <a:cubicBezTo>
                        <a:pt x="391564" y="461732"/>
                        <a:pt x="393517" y="482132"/>
                        <a:pt x="394800" y="502598"/>
                      </a:cubicBezTo>
                      <a:cubicBezTo>
                        <a:pt x="397356" y="543493"/>
                        <a:pt x="397378" y="584507"/>
                        <a:pt x="394865" y="625405"/>
                      </a:cubicBezTo>
                      <a:cubicBezTo>
                        <a:pt x="394756" y="627158"/>
                        <a:pt x="397401" y="627109"/>
                        <a:pt x="397567" y="625405"/>
                      </a:cubicBezTo>
                      <a:cubicBezTo>
                        <a:pt x="401790" y="583368"/>
                        <a:pt x="402829" y="541073"/>
                        <a:pt x="400675" y="498880"/>
                      </a:cubicBezTo>
                      <a:cubicBezTo>
                        <a:pt x="399577" y="478440"/>
                        <a:pt x="397829" y="458016"/>
                        <a:pt x="395275" y="437705"/>
                      </a:cubicBezTo>
                      <a:cubicBezTo>
                        <a:pt x="394076" y="428164"/>
                        <a:pt x="392714" y="418643"/>
                        <a:pt x="391188" y="409144"/>
                      </a:cubicBezTo>
                      <a:cubicBezTo>
                        <a:pt x="390563" y="398993"/>
                        <a:pt x="388391" y="388997"/>
                        <a:pt x="384748" y="379501"/>
                      </a:cubicBezTo>
                      <a:cubicBezTo>
                        <a:pt x="384592" y="379199"/>
                        <a:pt x="384343" y="379114"/>
                        <a:pt x="384133" y="378930"/>
                      </a:cubicBezTo>
                      <a:cubicBezTo>
                        <a:pt x="382843" y="376522"/>
                        <a:pt x="379845" y="375615"/>
                        <a:pt x="377436" y="376905"/>
                      </a:cubicBezTo>
                      <a:cubicBezTo>
                        <a:pt x="376789" y="377252"/>
                        <a:pt x="376228" y="377738"/>
                        <a:pt x="375792" y="378329"/>
                      </a:cubicBezTo>
                      <a:cubicBezTo>
                        <a:pt x="375197" y="376449"/>
                        <a:pt x="372416" y="375781"/>
                        <a:pt x="371901" y="378147"/>
                      </a:cubicBezTo>
                      <a:cubicBezTo>
                        <a:pt x="346557" y="494436"/>
                        <a:pt x="292066" y="601702"/>
                        <a:pt x="206240" y="685104"/>
                      </a:cubicBezTo>
                      <a:cubicBezTo>
                        <a:pt x="187068" y="703684"/>
                        <a:pt x="166579" y="720854"/>
                        <a:pt x="144933" y="736482"/>
                      </a:cubicBezTo>
                      <a:cubicBezTo>
                        <a:pt x="175777" y="682181"/>
                        <a:pt x="196745" y="623030"/>
                        <a:pt x="223260" y="566559"/>
                      </a:cubicBezTo>
                      <a:cubicBezTo>
                        <a:pt x="237774" y="535172"/>
                        <a:pt x="255119" y="505173"/>
                        <a:pt x="275079" y="476935"/>
                      </a:cubicBezTo>
                      <a:cubicBezTo>
                        <a:pt x="295052" y="448990"/>
                        <a:pt x="316566" y="421834"/>
                        <a:pt x="330338" y="390105"/>
                      </a:cubicBezTo>
                      <a:cubicBezTo>
                        <a:pt x="332212" y="385789"/>
                        <a:pt x="326774" y="380144"/>
                        <a:pt x="323125" y="384538"/>
                      </a:cubicBezTo>
                      <a:cubicBezTo>
                        <a:pt x="245564" y="476763"/>
                        <a:pt x="135621" y="535773"/>
                        <a:pt x="15895" y="549440"/>
                      </a:cubicBezTo>
                      <a:cubicBezTo>
                        <a:pt x="93602" y="465802"/>
                        <a:pt x="194118" y="406772"/>
                        <a:pt x="305015" y="379649"/>
                      </a:cubicBezTo>
                      <a:cubicBezTo>
                        <a:pt x="310813" y="378239"/>
                        <a:pt x="308358" y="369290"/>
                        <a:pt x="302550" y="370705"/>
                      </a:cubicBezTo>
                      <a:cubicBezTo>
                        <a:pt x="186050" y="399287"/>
                        <a:pt x="80958" y="462531"/>
                        <a:pt x="1151" y="552086"/>
                      </a:cubicBezTo>
                      <a:cubicBezTo>
                        <a:pt x="-1210" y="554744"/>
                        <a:pt x="163" y="560156"/>
                        <a:pt x="4343" y="559793"/>
                      </a:cubicBezTo>
                      <a:cubicBezTo>
                        <a:pt x="118232" y="549441"/>
                        <a:pt x="224773" y="499080"/>
                        <a:pt x="305063" y="417647"/>
                      </a:cubicBezTo>
                      <a:cubicBezTo>
                        <a:pt x="293380" y="436448"/>
                        <a:pt x="279992" y="454190"/>
                        <a:pt x="267081" y="472260"/>
                      </a:cubicBezTo>
                      <a:cubicBezTo>
                        <a:pt x="247123" y="500500"/>
                        <a:pt x="229782" y="530501"/>
                        <a:pt x="215272" y="561890"/>
                      </a:cubicBezTo>
                      <a:cubicBezTo>
                        <a:pt x="185813" y="624655"/>
                        <a:pt x="163334" y="690826"/>
                        <a:pt x="126482" y="749918"/>
                      </a:cubicBezTo>
                      <a:cubicBezTo>
                        <a:pt x="124144" y="753669"/>
                        <a:pt x="128890" y="758681"/>
                        <a:pt x="132691" y="756126"/>
                      </a:cubicBezTo>
                      <a:cubicBezTo>
                        <a:pt x="232478" y="688887"/>
                        <a:pt x="308650" y="592033"/>
                        <a:pt x="350476" y="479210"/>
                      </a:cubicBezTo>
                      <a:cubicBezTo>
                        <a:pt x="353498" y="471129"/>
                        <a:pt x="356299" y="462976"/>
                        <a:pt x="358879" y="454750"/>
                      </a:cubicBezTo>
                      <a:cubicBezTo>
                        <a:pt x="339365" y="575743"/>
                        <a:pt x="351089" y="699715"/>
                        <a:pt x="392940" y="814904"/>
                      </a:cubicBezTo>
                      <a:cubicBezTo>
                        <a:pt x="393783" y="817637"/>
                        <a:pt x="396681" y="819168"/>
                        <a:pt x="399414" y="818325"/>
                      </a:cubicBezTo>
                      <a:cubicBezTo>
                        <a:pt x="400601" y="817959"/>
                        <a:pt x="401617" y="817177"/>
                        <a:pt x="402276" y="816124"/>
                      </a:cubicBezTo>
                      <a:cubicBezTo>
                        <a:pt x="457540" y="710944"/>
                        <a:pt x="451378" y="588427"/>
                        <a:pt x="427720" y="475457"/>
                      </a:cubicBezTo>
                      <a:cubicBezTo>
                        <a:pt x="426843" y="471270"/>
                        <a:pt x="425875" y="467103"/>
                        <a:pt x="424954" y="462925"/>
                      </a:cubicBezTo>
                      <a:cubicBezTo>
                        <a:pt x="462407" y="547921"/>
                        <a:pt x="517083" y="624224"/>
                        <a:pt x="585527" y="687013"/>
                      </a:cubicBezTo>
                      <a:cubicBezTo>
                        <a:pt x="611242" y="710518"/>
                        <a:pt x="638768" y="731962"/>
                        <a:pt x="667851" y="751143"/>
                      </a:cubicBezTo>
                      <a:cubicBezTo>
                        <a:pt x="670277" y="752530"/>
                        <a:pt x="673367" y="751686"/>
                        <a:pt x="674753" y="749261"/>
                      </a:cubicBezTo>
                      <a:cubicBezTo>
                        <a:pt x="675182" y="748511"/>
                        <a:pt x="675411" y="747664"/>
                        <a:pt x="675420" y="746800"/>
                      </a:cubicBezTo>
                      <a:cubicBezTo>
                        <a:pt x="664283" y="623531"/>
                        <a:pt x="609700" y="510251"/>
                        <a:pt x="541827" y="408485"/>
                      </a:cubicBezTo>
                      <a:cubicBezTo>
                        <a:pt x="533689" y="396283"/>
                        <a:pt x="525300" y="384256"/>
                        <a:pt x="516791" y="372314"/>
                      </a:cubicBezTo>
                      <a:cubicBezTo>
                        <a:pt x="588402" y="440514"/>
                        <a:pt x="672508" y="500849"/>
                        <a:pt x="772408" y="510706"/>
                      </a:cubicBezTo>
                      <a:cubicBezTo>
                        <a:pt x="802006" y="513626"/>
                        <a:pt x="842087" y="505915"/>
                        <a:pt x="864154" y="530687"/>
                      </a:cubicBezTo>
                      <a:cubicBezTo>
                        <a:pt x="867974" y="534974"/>
                        <a:pt x="874926" y="529451"/>
                        <a:pt x="872032" y="524609"/>
                      </a:cubicBezTo>
                      <a:cubicBezTo>
                        <a:pt x="812542" y="425071"/>
                        <a:pt x="710827" y="363366"/>
                        <a:pt x="608276" y="315548"/>
                      </a:cubicBezTo>
                      <a:cubicBezTo>
                        <a:pt x="603062" y="313117"/>
                        <a:pt x="597806" y="310791"/>
                        <a:pt x="592557" y="308450"/>
                      </a:cubicBezTo>
                      <a:cubicBezTo>
                        <a:pt x="698895" y="332450"/>
                        <a:pt x="810307" y="317711"/>
                        <a:pt x="906746" y="266884"/>
                      </a:cubicBezTo>
                      <a:cubicBezTo>
                        <a:pt x="909190" y="265422"/>
                        <a:pt x="909987" y="262255"/>
                        <a:pt x="908525" y="25981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1" name="Google Shape;1961;p30"/>
                <p:cNvSpPr/>
                <p:nvPr/>
              </p:nvSpPr>
              <p:spPr>
                <a:xfrm>
                  <a:off x="5039302" y="1854887"/>
                  <a:ext cx="139782" cy="106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82" h="106762" extrusionOk="0">
                      <a:moveTo>
                        <a:pt x="73167" y="55863"/>
                      </a:moveTo>
                      <a:cubicBezTo>
                        <a:pt x="95680" y="38368"/>
                        <a:pt x="117848" y="20499"/>
                        <a:pt x="139457" y="1896"/>
                      </a:cubicBezTo>
                      <a:cubicBezTo>
                        <a:pt x="140383" y="1100"/>
                        <a:pt x="139138" y="-553"/>
                        <a:pt x="138138" y="185"/>
                      </a:cubicBezTo>
                      <a:lnTo>
                        <a:pt x="138138" y="186"/>
                      </a:lnTo>
                      <a:cubicBezTo>
                        <a:pt x="115219" y="17108"/>
                        <a:pt x="92411" y="34183"/>
                        <a:pt x="69432" y="51022"/>
                      </a:cubicBezTo>
                      <a:cubicBezTo>
                        <a:pt x="58276" y="59197"/>
                        <a:pt x="47050" y="67273"/>
                        <a:pt x="35754" y="75250"/>
                      </a:cubicBezTo>
                      <a:cubicBezTo>
                        <a:pt x="24282" y="83355"/>
                        <a:pt x="11868" y="90923"/>
                        <a:pt x="1229" y="100104"/>
                      </a:cubicBezTo>
                      <a:cubicBezTo>
                        <a:pt x="-2183" y="103048"/>
                        <a:pt x="2200" y="108451"/>
                        <a:pt x="5970" y="106248"/>
                      </a:cubicBezTo>
                      <a:cubicBezTo>
                        <a:pt x="18010" y="98526"/>
                        <a:pt x="29570" y="90080"/>
                        <a:pt x="40587" y="80958"/>
                      </a:cubicBezTo>
                      <a:cubicBezTo>
                        <a:pt x="51484" y="72643"/>
                        <a:pt x="62344" y="64278"/>
                        <a:pt x="73167" y="5586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2" name="Google Shape;1962;p30"/>
                <p:cNvSpPr/>
                <p:nvPr/>
              </p:nvSpPr>
              <p:spPr>
                <a:xfrm>
                  <a:off x="5043965" y="1992069"/>
                  <a:ext cx="193633" cy="27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33" h="27398" extrusionOk="0">
                      <a:moveTo>
                        <a:pt x="2868" y="8147"/>
                      </a:moveTo>
                      <a:cubicBezTo>
                        <a:pt x="64414" y="27202"/>
                        <a:pt x="129454" y="32194"/>
                        <a:pt x="193187" y="22756"/>
                      </a:cubicBezTo>
                      <a:cubicBezTo>
                        <a:pt x="193879" y="22655"/>
                        <a:pt x="193723" y="21468"/>
                        <a:pt x="193021" y="21528"/>
                      </a:cubicBezTo>
                      <a:cubicBezTo>
                        <a:pt x="129574" y="26859"/>
                        <a:pt x="65698" y="19615"/>
                        <a:pt x="5055" y="213"/>
                      </a:cubicBezTo>
                      <a:cubicBezTo>
                        <a:pt x="4" y="-1397"/>
                        <a:pt x="-2185" y="6580"/>
                        <a:pt x="2868" y="814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3" name="Google Shape;1963;p30"/>
                <p:cNvSpPr/>
                <p:nvPr/>
              </p:nvSpPr>
              <p:spPr>
                <a:xfrm>
                  <a:off x="5014224" y="2032662"/>
                  <a:ext cx="227558" cy="154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558" h="154089" extrusionOk="0">
                      <a:moveTo>
                        <a:pt x="53411" y="43670"/>
                      </a:moveTo>
                      <a:cubicBezTo>
                        <a:pt x="72328" y="56719"/>
                        <a:pt x="91430" y="69491"/>
                        <a:pt x="110717" y="81986"/>
                      </a:cubicBezTo>
                      <a:cubicBezTo>
                        <a:pt x="148523" y="106585"/>
                        <a:pt x="186262" y="132803"/>
                        <a:pt x="226129" y="153973"/>
                      </a:cubicBezTo>
                      <a:cubicBezTo>
                        <a:pt x="226600" y="154227"/>
                        <a:pt x="227188" y="154052"/>
                        <a:pt x="227442" y="153582"/>
                      </a:cubicBezTo>
                      <a:cubicBezTo>
                        <a:pt x="227685" y="153133"/>
                        <a:pt x="227538" y="152573"/>
                        <a:pt x="227107" y="152301"/>
                      </a:cubicBezTo>
                      <a:cubicBezTo>
                        <a:pt x="190790" y="126203"/>
                        <a:pt x="152168" y="103168"/>
                        <a:pt x="115372" y="77710"/>
                      </a:cubicBezTo>
                      <a:cubicBezTo>
                        <a:pt x="97470" y="65323"/>
                        <a:pt x="79637" y="52835"/>
                        <a:pt x="61873" y="40244"/>
                      </a:cubicBezTo>
                      <a:cubicBezTo>
                        <a:pt x="43232" y="27045"/>
                        <a:pt x="25001" y="12387"/>
                        <a:pt x="5514" y="492"/>
                      </a:cubicBezTo>
                      <a:cubicBezTo>
                        <a:pt x="2092" y="-1595"/>
                        <a:pt x="-2041" y="3464"/>
                        <a:pt x="1140" y="6162"/>
                      </a:cubicBezTo>
                      <a:cubicBezTo>
                        <a:pt x="17361" y="19923"/>
                        <a:pt x="35910" y="31598"/>
                        <a:pt x="53411" y="436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4" name="Google Shape;1964;p30"/>
                <p:cNvSpPr/>
                <p:nvPr/>
              </p:nvSpPr>
              <p:spPr>
                <a:xfrm>
                  <a:off x="4958153" y="2079813"/>
                  <a:ext cx="134370" cy="265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370" h="265462" extrusionOk="0">
                      <a:moveTo>
                        <a:pt x="32826" y="70804"/>
                      </a:moveTo>
                      <a:cubicBezTo>
                        <a:pt x="43729" y="92508"/>
                        <a:pt x="54745" y="114155"/>
                        <a:pt x="65874" y="135745"/>
                      </a:cubicBezTo>
                      <a:cubicBezTo>
                        <a:pt x="88099" y="178908"/>
                        <a:pt x="109829" y="222361"/>
                        <a:pt x="132931" y="265064"/>
                      </a:cubicBezTo>
                      <a:cubicBezTo>
                        <a:pt x="133421" y="265969"/>
                        <a:pt x="134703" y="265174"/>
                        <a:pt x="134289" y="264271"/>
                      </a:cubicBezTo>
                      <a:lnTo>
                        <a:pt x="134289" y="264270"/>
                      </a:lnTo>
                      <a:cubicBezTo>
                        <a:pt x="114041" y="220030"/>
                        <a:pt x="92375" y="176431"/>
                        <a:pt x="71234" y="132611"/>
                      </a:cubicBezTo>
                      <a:cubicBezTo>
                        <a:pt x="60946" y="111288"/>
                        <a:pt x="50560" y="90011"/>
                        <a:pt x="40076" y="68783"/>
                      </a:cubicBezTo>
                      <a:cubicBezTo>
                        <a:pt x="29065" y="46527"/>
                        <a:pt x="18987" y="23394"/>
                        <a:pt x="6649" y="1847"/>
                      </a:cubicBezTo>
                      <a:cubicBezTo>
                        <a:pt x="4249" y="-2343"/>
                        <a:pt x="-1455" y="1337"/>
                        <a:pt x="346" y="5531"/>
                      </a:cubicBezTo>
                      <a:cubicBezTo>
                        <a:pt x="9888" y="27769"/>
                        <a:pt x="21962" y="49181"/>
                        <a:pt x="32826" y="7080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5" name="Google Shape;1965;p30"/>
                <p:cNvSpPr/>
                <p:nvPr/>
              </p:nvSpPr>
              <p:spPr>
                <a:xfrm>
                  <a:off x="4769499" y="2122186"/>
                  <a:ext cx="103617" cy="203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17" h="203740" extrusionOk="0">
                      <a:moveTo>
                        <a:pt x="226" y="201841"/>
                      </a:moveTo>
                      <a:cubicBezTo>
                        <a:pt x="-713" y="203273"/>
                        <a:pt x="1518" y="204506"/>
                        <a:pt x="2490" y="203164"/>
                      </a:cubicBezTo>
                      <a:cubicBezTo>
                        <a:pt x="24781" y="172615"/>
                        <a:pt x="44574" y="140319"/>
                        <a:pt x="61677" y="106590"/>
                      </a:cubicBezTo>
                      <a:cubicBezTo>
                        <a:pt x="69644" y="90739"/>
                        <a:pt x="77018" y="74616"/>
                        <a:pt x="83799" y="58221"/>
                      </a:cubicBezTo>
                      <a:cubicBezTo>
                        <a:pt x="91765" y="40752"/>
                        <a:pt x="98362" y="22691"/>
                        <a:pt x="103531" y="4201"/>
                      </a:cubicBezTo>
                      <a:cubicBezTo>
                        <a:pt x="104354" y="781"/>
                        <a:pt x="99067" y="-1862"/>
                        <a:pt x="97561" y="1683"/>
                      </a:cubicBezTo>
                      <a:cubicBezTo>
                        <a:pt x="90650" y="17955"/>
                        <a:pt x="85640" y="35090"/>
                        <a:pt x="79023" y="51517"/>
                      </a:cubicBezTo>
                      <a:cubicBezTo>
                        <a:pt x="71753" y="69568"/>
                        <a:pt x="63827" y="87345"/>
                        <a:pt x="55247" y="104847"/>
                      </a:cubicBezTo>
                      <a:cubicBezTo>
                        <a:pt x="38959" y="138300"/>
                        <a:pt x="20582" y="170696"/>
                        <a:pt x="226" y="2018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30"/>
                <p:cNvSpPr/>
                <p:nvPr/>
              </p:nvSpPr>
              <p:spPr>
                <a:xfrm>
                  <a:off x="4659175" y="2123534"/>
                  <a:ext cx="171138" cy="97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138" h="97158" extrusionOk="0">
                      <a:moveTo>
                        <a:pt x="1070" y="97087"/>
                      </a:moveTo>
                      <a:cubicBezTo>
                        <a:pt x="59039" y="70510"/>
                        <a:pt x="115281" y="40314"/>
                        <a:pt x="169461" y="6679"/>
                      </a:cubicBezTo>
                      <a:cubicBezTo>
                        <a:pt x="173349" y="4295"/>
                        <a:pt x="169775" y="-1863"/>
                        <a:pt x="165878" y="551"/>
                      </a:cubicBezTo>
                      <a:cubicBezTo>
                        <a:pt x="111698" y="34100"/>
                        <a:pt x="56205" y="65211"/>
                        <a:pt x="358" y="95868"/>
                      </a:cubicBezTo>
                      <a:cubicBezTo>
                        <a:pt x="-454" y="96314"/>
                        <a:pt x="259" y="97453"/>
                        <a:pt x="1070" y="9708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4B0CFE8-3C96-011A-6338-65B408FD1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033" y="-13098"/>
            <a:ext cx="3821906" cy="51565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0232BD-A079-63F2-84F1-45118E13E3FC}"/>
              </a:ext>
            </a:extLst>
          </p:cNvPr>
          <p:cNvSpPr txBox="1"/>
          <p:nvPr/>
        </p:nvSpPr>
        <p:spPr>
          <a:xfrm>
            <a:off x="205964" y="983271"/>
            <a:ext cx="50506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Navigation Options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Home</a:t>
            </a:r>
            <a:r>
              <a:rPr lang="en-US" dirty="0"/>
              <a:t>: Links to the homepage of </a:t>
            </a:r>
            <a:r>
              <a:rPr lang="en-US" dirty="0" err="1"/>
              <a:t>RentRead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Dashboard</a:t>
            </a:r>
            <a:r>
              <a:rPr lang="en-US" dirty="0"/>
              <a:t>: User's main dashboard with a summary of their account and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Admin</a:t>
            </a:r>
            <a:r>
              <a:rPr lang="en-US" dirty="0"/>
              <a:t>: Admin access to manage the platform's content (likely visible to admins).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My Account</a:t>
            </a:r>
            <a:r>
              <a:rPr lang="en-US" dirty="0"/>
              <a:t>: The section you are currently in, where users can manage their profile.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Contact</a:t>
            </a:r>
            <a:r>
              <a:rPr lang="en-US" dirty="0"/>
              <a:t>: A contact page for customer support or inquiries.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Themes</a:t>
            </a:r>
            <a:r>
              <a:rPr lang="en-US" dirty="0"/>
              <a:t>: A button to change or adjust the visual theme of the platform.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15B43C-E2A2-9357-C94E-BDF689EE1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130" y="0"/>
            <a:ext cx="3521869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AB8FEE-6008-52BA-75B7-032EF4D25AD4}"/>
              </a:ext>
            </a:extLst>
          </p:cNvPr>
          <p:cNvSpPr txBox="1"/>
          <p:nvPr/>
        </p:nvSpPr>
        <p:spPr>
          <a:xfrm>
            <a:off x="734022" y="1183481"/>
            <a:ext cx="440947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Profile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section allows users to manage their personal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Details Displayed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Full Name</a:t>
            </a:r>
            <a:r>
              <a:rPr lang="en-US" dirty="0"/>
              <a:t>: The user's name is displayed.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Email Address</a:t>
            </a:r>
            <a:r>
              <a:rPr lang="en-US" dirty="0"/>
              <a:t>: The registered email address is shown.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Phone Number</a:t>
            </a:r>
            <a:r>
              <a:rPr lang="en-US" dirty="0"/>
              <a:t>: If provided, it will be listed here (currently not provided in this case).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Address</a:t>
            </a:r>
            <a:r>
              <a:rPr lang="en-US" dirty="0"/>
              <a:t>: The user's address can be added here, although it is not provided yet.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Member Since</a:t>
            </a:r>
            <a:r>
              <a:rPr lang="en-US" dirty="0"/>
              <a:t>: Displays the date the user joined the platform.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414A3-9532-3556-10FA-B0098486CEBB}"/>
              </a:ext>
            </a:extLst>
          </p:cNvPr>
          <p:cNvSpPr txBox="1"/>
          <p:nvPr/>
        </p:nvSpPr>
        <p:spPr>
          <a:xfrm>
            <a:off x="585920" y="450354"/>
            <a:ext cx="3728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Create user account page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8DA9DB-E350-EF3E-968B-E6266D337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388" y="0"/>
            <a:ext cx="3757611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84CFCC-D92D-3447-0F67-D07F3902ABC0}"/>
              </a:ext>
            </a:extLst>
          </p:cNvPr>
          <p:cNvSpPr txBox="1"/>
          <p:nvPr/>
        </p:nvSpPr>
        <p:spPr>
          <a:xfrm>
            <a:off x="162520" y="416480"/>
            <a:ext cx="5368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The </a:t>
            </a:r>
            <a:r>
              <a:rPr lang="en-US" sz="1800" b="1" i="1" dirty="0"/>
              <a:t>My Rentals</a:t>
            </a:r>
            <a:r>
              <a:rPr lang="en-US" sz="1800" i="1" dirty="0"/>
              <a:t> section in the </a:t>
            </a:r>
            <a:r>
              <a:rPr lang="en-US" sz="1800" i="1" dirty="0" err="1"/>
              <a:t>RentRead</a:t>
            </a:r>
            <a:r>
              <a:rPr lang="en-US" sz="1800" i="1" dirty="0"/>
              <a:t> platform allows users to track their rented books and view important rental details. Here's a breakdown of what is displayed: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BC24B-73CE-01BB-2D27-EFEF09F15C41}"/>
              </a:ext>
            </a:extLst>
          </p:cNvPr>
          <p:cNvSpPr txBox="1"/>
          <p:nvPr/>
        </p:nvSpPr>
        <p:spPr>
          <a:xfrm>
            <a:off x="219671" y="2033289"/>
            <a:ext cx="53685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Rental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Rentals</a:t>
            </a:r>
            <a:r>
              <a:rPr lang="en-US" dirty="0"/>
              <a:t>: Shows the total number of books the user has rented so far (e.g., 11).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Active Rentals</a:t>
            </a:r>
            <a:r>
              <a:rPr lang="en-US" dirty="0"/>
              <a:t>: Indicates how many books are currently active rentals (e.g., 1 active rental).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Spent</a:t>
            </a:r>
            <a:r>
              <a:rPr lang="en-US" dirty="0"/>
              <a:t>: Displays the total amount the user has spent on rentals (e.g., ৳64).</a:t>
            </a:r>
          </a:p>
        </p:txBody>
      </p:sp>
    </p:spTree>
    <p:extLst>
      <p:ext uri="{BB962C8B-B14F-4D97-AF65-F5344CB8AC3E}">
        <p14:creationId xmlns:p14="http://schemas.microsoft.com/office/powerpoint/2010/main" val="1140297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Uploaded image">
            <a:extLst>
              <a:ext uri="{FF2B5EF4-FFF2-40B4-BE49-F238E27FC236}">
                <a16:creationId xmlns:a16="http://schemas.microsoft.com/office/drawing/2014/main" id="{50622641-1F0A-51BA-09EC-234D053384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1E1307-D2CE-CEDC-C223-5D52F90CE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844" y="1073225"/>
            <a:ext cx="4036219" cy="2410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00EFC3-53C5-D3B4-6137-EA959A9E208B}"/>
              </a:ext>
            </a:extLst>
          </p:cNvPr>
          <p:cNvSpPr txBox="1"/>
          <p:nvPr/>
        </p:nvSpPr>
        <p:spPr>
          <a:xfrm>
            <a:off x="375047" y="1678140"/>
            <a:ext cx="4410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Rent Book modal, which allows users to rent a book for a specified period. </a:t>
            </a:r>
          </a:p>
          <a:p>
            <a:r>
              <a:rPr lang="en-US" sz="1800" b="1" dirty="0"/>
              <a:t>If I increase </a:t>
            </a:r>
            <a:r>
              <a:rPr lang="en-US" sz="1800" b="1" dirty="0" err="1"/>
              <a:t>days,TK</a:t>
            </a:r>
            <a:r>
              <a:rPr lang="en-US" sz="1800" b="1" dirty="0"/>
              <a:t> will be automatically increase.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147663-2387-A3B5-9FEA-EFD78E8B0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8" y="0"/>
            <a:ext cx="3643312" cy="5093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84202F-385F-966F-2F0E-A4C6DAFE7E24}"/>
              </a:ext>
            </a:extLst>
          </p:cNvPr>
          <p:cNvSpPr txBox="1"/>
          <p:nvPr/>
        </p:nvSpPr>
        <p:spPr>
          <a:xfrm>
            <a:off x="785812" y="1247598"/>
            <a:ext cx="50149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added some beautiful themes to the </a:t>
            </a:r>
            <a:r>
              <a:rPr lang="en-US" sz="1600" b="1" dirty="0" err="1"/>
              <a:t>RentRead</a:t>
            </a:r>
            <a:r>
              <a:rPr lang="en-US" sz="1600" b="1" dirty="0"/>
              <a:t> platform to enhance the user experience and make the website more visually appealing. The themes available in the dropdown menu allow users to choose their preferred design style. Here's a description in English of what you've done:</a:t>
            </a:r>
          </a:p>
        </p:txBody>
      </p:sp>
    </p:spTree>
    <p:extLst>
      <p:ext uri="{BB962C8B-B14F-4D97-AF65-F5344CB8AC3E}">
        <p14:creationId xmlns:p14="http://schemas.microsoft.com/office/powerpoint/2010/main" val="344157994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CA816-E1B9-3899-D4C6-DEE708DA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23556"/>
            <a:ext cx="7704000" cy="572700"/>
          </a:xfrm>
        </p:spPr>
        <p:txBody>
          <a:bodyPr/>
          <a:lstStyle/>
          <a:p>
            <a:r>
              <a:rPr lang="en-US" sz="3200" i="1" dirty="0"/>
              <a:t>Future Workplans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B1F5D-4996-89C8-1426-68CA27EFA7D1}"/>
              </a:ext>
            </a:extLst>
          </p:cNvPr>
          <p:cNvSpPr txBox="1"/>
          <p:nvPr/>
        </p:nvSpPr>
        <p:spPr>
          <a:xfrm>
            <a:off x="1553765" y="774838"/>
            <a:ext cx="515064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Admin Panel Creation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Dynamic admin panel</a:t>
            </a:r>
            <a:r>
              <a:rPr lang="en-US" dirty="0"/>
              <a:t> where administrators can easily </a:t>
            </a:r>
            <a:r>
              <a:rPr lang="en-US" b="1" dirty="0"/>
              <a:t>update, delete, and manage books</a:t>
            </a:r>
            <a:r>
              <a:rPr lang="en-US" dirty="0"/>
              <a:t> in the system. The admin panel will allow for seamless management of the entire platform's content.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Bkash</a:t>
            </a:r>
            <a:r>
              <a:rPr lang="en-US" b="1" dirty="0"/>
              <a:t> Payment Integration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You will ensure </a:t>
            </a:r>
            <a:r>
              <a:rPr lang="en-US" b="1" dirty="0"/>
              <a:t>bKash payment integration</a:t>
            </a:r>
            <a:r>
              <a:rPr lang="en-US" dirty="0"/>
              <a:t>, allowing users to make secure payments for renting books. This will provide a convenient and local payment method, ensuring a smooth transaction process for users.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PDF Book Upload and Storage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Books in PDF format will be uploaded and securely stored in a storage system. This will enable users to rent books in digital form and access them conveniently for reading.</a:t>
            </a:r>
          </a:p>
        </p:txBody>
      </p:sp>
    </p:spTree>
    <p:extLst>
      <p:ext uri="{BB962C8B-B14F-4D97-AF65-F5344CB8AC3E}">
        <p14:creationId xmlns:p14="http://schemas.microsoft.com/office/powerpoint/2010/main" val="1539823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51"/>
          <p:cNvSpPr txBox="1">
            <a:spLocks noGrp="1"/>
          </p:cNvSpPr>
          <p:nvPr>
            <p:ph type="title"/>
          </p:nvPr>
        </p:nvSpPr>
        <p:spPr>
          <a:xfrm>
            <a:off x="5040795" y="1717724"/>
            <a:ext cx="3187200" cy="905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2876" name="Google Shape;2876;p51"/>
          <p:cNvGrpSpPr/>
          <p:nvPr/>
        </p:nvGrpSpPr>
        <p:grpSpPr>
          <a:xfrm rot="-1782945" flipH="1">
            <a:off x="8037437" y="4828555"/>
            <a:ext cx="1683839" cy="532263"/>
            <a:chOff x="-214172" y="5156855"/>
            <a:chExt cx="1683830" cy="532260"/>
          </a:xfrm>
        </p:grpSpPr>
        <p:sp>
          <p:nvSpPr>
            <p:cNvPr id="2877" name="Google Shape;2877;p51"/>
            <p:cNvSpPr/>
            <p:nvPr/>
          </p:nvSpPr>
          <p:spPr>
            <a:xfrm>
              <a:off x="-192913" y="5502826"/>
              <a:ext cx="278733" cy="128253"/>
            </a:xfrm>
            <a:custGeom>
              <a:avLst/>
              <a:gdLst/>
              <a:ahLst/>
              <a:cxnLst/>
              <a:rect l="l" t="t" r="r" b="b"/>
              <a:pathLst>
                <a:path w="162290" h="74674" extrusionOk="0">
                  <a:moveTo>
                    <a:pt x="162290" y="74674"/>
                  </a:moveTo>
                  <a:cubicBezTo>
                    <a:pt x="107397" y="62823"/>
                    <a:pt x="53215" y="47891"/>
                    <a:pt x="0" y="29949"/>
                  </a:cubicBezTo>
                  <a:lnTo>
                    <a:pt x="1690" y="24834"/>
                  </a:lnTo>
                  <a:cubicBezTo>
                    <a:pt x="2904" y="23712"/>
                    <a:pt x="4166" y="22541"/>
                    <a:pt x="5379" y="21417"/>
                  </a:cubicBezTo>
                  <a:lnTo>
                    <a:pt x="6112" y="22243"/>
                  </a:lnTo>
                  <a:cubicBezTo>
                    <a:pt x="36023" y="14520"/>
                    <a:pt x="66016" y="7106"/>
                    <a:pt x="96091" y="0"/>
                  </a:cubicBezTo>
                  <a:cubicBezTo>
                    <a:pt x="117280" y="11147"/>
                    <a:pt x="135854" y="26675"/>
                    <a:pt x="150580" y="45553"/>
                  </a:cubicBezTo>
                  <a:cubicBezTo>
                    <a:pt x="157902" y="53508"/>
                    <a:pt x="162067" y="63864"/>
                    <a:pt x="162290" y="746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8" name="Google Shape;2878;p51"/>
            <p:cNvSpPr/>
            <p:nvPr/>
          </p:nvSpPr>
          <p:spPr>
            <a:xfrm>
              <a:off x="-27886" y="5447725"/>
              <a:ext cx="450507" cy="222397"/>
            </a:xfrm>
            <a:custGeom>
              <a:avLst/>
              <a:gdLst/>
              <a:ahLst/>
              <a:cxnLst/>
              <a:rect l="l" t="t" r="r" b="b"/>
              <a:pathLst>
                <a:path w="262304" h="129489" extrusionOk="0">
                  <a:moveTo>
                    <a:pt x="262304" y="129490"/>
                  </a:moveTo>
                  <a:cubicBezTo>
                    <a:pt x="196336" y="128562"/>
                    <a:pt x="130631" y="120946"/>
                    <a:pt x="66199" y="106758"/>
                  </a:cubicBezTo>
                  <a:cubicBezTo>
                    <a:pt x="65975" y="95948"/>
                    <a:pt x="61811" y="85592"/>
                    <a:pt x="54488" y="77636"/>
                  </a:cubicBezTo>
                  <a:cubicBezTo>
                    <a:pt x="39763" y="58759"/>
                    <a:pt x="21189" y="43230"/>
                    <a:pt x="0" y="32084"/>
                  </a:cubicBezTo>
                  <a:cubicBezTo>
                    <a:pt x="48736" y="20562"/>
                    <a:pt x="97653" y="9868"/>
                    <a:pt x="146751" y="0"/>
                  </a:cubicBezTo>
                  <a:cubicBezTo>
                    <a:pt x="145828" y="928"/>
                    <a:pt x="144809" y="1758"/>
                    <a:pt x="143837" y="2636"/>
                  </a:cubicBezTo>
                  <a:cubicBezTo>
                    <a:pt x="170611" y="18208"/>
                    <a:pt x="195670" y="36558"/>
                    <a:pt x="218597" y="57382"/>
                  </a:cubicBezTo>
                  <a:cubicBezTo>
                    <a:pt x="239638" y="76845"/>
                    <a:pt x="254783" y="101832"/>
                    <a:pt x="262304" y="1294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9" name="Google Shape;2879;p51"/>
            <p:cNvSpPr/>
            <p:nvPr/>
          </p:nvSpPr>
          <p:spPr>
            <a:xfrm>
              <a:off x="219141" y="5386277"/>
              <a:ext cx="567629" cy="283951"/>
            </a:xfrm>
            <a:custGeom>
              <a:avLst/>
              <a:gdLst/>
              <a:ahLst/>
              <a:cxnLst/>
              <a:rect l="l" t="t" r="r" b="b"/>
              <a:pathLst>
                <a:path w="330497" h="165328" extrusionOk="0">
                  <a:moveTo>
                    <a:pt x="330497" y="137827"/>
                  </a:moveTo>
                  <a:cubicBezTo>
                    <a:pt x="272942" y="153562"/>
                    <a:pt x="213768" y="162623"/>
                    <a:pt x="154141" y="164832"/>
                  </a:cubicBezTo>
                  <a:cubicBezTo>
                    <a:pt x="142267" y="165253"/>
                    <a:pt x="130343" y="165432"/>
                    <a:pt x="118467" y="165269"/>
                  </a:cubicBezTo>
                  <a:cubicBezTo>
                    <a:pt x="110946" y="137611"/>
                    <a:pt x="95801" y="112625"/>
                    <a:pt x="74760" y="93162"/>
                  </a:cubicBezTo>
                  <a:cubicBezTo>
                    <a:pt x="51832" y="72337"/>
                    <a:pt x="26774" y="53987"/>
                    <a:pt x="0" y="38416"/>
                  </a:cubicBezTo>
                  <a:cubicBezTo>
                    <a:pt x="972" y="37538"/>
                    <a:pt x="1991" y="36707"/>
                    <a:pt x="2913" y="35780"/>
                  </a:cubicBezTo>
                  <a:cubicBezTo>
                    <a:pt x="69215" y="22410"/>
                    <a:pt x="135796" y="10484"/>
                    <a:pt x="202656" y="0"/>
                  </a:cubicBezTo>
                  <a:cubicBezTo>
                    <a:pt x="202209" y="433"/>
                    <a:pt x="201739" y="840"/>
                    <a:pt x="201248" y="1220"/>
                  </a:cubicBezTo>
                  <a:cubicBezTo>
                    <a:pt x="258731" y="30404"/>
                    <a:pt x="304359" y="78562"/>
                    <a:pt x="330399" y="1375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0" name="Google Shape;2880;p51"/>
            <p:cNvSpPr/>
            <p:nvPr/>
          </p:nvSpPr>
          <p:spPr>
            <a:xfrm>
              <a:off x="564763" y="5342510"/>
              <a:ext cx="505051" cy="280487"/>
            </a:xfrm>
            <a:custGeom>
              <a:avLst/>
              <a:gdLst/>
              <a:ahLst/>
              <a:cxnLst/>
              <a:rect l="l" t="t" r="r" b="b"/>
              <a:pathLst>
                <a:path w="294062" h="163311" extrusionOk="0">
                  <a:moveTo>
                    <a:pt x="129250" y="163312"/>
                  </a:moveTo>
                  <a:lnTo>
                    <a:pt x="129152" y="163020"/>
                  </a:lnTo>
                  <a:cubicBezTo>
                    <a:pt x="103111" y="104047"/>
                    <a:pt x="57484" y="55888"/>
                    <a:pt x="0" y="26705"/>
                  </a:cubicBezTo>
                  <a:cubicBezTo>
                    <a:pt x="491" y="26325"/>
                    <a:pt x="962" y="25917"/>
                    <a:pt x="1408" y="25485"/>
                  </a:cubicBezTo>
                  <a:cubicBezTo>
                    <a:pt x="64653" y="15676"/>
                    <a:pt x="128080" y="7181"/>
                    <a:pt x="191688" y="0"/>
                  </a:cubicBezTo>
                  <a:cubicBezTo>
                    <a:pt x="231621" y="26514"/>
                    <a:pt x="272436" y="55362"/>
                    <a:pt x="294063" y="97744"/>
                  </a:cubicBezTo>
                  <a:cubicBezTo>
                    <a:pt x="286190" y="101951"/>
                    <a:pt x="278219" y="106060"/>
                    <a:pt x="270248" y="109976"/>
                  </a:cubicBezTo>
                  <a:cubicBezTo>
                    <a:pt x="225094" y="132294"/>
                    <a:pt x="177871" y="150157"/>
                    <a:pt x="129250" y="1633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1" name="Google Shape;2881;p51"/>
            <p:cNvSpPr/>
            <p:nvPr/>
          </p:nvSpPr>
          <p:spPr>
            <a:xfrm>
              <a:off x="893968" y="5319612"/>
              <a:ext cx="346775" cy="190773"/>
            </a:xfrm>
            <a:custGeom>
              <a:avLst/>
              <a:gdLst/>
              <a:ahLst/>
              <a:cxnLst/>
              <a:rect l="l" t="t" r="r" b="b"/>
              <a:pathLst>
                <a:path w="201907" h="111076" extrusionOk="0">
                  <a:moveTo>
                    <a:pt x="102375" y="111076"/>
                  </a:moveTo>
                  <a:cubicBezTo>
                    <a:pt x="80749" y="68695"/>
                    <a:pt x="39933" y="39847"/>
                    <a:pt x="0" y="13333"/>
                  </a:cubicBezTo>
                  <a:cubicBezTo>
                    <a:pt x="24863" y="10491"/>
                    <a:pt x="49823" y="7843"/>
                    <a:pt x="74736" y="5440"/>
                  </a:cubicBezTo>
                  <a:cubicBezTo>
                    <a:pt x="97070" y="3286"/>
                    <a:pt x="119550" y="1278"/>
                    <a:pt x="142081" y="0"/>
                  </a:cubicBezTo>
                  <a:cubicBezTo>
                    <a:pt x="140914" y="685"/>
                    <a:pt x="139699" y="1418"/>
                    <a:pt x="138533" y="2103"/>
                  </a:cubicBezTo>
                  <a:cubicBezTo>
                    <a:pt x="162579" y="16878"/>
                    <a:pt x="183983" y="35574"/>
                    <a:pt x="201857" y="57415"/>
                  </a:cubicBezTo>
                  <a:lnTo>
                    <a:pt x="201907" y="57561"/>
                  </a:lnTo>
                  <a:cubicBezTo>
                    <a:pt x="168418" y="74346"/>
                    <a:pt x="135570" y="93513"/>
                    <a:pt x="102375" y="1110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51"/>
            <p:cNvSpPr/>
            <p:nvPr/>
          </p:nvSpPr>
          <p:spPr>
            <a:xfrm>
              <a:off x="1131884" y="5316612"/>
              <a:ext cx="320128" cy="101860"/>
            </a:xfrm>
            <a:custGeom>
              <a:avLst/>
              <a:gdLst/>
              <a:ahLst/>
              <a:cxnLst/>
              <a:rect l="l" t="t" r="r" b="b"/>
              <a:pathLst>
                <a:path w="186392" h="59307" extrusionOk="0">
                  <a:moveTo>
                    <a:pt x="186393" y="16631"/>
                  </a:moveTo>
                  <a:cubicBezTo>
                    <a:pt x="143401" y="24315"/>
                    <a:pt x="101887" y="38717"/>
                    <a:pt x="63374" y="59308"/>
                  </a:cubicBezTo>
                  <a:lnTo>
                    <a:pt x="63324" y="59162"/>
                  </a:lnTo>
                  <a:cubicBezTo>
                    <a:pt x="45450" y="37321"/>
                    <a:pt x="24046" y="18625"/>
                    <a:pt x="0" y="3850"/>
                  </a:cubicBezTo>
                  <a:cubicBezTo>
                    <a:pt x="1166" y="3165"/>
                    <a:pt x="2381" y="2432"/>
                    <a:pt x="3548" y="1747"/>
                  </a:cubicBezTo>
                  <a:cubicBezTo>
                    <a:pt x="65057" y="-1924"/>
                    <a:pt x="126725" y="-777"/>
                    <a:pt x="186096" y="146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51"/>
            <p:cNvSpPr/>
            <p:nvPr/>
          </p:nvSpPr>
          <p:spPr>
            <a:xfrm>
              <a:off x="1137978" y="5235630"/>
              <a:ext cx="328158" cy="109549"/>
            </a:xfrm>
            <a:custGeom>
              <a:avLst/>
              <a:gdLst/>
              <a:ahLst/>
              <a:cxnLst/>
              <a:rect l="l" t="t" r="r" b="b"/>
              <a:pathLst>
                <a:path w="191067" h="63784" extrusionOk="0">
                  <a:moveTo>
                    <a:pt x="182548" y="61838"/>
                  </a:moveTo>
                  <a:cubicBezTo>
                    <a:pt x="123177" y="46377"/>
                    <a:pt x="61509" y="45230"/>
                    <a:pt x="0" y="48901"/>
                  </a:cubicBezTo>
                  <a:cubicBezTo>
                    <a:pt x="19769" y="36537"/>
                    <a:pt x="36560" y="19954"/>
                    <a:pt x="49170" y="341"/>
                  </a:cubicBezTo>
                  <a:lnTo>
                    <a:pt x="49316" y="0"/>
                  </a:lnTo>
                  <a:cubicBezTo>
                    <a:pt x="98457" y="16309"/>
                    <a:pt x="145925" y="37285"/>
                    <a:pt x="191068" y="62643"/>
                  </a:cubicBezTo>
                  <a:cubicBezTo>
                    <a:pt x="188294" y="62991"/>
                    <a:pt x="185570" y="63388"/>
                    <a:pt x="182845" y="637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51"/>
            <p:cNvSpPr/>
            <p:nvPr/>
          </p:nvSpPr>
          <p:spPr>
            <a:xfrm>
              <a:off x="885509" y="5183367"/>
              <a:ext cx="337181" cy="159150"/>
            </a:xfrm>
            <a:custGeom>
              <a:avLst/>
              <a:gdLst/>
              <a:ahLst/>
              <a:cxnLst/>
              <a:rect l="l" t="t" r="r" b="b"/>
              <a:pathLst>
                <a:path w="196321" h="92664" extrusionOk="0">
                  <a:moveTo>
                    <a:pt x="4925" y="92665"/>
                  </a:moveTo>
                  <a:cubicBezTo>
                    <a:pt x="3267" y="91501"/>
                    <a:pt x="1658" y="90386"/>
                    <a:pt x="0" y="89319"/>
                  </a:cubicBezTo>
                  <a:cubicBezTo>
                    <a:pt x="33220" y="69880"/>
                    <a:pt x="59288" y="40248"/>
                    <a:pt x="74333" y="4821"/>
                  </a:cubicBezTo>
                  <a:lnTo>
                    <a:pt x="75147" y="0"/>
                  </a:lnTo>
                  <a:cubicBezTo>
                    <a:pt x="116254" y="7044"/>
                    <a:pt x="156764" y="17217"/>
                    <a:pt x="196321" y="30430"/>
                  </a:cubicBezTo>
                  <a:lnTo>
                    <a:pt x="196176" y="30772"/>
                  </a:lnTo>
                  <a:cubicBezTo>
                    <a:pt x="183565" y="50385"/>
                    <a:pt x="166774" y="66967"/>
                    <a:pt x="147005" y="79332"/>
                  </a:cubicBezTo>
                  <a:cubicBezTo>
                    <a:pt x="124474" y="80610"/>
                    <a:pt x="101994" y="82618"/>
                    <a:pt x="79660" y="84772"/>
                  </a:cubicBezTo>
                  <a:cubicBezTo>
                    <a:pt x="54747" y="87175"/>
                    <a:pt x="29787" y="89823"/>
                    <a:pt x="4925" y="926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51"/>
            <p:cNvSpPr/>
            <p:nvPr/>
          </p:nvSpPr>
          <p:spPr>
            <a:xfrm>
              <a:off x="567181" y="5162575"/>
              <a:ext cx="447412" cy="223715"/>
            </a:xfrm>
            <a:custGeom>
              <a:avLst/>
              <a:gdLst/>
              <a:ahLst/>
              <a:cxnLst/>
              <a:rect l="l" t="t" r="r" b="b"/>
              <a:pathLst>
                <a:path w="260502" h="130256" extrusionOk="0">
                  <a:moveTo>
                    <a:pt x="0" y="130257"/>
                  </a:moveTo>
                  <a:cubicBezTo>
                    <a:pt x="41806" y="95576"/>
                    <a:pt x="76640" y="53265"/>
                    <a:pt x="102647" y="5577"/>
                  </a:cubicBezTo>
                  <a:lnTo>
                    <a:pt x="102487" y="175"/>
                  </a:lnTo>
                  <a:cubicBezTo>
                    <a:pt x="155419" y="-915"/>
                    <a:pt x="208334" y="3081"/>
                    <a:pt x="260502" y="12108"/>
                  </a:cubicBezTo>
                  <a:lnTo>
                    <a:pt x="259689" y="16928"/>
                  </a:lnTo>
                  <a:cubicBezTo>
                    <a:pt x="244643" y="52356"/>
                    <a:pt x="218575" y="81988"/>
                    <a:pt x="185355" y="101427"/>
                  </a:cubicBezTo>
                  <a:cubicBezTo>
                    <a:pt x="187013" y="102494"/>
                    <a:pt x="188622" y="103608"/>
                    <a:pt x="190280" y="104772"/>
                  </a:cubicBezTo>
                  <a:cubicBezTo>
                    <a:pt x="126688" y="111905"/>
                    <a:pt x="63261" y="120400"/>
                    <a:pt x="0" y="130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51"/>
            <p:cNvSpPr/>
            <p:nvPr/>
          </p:nvSpPr>
          <p:spPr>
            <a:xfrm>
              <a:off x="224144" y="5162875"/>
              <a:ext cx="519353" cy="284866"/>
            </a:xfrm>
            <a:custGeom>
              <a:avLst/>
              <a:gdLst/>
              <a:ahLst/>
              <a:cxnLst/>
              <a:rect l="l" t="t" r="r" b="b"/>
              <a:pathLst>
                <a:path w="302389" h="165861" extrusionOk="0">
                  <a:moveTo>
                    <a:pt x="0" y="165861"/>
                  </a:moveTo>
                  <a:cubicBezTo>
                    <a:pt x="41310" y="129348"/>
                    <a:pt x="73320" y="83512"/>
                    <a:pt x="93376" y="32154"/>
                  </a:cubicBezTo>
                  <a:cubicBezTo>
                    <a:pt x="135380" y="19895"/>
                    <a:pt x="178311" y="11071"/>
                    <a:pt x="221745" y="5767"/>
                  </a:cubicBezTo>
                  <a:cubicBezTo>
                    <a:pt x="248456" y="2531"/>
                    <a:pt x="275284" y="608"/>
                    <a:pt x="302229" y="0"/>
                  </a:cubicBezTo>
                  <a:lnTo>
                    <a:pt x="302390" y="5402"/>
                  </a:lnTo>
                  <a:cubicBezTo>
                    <a:pt x="276382" y="53090"/>
                    <a:pt x="241549" y="95401"/>
                    <a:pt x="199742" y="130082"/>
                  </a:cubicBezTo>
                  <a:cubicBezTo>
                    <a:pt x="132946" y="140532"/>
                    <a:pt x="66366" y="152459"/>
                    <a:pt x="0" y="1658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51"/>
            <p:cNvSpPr/>
            <p:nvPr/>
          </p:nvSpPr>
          <p:spPr>
            <a:xfrm>
              <a:off x="-30313" y="5218097"/>
              <a:ext cx="414845" cy="284744"/>
            </a:xfrm>
            <a:custGeom>
              <a:avLst/>
              <a:gdLst/>
              <a:ahLst/>
              <a:cxnLst/>
              <a:rect l="l" t="t" r="r" b="b"/>
              <a:pathLst>
                <a:path w="241540" h="165790" extrusionOk="0">
                  <a:moveTo>
                    <a:pt x="0" y="165064"/>
                  </a:moveTo>
                  <a:cubicBezTo>
                    <a:pt x="25455" y="139523"/>
                    <a:pt x="46728" y="110130"/>
                    <a:pt x="63035" y="77968"/>
                  </a:cubicBezTo>
                  <a:lnTo>
                    <a:pt x="62008" y="76170"/>
                  </a:lnTo>
                  <a:cubicBezTo>
                    <a:pt x="118674" y="43860"/>
                    <a:pt x="178928" y="18296"/>
                    <a:pt x="241540" y="0"/>
                  </a:cubicBezTo>
                  <a:cubicBezTo>
                    <a:pt x="221485" y="51357"/>
                    <a:pt x="189475" y="97193"/>
                    <a:pt x="148164" y="133707"/>
                  </a:cubicBezTo>
                  <a:cubicBezTo>
                    <a:pt x="99082" y="143526"/>
                    <a:pt x="50166" y="154221"/>
                    <a:pt x="1413" y="165791"/>
                  </a:cubicBezTo>
                  <a:cubicBezTo>
                    <a:pt x="974" y="165548"/>
                    <a:pt x="438" y="165307"/>
                    <a:pt x="0" y="1650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51"/>
            <p:cNvSpPr/>
            <p:nvPr/>
          </p:nvSpPr>
          <p:spPr>
            <a:xfrm>
              <a:off x="-183673" y="5348909"/>
              <a:ext cx="261630" cy="192125"/>
            </a:xfrm>
            <a:custGeom>
              <a:avLst/>
              <a:gdLst/>
              <a:ahLst/>
              <a:cxnLst/>
              <a:rect l="l" t="t" r="r" b="b"/>
              <a:pathLst>
                <a:path w="152332" h="111863" extrusionOk="0">
                  <a:moveTo>
                    <a:pt x="89298" y="88894"/>
                  </a:moveTo>
                  <a:cubicBezTo>
                    <a:pt x="89736" y="89137"/>
                    <a:pt x="90273" y="89378"/>
                    <a:pt x="90712" y="89621"/>
                  </a:cubicBezTo>
                  <a:cubicBezTo>
                    <a:pt x="60653" y="96711"/>
                    <a:pt x="30660" y="104125"/>
                    <a:pt x="732" y="111864"/>
                  </a:cubicBezTo>
                  <a:lnTo>
                    <a:pt x="0" y="111038"/>
                  </a:lnTo>
                  <a:cubicBezTo>
                    <a:pt x="46025" y="68363"/>
                    <a:pt x="96792" y="31107"/>
                    <a:pt x="151306" y="0"/>
                  </a:cubicBezTo>
                  <a:lnTo>
                    <a:pt x="152333" y="1798"/>
                  </a:lnTo>
                  <a:cubicBezTo>
                    <a:pt x="136026" y="33961"/>
                    <a:pt x="114754" y="63353"/>
                    <a:pt x="89298" y="88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51"/>
            <p:cNvSpPr/>
            <p:nvPr/>
          </p:nvSpPr>
          <p:spPr>
            <a:xfrm>
              <a:off x="-214172" y="5156855"/>
              <a:ext cx="1683830" cy="532260"/>
            </a:xfrm>
            <a:custGeom>
              <a:avLst/>
              <a:gdLst/>
              <a:ahLst/>
              <a:cxnLst/>
              <a:rect l="l" t="t" r="r" b="b"/>
              <a:pathLst>
                <a:path w="980396" h="309904" extrusionOk="0">
                  <a:moveTo>
                    <a:pt x="977854" y="105867"/>
                  </a:moveTo>
                  <a:cubicBezTo>
                    <a:pt x="854794" y="37216"/>
                    <a:pt x="716371" y="799"/>
                    <a:pt x="575459" y="3"/>
                  </a:cubicBezTo>
                  <a:cubicBezTo>
                    <a:pt x="441018" y="-345"/>
                    <a:pt x="308546" y="32296"/>
                    <a:pt x="189656" y="95063"/>
                  </a:cubicBezTo>
                  <a:cubicBezTo>
                    <a:pt x="123272" y="129522"/>
                    <a:pt x="62484" y="173828"/>
                    <a:pt x="9356" y="226475"/>
                  </a:cubicBezTo>
                  <a:cubicBezTo>
                    <a:pt x="8862" y="226933"/>
                    <a:pt x="8629" y="227608"/>
                    <a:pt x="8737" y="228273"/>
                  </a:cubicBezTo>
                  <a:cubicBezTo>
                    <a:pt x="7659" y="227908"/>
                    <a:pt x="6573" y="227572"/>
                    <a:pt x="5496" y="227205"/>
                  </a:cubicBezTo>
                  <a:cubicBezTo>
                    <a:pt x="-22" y="225387"/>
                    <a:pt x="-2352" y="234032"/>
                    <a:pt x="3105" y="235877"/>
                  </a:cubicBezTo>
                  <a:cubicBezTo>
                    <a:pt x="57403" y="254473"/>
                    <a:pt x="112717" y="269958"/>
                    <a:pt x="168778" y="282257"/>
                  </a:cubicBezTo>
                  <a:lnTo>
                    <a:pt x="168764" y="282339"/>
                  </a:lnTo>
                  <a:cubicBezTo>
                    <a:pt x="168180" y="284759"/>
                    <a:pt x="171894" y="285790"/>
                    <a:pt x="172498" y="283368"/>
                  </a:cubicBezTo>
                  <a:cubicBezTo>
                    <a:pt x="172522" y="283271"/>
                    <a:pt x="172514" y="283178"/>
                    <a:pt x="172537" y="283081"/>
                  </a:cubicBezTo>
                  <a:cubicBezTo>
                    <a:pt x="236253" y="296980"/>
                    <a:pt x="301193" y="304511"/>
                    <a:pt x="366399" y="305564"/>
                  </a:cubicBezTo>
                  <a:cubicBezTo>
                    <a:pt x="366598" y="306518"/>
                    <a:pt x="366883" y="307423"/>
                    <a:pt x="367062" y="308389"/>
                  </a:cubicBezTo>
                  <a:cubicBezTo>
                    <a:pt x="367554" y="311043"/>
                    <a:pt x="371584" y="309915"/>
                    <a:pt x="371107" y="307274"/>
                  </a:cubicBezTo>
                  <a:cubicBezTo>
                    <a:pt x="371003" y="306701"/>
                    <a:pt x="370832" y="306167"/>
                    <a:pt x="370721" y="305598"/>
                  </a:cubicBezTo>
                  <a:cubicBezTo>
                    <a:pt x="382753" y="305656"/>
                    <a:pt x="394792" y="305547"/>
                    <a:pt x="406838" y="305060"/>
                  </a:cubicBezTo>
                  <a:cubicBezTo>
                    <a:pt x="472337" y="302358"/>
                    <a:pt x="537240" y="291479"/>
                    <a:pt x="600039" y="272675"/>
                  </a:cubicBezTo>
                  <a:cubicBezTo>
                    <a:pt x="661884" y="253280"/>
                    <a:pt x="721487" y="227352"/>
                    <a:pt x="777839" y="195331"/>
                  </a:cubicBezTo>
                  <a:cubicBezTo>
                    <a:pt x="840091" y="161134"/>
                    <a:pt x="903628" y="124530"/>
                    <a:pt x="975280" y="115374"/>
                  </a:cubicBezTo>
                  <a:cubicBezTo>
                    <a:pt x="979900" y="114783"/>
                    <a:pt x="982720" y="108589"/>
                    <a:pt x="977854" y="105867"/>
                  </a:cubicBezTo>
                  <a:close/>
                  <a:moveTo>
                    <a:pt x="842875" y="149115"/>
                  </a:moveTo>
                  <a:cubicBezTo>
                    <a:pt x="826440" y="129835"/>
                    <a:pt x="807221" y="113113"/>
                    <a:pt x="785854" y="99501"/>
                  </a:cubicBezTo>
                  <a:cubicBezTo>
                    <a:pt x="811431" y="97944"/>
                    <a:pt x="837043" y="97440"/>
                    <a:pt x="862690" y="97990"/>
                  </a:cubicBezTo>
                  <a:cubicBezTo>
                    <a:pt x="893564" y="99218"/>
                    <a:pt x="924302" y="102768"/>
                    <a:pt x="954643" y="108609"/>
                  </a:cubicBezTo>
                  <a:cubicBezTo>
                    <a:pt x="915763" y="117120"/>
                    <a:pt x="878181" y="130741"/>
                    <a:pt x="842875" y="149115"/>
                  </a:cubicBezTo>
                  <a:close/>
                  <a:moveTo>
                    <a:pt x="784999" y="93288"/>
                  </a:moveTo>
                  <a:cubicBezTo>
                    <a:pt x="736967" y="95929"/>
                    <a:pt x="688994" y="100840"/>
                    <a:pt x="641168" y="106437"/>
                  </a:cubicBezTo>
                  <a:cubicBezTo>
                    <a:pt x="673613" y="87052"/>
                    <a:pt x="698830" y="57589"/>
                    <a:pt x="712973" y="22539"/>
                  </a:cubicBezTo>
                  <a:cubicBezTo>
                    <a:pt x="752267" y="29362"/>
                    <a:pt x="791009" y="39047"/>
                    <a:pt x="828892" y="51515"/>
                  </a:cubicBezTo>
                  <a:cubicBezTo>
                    <a:pt x="822661" y="59422"/>
                    <a:pt x="816130" y="67087"/>
                    <a:pt x="809144" y="74337"/>
                  </a:cubicBezTo>
                  <a:cubicBezTo>
                    <a:pt x="801726" y="81418"/>
                    <a:pt x="793640" y="87764"/>
                    <a:pt x="784999" y="93288"/>
                  </a:cubicBezTo>
                  <a:close/>
                  <a:moveTo>
                    <a:pt x="793909" y="92825"/>
                  </a:moveTo>
                  <a:cubicBezTo>
                    <a:pt x="809178" y="82101"/>
                    <a:pt x="822123" y="68404"/>
                    <a:pt x="831970" y="52555"/>
                  </a:cubicBezTo>
                  <a:cubicBezTo>
                    <a:pt x="874028" y="66567"/>
                    <a:pt x="914877" y="83974"/>
                    <a:pt x="954117" y="104602"/>
                  </a:cubicBezTo>
                  <a:cubicBezTo>
                    <a:pt x="902440" y="90930"/>
                    <a:pt x="846970" y="90242"/>
                    <a:pt x="793909" y="92825"/>
                  </a:cubicBezTo>
                  <a:close/>
                  <a:moveTo>
                    <a:pt x="709792" y="21962"/>
                  </a:moveTo>
                  <a:cubicBezTo>
                    <a:pt x="693819" y="56141"/>
                    <a:pt x="668220" y="84917"/>
                    <a:pt x="636133" y="104761"/>
                  </a:cubicBezTo>
                  <a:cubicBezTo>
                    <a:pt x="635355" y="105275"/>
                    <a:pt x="635038" y="106260"/>
                    <a:pt x="635370" y="107132"/>
                  </a:cubicBezTo>
                  <a:cubicBezTo>
                    <a:pt x="623153" y="108575"/>
                    <a:pt x="610944" y="110039"/>
                    <a:pt x="598742" y="111523"/>
                  </a:cubicBezTo>
                  <a:cubicBezTo>
                    <a:pt x="552633" y="117172"/>
                    <a:pt x="506633" y="123531"/>
                    <a:pt x="460740" y="130601"/>
                  </a:cubicBezTo>
                  <a:cubicBezTo>
                    <a:pt x="479339" y="114431"/>
                    <a:pt x="496529" y="96710"/>
                    <a:pt x="512125" y="77628"/>
                  </a:cubicBezTo>
                  <a:cubicBezTo>
                    <a:pt x="520523" y="67278"/>
                    <a:pt x="528473" y="56567"/>
                    <a:pt x="535839" y="45459"/>
                  </a:cubicBezTo>
                  <a:cubicBezTo>
                    <a:pt x="543828" y="34877"/>
                    <a:pt x="550303" y="23235"/>
                    <a:pt x="555080" y="10866"/>
                  </a:cubicBezTo>
                  <a:cubicBezTo>
                    <a:pt x="555106" y="10782"/>
                    <a:pt x="555002" y="10740"/>
                    <a:pt x="554991" y="10661"/>
                  </a:cubicBezTo>
                  <a:cubicBezTo>
                    <a:pt x="606833" y="9519"/>
                    <a:pt x="658666" y="13303"/>
                    <a:pt x="709792" y="21962"/>
                  </a:cubicBezTo>
                  <a:close/>
                  <a:moveTo>
                    <a:pt x="553693" y="10680"/>
                  </a:moveTo>
                  <a:cubicBezTo>
                    <a:pt x="546274" y="20730"/>
                    <a:pt x="539411" y="31178"/>
                    <a:pt x="533133" y="41977"/>
                  </a:cubicBezTo>
                  <a:cubicBezTo>
                    <a:pt x="524974" y="54084"/>
                    <a:pt x="516262" y="65829"/>
                    <a:pt x="506943" y="77069"/>
                  </a:cubicBezTo>
                  <a:cubicBezTo>
                    <a:pt x="490388" y="96936"/>
                    <a:pt x="472101" y="115293"/>
                    <a:pt x="452297" y="131923"/>
                  </a:cubicBezTo>
                  <a:cubicBezTo>
                    <a:pt x="388320" y="141892"/>
                    <a:pt x="324552" y="153241"/>
                    <a:pt x="260995" y="165969"/>
                  </a:cubicBezTo>
                  <a:cubicBezTo>
                    <a:pt x="298197" y="132281"/>
                    <a:pt x="326779" y="90163"/>
                    <a:pt x="344345" y="43149"/>
                  </a:cubicBezTo>
                  <a:cubicBezTo>
                    <a:pt x="347101" y="42311"/>
                    <a:pt x="349835" y="41414"/>
                    <a:pt x="352600" y="40603"/>
                  </a:cubicBezTo>
                  <a:cubicBezTo>
                    <a:pt x="418127" y="22311"/>
                    <a:pt x="485679" y="12259"/>
                    <a:pt x="553693" y="10680"/>
                  </a:cubicBezTo>
                  <a:close/>
                  <a:moveTo>
                    <a:pt x="341465" y="44037"/>
                  </a:moveTo>
                  <a:cubicBezTo>
                    <a:pt x="330913" y="66398"/>
                    <a:pt x="318740" y="87958"/>
                    <a:pt x="305044" y="108544"/>
                  </a:cubicBezTo>
                  <a:cubicBezTo>
                    <a:pt x="289804" y="130174"/>
                    <a:pt x="272173" y="150017"/>
                    <a:pt x="252485" y="167696"/>
                  </a:cubicBezTo>
                  <a:cubicBezTo>
                    <a:pt x="243562" y="169499"/>
                    <a:pt x="234633" y="171270"/>
                    <a:pt x="225718" y="173127"/>
                  </a:cubicBezTo>
                  <a:cubicBezTo>
                    <a:pt x="187078" y="181172"/>
                    <a:pt x="148569" y="189779"/>
                    <a:pt x="110191" y="198947"/>
                  </a:cubicBezTo>
                  <a:cubicBezTo>
                    <a:pt x="133162" y="175804"/>
                    <a:pt x="152073" y="148958"/>
                    <a:pt x="166129" y="119535"/>
                  </a:cubicBezTo>
                  <a:cubicBezTo>
                    <a:pt x="221676" y="88111"/>
                    <a:pt x="280465" y="62797"/>
                    <a:pt x="341465" y="44037"/>
                  </a:cubicBezTo>
                  <a:close/>
                  <a:moveTo>
                    <a:pt x="22681" y="220762"/>
                  </a:moveTo>
                  <a:cubicBezTo>
                    <a:pt x="65706" y="183484"/>
                    <a:pt x="112234" y="150453"/>
                    <a:pt x="161614" y="122127"/>
                  </a:cubicBezTo>
                  <a:cubicBezTo>
                    <a:pt x="154054" y="134701"/>
                    <a:pt x="146713" y="147350"/>
                    <a:pt x="138106" y="159298"/>
                  </a:cubicBezTo>
                  <a:cubicBezTo>
                    <a:pt x="127449" y="173992"/>
                    <a:pt x="115671" y="187840"/>
                    <a:pt x="102878" y="200718"/>
                  </a:cubicBezTo>
                  <a:cubicBezTo>
                    <a:pt x="76086" y="207144"/>
                    <a:pt x="49353" y="213825"/>
                    <a:pt x="22681" y="220762"/>
                  </a:cubicBezTo>
                  <a:close/>
                  <a:moveTo>
                    <a:pt x="14470" y="227894"/>
                  </a:moveTo>
                  <a:cubicBezTo>
                    <a:pt x="14963" y="228132"/>
                    <a:pt x="15517" y="228211"/>
                    <a:pt x="16056" y="228120"/>
                  </a:cubicBezTo>
                  <a:cubicBezTo>
                    <a:pt x="46172" y="220604"/>
                    <a:pt x="76360" y="213329"/>
                    <a:pt x="106619" y="206295"/>
                  </a:cubicBezTo>
                  <a:cubicBezTo>
                    <a:pt x="120468" y="213859"/>
                    <a:pt x="133199" y="223311"/>
                    <a:pt x="144446" y="234380"/>
                  </a:cubicBezTo>
                  <a:cubicBezTo>
                    <a:pt x="154318" y="244212"/>
                    <a:pt x="167311" y="257648"/>
                    <a:pt x="169245" y="272385"/>
                  </a:cubicBezTo>
                  <a:cubicBezTo>
                    <a:pt x="116257" y="261067"/>
                    <a:pt x="63950" y="246762"/>
                    <a:pt x="12577" y="229539"/>
                  </a:cubicBezTo>
                  <a:cubicBezTo>
                    <a:pt x="13201" y="228982"/>
                    <a:pt x="13845" y="228450"/>
                    <a:pt x="14470" y="227894"/>
                  </a:cubicBezTo>
                  <a:close/>
                  <a:moveTo>
                    <a:pt x="229560" y="283948"/>
                  </a:moveTo>
                  <a:cubicBezTo>
                    <a:pt x="210673" y="280754"/>
                    <a:pt x="191862" y="277183"/>
                    <a:pt x="173126" y="273235"/>
                  </a:cubicBezTo>
                  <a:cubicBezTo>
                    <a:pt x="171903" y="259658"/>
                    <a:pt x="162146" y="247597"/>
                    <a:pt x="153102" y="237659"/>
                  </a:cubicBezTo>
                  <a:cubicBezTo>
                    <a:pt x="141208" y="224765"/>
                    <a:pt x="127421" y="213756"/>
                    <a:pt x="112214" y="205010"/>
                  </a:cubicBezTo>
                  <a:cubicBezTo>
                    <a:pt x="157281" y="194586"/>
                    <a:pt x="202492" y="184741"/>
                    <a:pt x="247846" y="175474"/>
                  </a:cubicBezTo>
                  <a:cubicBezTo>
                    <a:pt x="247917" y="175537"/>
                    <a:pt x="247992" y="175594"/>
                    <a:pt x="248071" y="175647"/>
                  </a:cubicBezTo>
                  <a:cubicBezTo>
                    <a:pt x="294992" y="205311"/>
                    <a:pt x="347104" y="239727"/>
                    <a:pt x="363772" y="295109"/>
                  </a:cubicBezTo>
                  <a:cubicBezTo>
                    <a:pt x="318819" y="294749"/>
                    <a:pt x="273956" y="291019"/>
                    <a:pt x="229560" y="283948"/>
                  </a:cubicBezTo>
                  <a:close/>
                  <a:moveTo>
                    <a:pt x="368274" y="295114"/>
                  </a:moveTo>
                  <a:cubicBezTo>
                    <a:pt x="352428" y="239215"/>
                    <a:pt x="301384" y="204122"/>
                    <a:pt x="254086" y="174232"/>
                  </a:cubicBezTo>
                  <a:cubicBezTo>
                    <a:pt x="319088" y="161075"/>
                    <a:pt x="384345" y="149278"/>
                    <a:pt x="449859" y="138841"/>
                  </a:cubicBezTo>
                  <a:cubicBezTo>
                    <a:pt x="477941" y="153261"/>
                    <a:pt x="503406" y="172288"/>
                    <a:pt x="525194" y="195131"/>
                  </a:cubicBezTo>
                  <a:cubicBezTo>
                    <a:pt x="545299" y="217290"/>
                    <a:pt x="562256" y="242112"/>
                    <a:pt x="575587" y="268897"/>
                  </a:cubicBezTo>
                  <a:cubicBezTo>
                    <a:pt x="507923" y="286645"/>
                    <a:pt x="438226" y="295459"/>
                    <a:pt x="368274" y="295114"/>
                  </a:cubicBezTo>
                  <a:close/>
                  <a:moveTo>
                    <a:pt x="579251" y="267956"/>
                  </a:moveTo>
                  <a:cubicBezTo>
                    <a:pt x="556778" y="212499"/>
                    <a:pt x="509530" y="165788"/>
                    <a:pt x="457346" y="137663"/>
                  </a:cubicBezTo>
                  <a:cubicBezTo>
                    <a:pt x="518986" y="127989"/>
                    <a:pt x="580806" y="119680"/>
                    <a:pt x="642807" y="112738"/>
                  </a:cubicBezTo>
                  <a:cubicBezTo>
                    <a:pt x="679934" y="137470"/>
                    <a:pt x="717870" y="164243"/>
                    <a:pt x="740549" y="203335"/>
                  </a:cubicBezTo>
                  <a:cubicBezTo>
                    <a:pt x="705262" y="222131"/>
                    <a:pt x="668680" y="238387"/>
                    <a:pt x="631080" y="251979"/>
                  </a:cubicBezTo>
                  <a:cubicBezTo>
                    <a:pt x="613942" y="257963"/>
                    <a:pt x="596666" y="263289"/>
                    <a:pt x="579251" y="267956"/>
                  </a:cubicBezTo>
                  <a:close/>
                  <a:moveTo>
                    <a:pt x="742919" y="202113"/>
                  </a:moveTo>
                  <a:cubicBezTo>
                    <a:pt x="721347" y="163401"/>
                    <a:pt x="685485" y="136475"/>
                    <a:pt x="649113" y="112037"/>
                  </a:cubicBezTo>
                  <a:cubicBezTo>
                    <a:pt x="686203" y="107971"/>
                    <a:pt x="723341" y="104421"/>
                    <a:pt x="760530" y="101387"/>
                  </a:cubicBezTo>
                  <a:cubicBezTo>
                    <a:pt x="766661" y="100846"/>
                    <a:pt x="772801" y="100436"/>
                    <a:pt x="778940" y="100016"/>
                  </a:cubicBezTo>
                  <a:cubicBezTo>
                    <a:pt x="779089" y="100229"/>
                    <a:pt x="779274" y="100414"/>
                    <a:pt x="779487" y="100563"/>
                  </a:cubicBezTo>
                  <a:cubicBezTo>
                    <a:pt x="801575" y="114429"/>
                    <a:pt x="821434" y="131564"/>
                    <a:pt x="838387" y="151383"/>
                  </a:cubicBezTo>
                  <a:cubicBezTo>
                    <a:pt x="827681" y="156767"/>
                    <a:pt x="817059" y="162310"/>
                    <a:pt x="806523" y="168013"/>
                  </a:cubicBezTo>
                  <a:cubicBezTo>
                    <a:pt x="785298" y="179512"/>
                    <a:pt x="764203" y="191045"/>
                    <a:pt x="742919" y="202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0" name="Google Shape;2890;p51"/>
          <p:cNvSpPr/>
          <p:nvPr/>
        </p:nvSpPr>
        <p:spPr>
          <a:xfrm flipH="1">
            <a:off x="9554928" y="4924791"/>
            <a:ext cx="70971" cy="10120"/>
          </a:xfrm>
          <a:custGeom>
            <a:avLst/>
            <a:gdLst/>
            <a:ahLst/>
            <a:cxnLst/>
            <a:rect l="l" t="t" r="r" b="b"/>
            <a:pathLst>
              <a:path w="41322" h="5892" extrusionOk="0">
                <a:moveTo>
                  <a:pt x="41322" y="3255"/>
                </a:moveTo>
                <a:cubicBezTo>
                  <a:pt x="35868" y="2205"/>
                  <a:pt x="30438" y="1120"/>
                  <a:pt x="25031" y="0"/>
                </a:cubicBezTo>
                <a:cubicBezTo>
                  <a:pt x="16736" y="1646"/>
                  <a:pt x="8405" y="3150"/>
                  <a:pt x="0" y="4323"/>
                </a:cubicBezTo>
                <a:lnTo>
                  <a:pt x="214" y="5893"/>
                </a:lnTo>
                <a:cubicBezTo>
                  <a:pt x="13924" y="5017"/>
                  <a:pt x="27627" y="4138"/>
                  <a:pt x="41322" y="3255"/>
                </a:cubicBezTo>
                <a:close/>
              </a:path>
            </a:pathLst>
          </a:custGeom>
          <a:solidFill>
            <a:srgbClr val="9DCCC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51"/>
          <p:cNvSpPr/>
          <p:nvPr/>
        </p:nvSpPr>
        <p:spPr>
          <a:xfrm flipH="1">
            <a:off x="8970743" y="4958334"/>
            <a:ext cx="267789" cy="34046"/>
          </a:xfrm>
          <a:custGeom>
            <a:avLst/>
            <a:gdLst/>
            <a:ahLst/>
            <a:cxnLst/>
            <a:rect l="l" t="t" r="r" b="b"/>
            <a:pathLst>
              <a:path w="155918" h="19823" extrusionOk="0">
                <a:moveTo>
                  <a:pt x="0" y="5196"/>
                </a:moveTo>
                <a:cubicBezTo>
                  <a:pt x="1894" y="9726"/>
                  <a:pt x="3319" y="14438"/>
                  <a:pt x="4253" y="19258"/>
                </a:cubicBezTo>
                <a:cubicBezTo>
                  <a:pt x="54837" y="20664"/>
                  <a:pt x="105460" y="19450"/>
                  <a:pt x="155918" y="15620"/>
                </a:cubicBezTo>
                <a:lnTo>
                  <a:pt x="155796" y="14174"/>
                </a:lnTo>
                <a:cubicBezTo>
                  <a:pt x="153619" y="9241"/>
                  <a:pt x="151031" y="4500"/>
                  <a:pt x="148060" y="0"/>
                </a:cubicBezTo>
                <a:cubicBezTo>
                  <a:pt x="98907" y="5441"/>
                  <a:pt x="49414" y="7178"/>
                  <a:pt x="0" y="5196"/>
                </a:cubicBezTo>
                <a:close/>
              </a:path>
            </a:pathLst>
          </a:custGeom>
          <a:solidFill>
            <a:srgbClr val="9DCCC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2" name="Google Shape;2892;p51"/>
          <p:cNvGrpSpPr/>
          <p:nvPr/>
        </p:nvGrpSpPr>
        <p:grpSpPr>
          <a:xfrm flipH="1">
            <a:off x="8438913" y="4403390"/>
            <a:ext cx="1142555" cy="402659"/>
            <a:chOff x="-396587" y="4771415"/>
            <a:chExt cx="1142555" cy="402659"/>
          </a:xfrm>
        </p:grpSpPr>
        <p:grpSp>
          <p:nvGrpSpPr>
            <p:cNvPr id="2893" name="Google Shape;2893;p51"/>
            <p:cNvGrpSpPr/>
            <p:nvPr/>
          </p:nvGrpSpPr>
          <p:grpSpPr>
            <a:xfrm>
              <a:off x="-388799" y="4779440"/>
              <a:ext cx="1127010" cy="386620"/>
              <a:chOff x="-373874" y="4605765"/>
              <a:chExt cx="1127010" cy="386620"/>
            </a:xfrm>
          </p:grpSpPr>
          <p:sp>
            <p:nvSpPr>
              <p:cNvPr id="2894" name="Google Shape;2894;p51"/>
              <p:cNvSpPr/>
              <p:nvPr/>
            </p:nvSpPr>
            <p:spPr>
              <a:xfrm>
                <a:off x="473828" y="4615252"/>
                <a:ext cx="277342" cy="208687"/>
              </a:xfrm>
              <a:custGeom>
                <a:avLst/>
                <a:gdLst/>
                <a:ahLst/>
                <a:cxnLst/>
                <a:rect l="l" t="t" r="r" b="b"/>
                <a:pathLst>
                  <a:path w="161480" h="121506" extrusionOk="0">
                    <a:moveTo>
                      <a:pt x="0" y="121506"/>
                    </a:moveTo>
                    <a:cubicBezTo>
                      <a:pt x="31131" y="85682"/>
                      <a:pt x="63128" y="46904"/>
                      <a:pt x="69401" y="0"/>
                    </a:cubicBezTo>
                    <a:cubicBezTo>
                      <a:pt x="87497" y="4113"/>
                      <a:pt x="104842" y="11018"/>
                      <a:pt x="120813" y="20468"/>
                    </a:cubicBezTo>
                    <a:cubicBezTo>
                      <a:pt x="139485" y="31603"/>
                      <a:pt x="156795" y="48060"/>
                      <a:pt x="161480" y="69121"/>
                    </a:cubicBezTo>
                    <a:lnTo>
                      <a:pt x="161388" y="69151"/>
                    </a:lnTo>
                    <a:cubicBezTo>
                      <a:pt x="108513" y="89323"/>
                      <a:pt x="54648" y="106797"/>
                      <a:pt x="0" y="1215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5" name="Google Shape;2895;p51"/>
              <p:cNvSpPr/>
              <p:nvPr/>
            </p:nvSpPr>
            <p:spPr>
              <a:xfrm>
                <a:off x="183635" y="4605765"/>
                <a:ext cx="409404" cy="280535"/>
              </a:xfrm>
              <a:custGeom>
                <a:avLst/>
                <a:gdLst/>
                <a:ahLst/>
                <a:cxnLst/>
                <a:rect l="l" t="t" r="r" b="b"/>
                <a:pathLst>
                  <a:path w="238372" h="163339" extrusionOk="0">
                    <a:moveTo>
                      <a:pt x="168972" y="127030"/>
                    </a:moveTo>
                    <a:cubicBezTo>
                      <a:pt x="113320" y="142073"/>
                      <a:pt x="56919" y="154192"/>
                      <a:pt x="0" y="163339"/>
                    </a:cubicBezTo>
                    <a:cubicBezTo>
                      <a:pt x="45153" y="128306"/>
                      <a:pt x="74997" y="77157"/>
                      <a:pt x="83278" y="20610"/>
                    </a:cubicBezTo>
                    <a:lnTo>
                      <a:pt x="83063" y="19963"/>
                    </a:lnTo>
                    <a:cubicBezTo>
                      <a:pt x="94380" y="15786"/>
                      <a:pt x="105901" y="12183"/>
                      <a:pt x="117582" y="9169"/>
                    </a:cubicBezTo>
                    <a:cubicBezTo>
                      <a:pt x="156978" y="-1669"/>
                      <a:pt x="198395" y="-2918"/>
                      <a:pt x="238373" y="5525"/>
                    </a:cubicBezTo>
                    <a:cubicBezTo>
                      <a:pt x="232101" y="52428"/>
                      <a:pt x="200103" y="91207"/>
                      <a:pt x="168972" y="1270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6" name="Google Shape;2896;p51"/>
              <p:cNvSpPr/>
              <p:nvPr/>
            </p:nvSpPr>
            <p:spPr>
              <a:xfrm>
                <a:off x="-19974" y="4640050"/>
                <a:ext cx="346652" cy="271755"/>
              </a:xfrm>
              <a:custGeom>
                <a:avLst/>
                <a:gdLst/>
                <a:ahLst/>
                <a:cxnLst/>
                <a:rect l="l" t="t" r="r" b="b"/>
                <a:pathLst>
                  <a:path w="201835" h="158227" extrusionOk="0">
                    <a:moveTo>
                      <a:pt x="0" y="158227"/>
                    </a:moveTo>
                    <a:cubicBezTo>
                      <a:pt x="28420" y="140633"/>
                      <a:pt x="46948" y="110734"/>
                      <a:pt x="50054" y="77453"/>
                    </a:cubicBezTo>
                    <a:lnTo>
                      <a:pt x="49132" y="75759"/>
                    </a:lnTo>
                    <a:cubicBezTo>
                      <a:pt x="57664" y="71183"/>
                      <a:pt x="66135" y="66575"/>
                      <a:pt x="74543" y="61938"/>
                    </a:cubicBezTo>
                    <a:cubicBezTo>
                      <a:pt x="115879" y="39238"/>
                      <a:pt x="157491" y="15985"/>
                      <a:pt x="201621" y="0"/>
                    </a:cubicBezTo>
                    <a:lnTo>
                      <a:pt x="201836" y="647"/>
                    </a:lnTo>
                    <a:cubicBezTo>
                      <a:pt x="193554" y="57194"/>
                      <a:pt x="163711" y="108342"/>
                      <a:pt x="118558" y="143376"/>
                    </a:cubicBezTo>
                    <a:lnTo>
                      <a:pt x="118527" y="143437"/>
                    </a:lnTo>
                    <a:cubicBezTo>
                      <a:pt x="79211" y="149824"/>
                      <a:pt x="39702" y="154754"/>
                      <a:pt x="0" y="1582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7" name="Google Shape;2897;p51"/>
              <p:cNvSpPr/>
              <p:nvPr/>
            </p:nvSpPr>
            <p:spPr>
              <a:xfrm>
                <a:off x="-169591" y="4770158"/>
                <a:ext cx="235591" cy="152250"/>
              </a:xfrm>
              <a:custGeom>
                <a:avLst/>
                <a:gdLst/>
                <a:ahLst/>
                <a:cxnLst/>
                <a:rect l="l" t="t" r="r" b="b"/>
                <a:pathLst>
                  <a:path w="137171" h="88646" extrusionOk="0">
                    <a:moveTo>
                      <a:pt x="1323" y="88647"/>
                    </a:moveTo>
                    <a:cubicBezTo>
                      <a:pt x="903" y="88271"/>
                      <a:pt x="462" y="87921"/>
                      <a:pt x="0" y="87599"/>
                    </a:cubicBezTo>
                    <a:cubicBezTo>
                      <a:pt x="12710" y="80336"/>
                      <a:pt x="22252" y="68591"/>
                      <a:pt x="26757" y="54663"/>
                    </a:cubicBezTo>
                    <a:lnTo>
                      <a:pt x="26419" y="53954"/>
                    </a:lnTo>
                    <a:cubicBezTo>
                      <a:pt x="63837" y="38146"/>
                      <a:pt x="100397" y="19443"/>
                      <a:pt x="136250" y="0"/>
                    </a:cubicBezTo>
                    <a:lnTo>
                      <a:pt x="137171" y="1694"/>
                    </a:lnTo>
                    <a:cubicBezTo>
                      <a:pt x="134065" y="34975"/>
                      <a:pt x="115537" y="64874"/>
                      <a:pt x="87118" y="82468"/>
                    </a:cubicBezTo>
                    <a:cubicBezTo>
                      <a:pt x="84593" y="82742"/>
                      <a:pt x="82007" y="82985"/>
                      <a:pt x="79452" y="83167"/>
                    </a:cubicBezTo>
                    <a:cubicBezTo>
                      <a:pt x="56918" y="85111"/>
                      <a:pt x="34414" y="86531"/>
                      <a:pt x="11912" y="87951"/>
                    </a:cubicBezTo>
                    <a:cubicBezTo>
                      <a:pt x="8403" y="88193"/>
                      <a:pt x="4832" y="88404"/>
                      <a:pt x="1323" y="8864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8" name="Google Shape;2898;p51"/>
              <p:cNvSpPr/>
              <p:nvPr/>
            </p:nvSpPr>
            <p:spPr>
              <a:xfrm>
                <a:off x="-362666" y="4862819"/>
                <a:ext cx="239040" cy="72095"/>
              </a:xfrm>
              <a:custGeom>
                <a:avLst/>
                <a:gdLst/>
                <a:ahLst/>
                <a:cxnLst/>
                <a:rect l="l" t="t" r="r" b="b"/>
                <a:pathLst>
                  <a:path w="139179" h="41977" extrusionOk="0">
                    <a:moveTo>
                      <a:pt x="113745" y="34693"/>
                    </a:moveTo>
                    <a:cubicBezTo>
                      <a:pt x="75880" y="37111"/>
                      <a:pt x="38036" y="39539"/>
                      <a:pt x="213" y="41977"/>
                    </a:cubicBezTo>
                    <a:lnTo>
                      <a:pt x="0" y="40408"/>
                    </a:lnTo>
                    <a:cubicBezTo>
                      <a:pt x="47852" y="33084"/>
                      <a:pt x="94533" y="19498"/>
                      <a:pt x="138842" y="0"/>
                    </a:cubicBezTo>
                    <a:lnTo>
                      <a:pt x="139179" y="709"/>
                    </a:lnTo>
                    <a:cubicBezTo>
                      <a:pt x="134674" y="14637"/>
                      <a:pt x="125132" y="26382"/>
                      <a:pt x="112422" y="33644"/>
                    </a:cubicBezTo>
                    <a:cubicBezTo>
                      <a:pt x="112884" y="33967"/>
                      <a:pt x="113326" y="34317"/>
                      <a:pt x="113745" y="346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9" name="Google Shape;2899;p51"/>
              <p:cNvSpPr/>
              <p:nvPr/>
            </p:nvSpPr>
            <p:spPr>
              <a:xfrm>
                <a:off x="-373874" y="4922400"/>
                <a:ext cx="240756" cy="59197"/>
              </a:xfrm>
              <a:custGeom>
                <a:avLst/>
                <a:gdLst/>
                <a:ahLst/>
                <a:cxnLst/>
                <a:rect l="l" t="t" r="r" b="b"/>
                <a:pathLst>
                  <a:path w="140178" h="34467" extrusionOk="0">
                    <a:moveTo>
                      <a:pt x="6740" y="7285"/>
                    </a:moveTo>
                    <a:cubicBezTo>
                      <a:pt x="44605" y="4867"/>
                      <a:pt x="82449" y="2438"/>
                      <a:pt x="120272" y="0"/>
                    </a:cubicBezTo>
                    <a:cubicBezTo>
                      <a:pt x="131054" y="8535"/>
                      <a:pt x="138173" y="20863"/>
                      <a:pt x="140178" y="34468"/>
                    </a:cubicBezTo>
                    <a:cubicBezTo>
                      <a:pt x="119710" y="32597"/>
                      <a:pt x="99273" y="30203"/>
                      <a:pt x="78869" y="27439"/>
                    </a:cubicBezTo>
                    <a:cubicBezTo>
                      <a:pt x="51941" y="24747"/>
                      <a:pt x="25496" y="18452"/>
                      <a:pt x="244" y="8724"/>
                    </a:cubicBezTo>
                    <a:lnTo>
                      <a:pt x="0" y="6599"/>
                    </a:lnTo>
                    <a:cubicBezTo>
                      <a:pt x="2124" y="6356"/>
                      <a:pt x="4341" y="6081"/>
                      <a:pt x="6527" y="57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0" name="Google Shape;2900;p51"/>
              <p:cNvSpPr/>
              <p:nvPr/>
            </p:nvSpPr>
            <p:spPr>
              <a:xfrm>
                <a:off x="-167320" y="4911789"/>
                <a:ext cx="199333" cy="79625"/>
              </a:xfrm>
              <a:custGeom>
                <a:avLst/>
                <a:gdLst/>
                <a:ahLst/>
                <a:cxnLst/>
                <a:rect l="l" t="t" r="r" b="b"/>
                <a:pathLst>
                  <a:path w="116060" h="46361" extrusionOk="0">
                    <a:moveTo>
                      <a:pt x="19906" y="40646"/>
                    </a:moveTo>
                    <a:cubicBezTo>
                      <a:pt x="17901" y="27041"/>
                      <a:pt x="10782" y="14714"/>
                      <a:pt x="0" y="6178"/>
                    </a:cubicBezTo>
                    <a:cubicBezTo>
                      <a:pt x="3509" y="5936"/>
                      <a:pt x="7080" y="5724"/>
                      <a:pt x="10590" y="5482"/>
                    </a:cubicBezTo>
                    <a:cubicBezTo>
                      <a:pt x="33092" y="4063"/>
                      <a:pt x="55595" y="2642"/>
                      <a:pt x="78130" y="698"/>
                    </a:cubicBezTo>
                    <a:cubicBezTo>
                      <a:pt x="80685" y="517"/>
                      <a:pt x="83271" y="274"/>
                      <a:pt x="85795" y="0"/>
                    </a:cubicBezTo>
                    <a:cubicBezTo>
                      <a:pt x="101543" y="10917"/>
                      <a:pt x="112403" y="27553"/>
                      <a:pt x="116061" y="46361"/>
                    </a:cubicBezTo>
                    <a:cubicBezTo>
                      <a:pt x="83956" y="45585"/>
                      <a:pt x="51905" y="43679"/>
                      <a:pt x="19906" y="40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1" name="Google Shape;2901;p51"/>
              <p:cNvSpPr/>
              <p:nvPr/>
            </p:nvSpPr>
            <p:spPr>
              <a:xfrm>
                <a:off x="-19974" y="4886388"/>
                <a:ext cx="312465" cy="105997"/>
              </a:xfrm>
              <a:custGeom>
                <a:avLst/>
                <a:gdLst/>
                <a:ahLst/>
                <a:cxnLst/>
                <a:rect l="l" t="t" r="r" b="b"/>
                <a:pathLst>
                  <a:path w="181930" h="61716" extrusionOk="0">
                    <a:moveTo>
                      <a:pt x="181930" y="57513"/>
                    </a:moveTo>
                    <a:cubicBezTo>
                      <a:pt x="131472" y="61342"/>
                      <a:pt x="80849" y="62557"/>
                      <a:pt x="30265" y="61152"/>
                    </a:cubicBezTo>
                    <a:cubicBezTo>
                      <a:pt x="26607" y="42343"/>
                      <a:pt x="15747" y="25707"/>
                      <a:pt x="0" y="14790"/>
                    </a:cubicBezTo>
                    <a:cubicBezTo>
                      <a:pt x="39651" y="11266"/>
                      <a:pt x="79160" y="6336"/>
                      <a:pt x="118526" y="0"/>
                    </a:cubicBezTo>
                    <a:cubicBezTo>
                      <a:pt x="146833" y="8484"/>
                      <a:pt x="169976" y="28988"/>
                      <a:pt x="181809" y="560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2" name="Google Shape;2902;p51"/>
              <p:cNvSpPr/>
              <p:nvPr/>
            </p:nvSpPr>
            <p:spPr>
              <a:xfrm>
                <a:off x="183582" y="4823926"/>
                <a:ext cx="442249" cy="161244"/>
              </a:xfrm>
              <a:custGeom>
                <a:avLst/>
                <a:gdLst/>
                <a:ahLst/>
                <a:cxnLst/>
                <a:rect l="l" t="t" r="r" b="b"/>
                <a:pathLst>
                  <a:path w="257496" h="93883" extrusionOk="0">
                    <a:moveTo>
                      <a:pt x="244807" y="61652"/>
                    </a:moveTo>
                    <a:cubicBezTo>
                      <a:pt x="212960" y="73949"/>
                      <a:pt x="179602" y="81903"/>
                      <a:pt x="145632" y="85299"/>
                    </a:cubicBezTo>
                    <a:cubicBezTo>
                      <a:pt x="118325" y="88930"/>
                      <a:pt x="90915" y="91791"/>
                      <a:pt x="63404" y="93883"/>
                    </a:cubicBezTo>
                    <a:lnTo>
                      <a:pt x="63283" y="92437"/>
                    </a:lnTo>
                    <a:cubicBezTo>
                      <a:pt x="51450" y="65358"/>
                      <a:pt x="28307" y="44854"/>
                      <a:pt x="0" y="36370"/>
                    </a:cubicBezTo>
                    <a:lnTo>
                      <a:pt x="31" y="36309"/>
                    </a:lnTo>
                    <a:cubicBezTo>
                      <a:pt x="56950" y="27161"/>
                      <a:pt x="113351" y="15042"/>
                      <a:pt x="169003" y="0"/>
                    </a:cubicBezTo>
                    <a:cubicBezTo>
                      <a:pt x="168448" y="646"/>
                      <a:pt x="167863" y="1353"/>
                      <a:pt x="167308" y="1999"/>
                    </a:cubicBezTo>
                    <a:cubicBezTo>
                      <a:pt x="202013" y="8170"/>
                      <a:pt x="233459" y="26309"/>
                      <a:pt x="256176" y="53262"/>
                    </a:cubicBezTo>
                    <a:lnTo>
                      <a:pt x="257496" y="55696"/>
                    </a:lnTo>
                    <a:cubicBezTo>
                      <a:pt x="253338" y="57846"/>
                      <a:pt x="249119" y="59811"/>
                      <a:pt x="244807" y="616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3" name="Google Shape;2903;p51"/>
              <p:cNvSpPr/>
              <p:nvPr/>
            </p:nvSpPr>
            <p:spPr>
              <a:xfrm>
                <a:off x="470917" y="4733960"/>
                <a:ext cx="282220" cy="185629"/>
              </a:xfrm>
              <a:custGeom>
                <a:avLst/>
                <a:gdLst/>
                <a:ahLst/>
                <a:cxnLst/>
                <a:rect l="l" t="t" r="r" b="b"/>
                <a:pathLst>
                  <a:path w="164320" h="108081" extrusionOk="0">
                    <a:moveTo>
                      <a:pt x="163635" y="2002"/>
                    </a:moveTo>
                    <a:cubicBezTo>
                      <a:pt x="165901" y="18332"/>
                      <a:pt x="162514" y="34945"/>
                      <a:pt x="154038" y="49086"/>
                    </a:cubicBezTo>
                    <a:cubicBezTo>
                      <a:pt x="139139" y="74698"/>
                      <a:pt x="116896" y="95249"/>
                      <a:pt x="90189" y="108081"/>
                    </a:cubicBezTo>
                    <a:lnTo>
                      <a:pt x="88869" y="105647"/>
                    </a:lnTo>
                    <a:cubicBezTo>
                      <a:pt x="66151" y="78694"/>
                      <a:pt x="34706" y="60555"/>
                      <a:pt x="0" y="54384"/>
                    </a:cubicBezTo>
                    <a:cubicBezTo>
                      <a:pt x="555" y="53738"/>
                      <a:pt x="1141" y="53031"/>
                      <a:pt x="1696" y="52385"/>
                    </a:cubicBezTo>
                    <a:cubicBezTo>
                      <a:pt x="56343" y="37676"/>
                      <a:pt x="110208" y="20202"/>
                      <a:pt x="163084" y="30"/>
                    </a:cubicBezTo>
                    <a:lnTo>
                      <a:pt x="163176" y="0"/>
                    </a:lnTo>
                    <a:cubicBezTo>
                      <a:pt x="163376" y="656"/>
                      <a:pt x="163529" y="1324"/>
                      <a:pt x="163635" y="20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04" name="Google Shape;2904;p51"/>
            <p:cNvSpPr/>
            <p:nvPr/>
          </p:nvSpPr>
          <p:spPr>
            <a:xfrm>
              <a:off x="-396587" y="4771415"/>
              <a:ext cx="1142555" cy="402659"/>
            </a:xfrm>
            <a:custGeom>
              <a:avLst/>
              <a:gdLst/>
              <a:ahLst/>
              <a:cxnLst/>
              <a:rect l="l" t="t" r="r" b="b"/>
              <a:pathLst>
                <a:path w="665243" h="234445" extrusionOk="0">
                  <a:moveTo>
                    <a:pt x="664664" y="83685"/>
                  </a:moveTo>
                  <a:cubicBezTo>
                    <a:pt x="659198" y="42807"/>
                    <a:pt x="614423" y="19205"/>
                    <a:pt x="578928" y="8752"/>
                  </a:cubicBezTo>
                  <a:cubicBezTo>
                    <a:pt x="485501" y="-18760"/>
                    <a:pt x="391463" y="23497"/>
                    <a:pt x="310716" y="67494"/>
                  </a:cubicBezTo>
                  <a:cubicBezTo>
                    <a:pt x="262172" y="93944"/>
                    <a:pt x="214056" y="121236"/>
                    <a:pt x="163646" y="144057"/>
                  </a:cubicBezTo>
                  <a:cubicBezTo>
                    <a:pt x="112011" y="167586"/>
                    <a:pt x="57559" y="184362"/>
                    <a:pt x="1635" y="193970"/>
                  </a:cubicBezTo>
                  <a:cubicBezTo>
                    <a:pt x="-400" y="194317"/>
                    <a:pt x="-417" y="197022"/>
                    <a:pt x="932" y="198083"/>
                  </a:cubicBezTo>
                  <a:cubicBezTo>
                    <a:pt x="954" y="199771"/>
                    <a:pt x="1985" y="201282"/>
                    <a:pt x="3550" y="201916"/>
                  </a:cubicBezTo>
                  <a:cubicBezTo>
                    <a:pt x="27137" y="211000"/>
                    <a:pt x="51783" y="217047"/>
                    <a:pt x="76896" y="219912"/>
                  </a:cubicBezTo>
                  <a:cubicBezTo>
                    <a:pt x="99016" y="223054"/>
                    <a:pt x="121214" y="225576"/>
                    <a:pt x="143462" y="227690"/>
                  </a:cubicBezTo>
                  <a:cubicBezTo>
                    <a:pt x="144044" y="228582"/>
                    <a:pt x="145238" y="228834"/>
                    <a:pt x="146131" y="228253"/>
                  </a:cubicBezTo>
                  <a:cubicBezTo>
                    <a:pt x="146246" y="228177"/>
                    <a:pt x="146353" y="228090"/>
                    <a:pt x="146450" y="227992"/>
                  </a:cubicBezTo>
                  <a:cubicBezTo>
                    <a:pt x="149123" y="228240"/>
                    <a:pt x="151787" y="228567"/>
                    <a:pt x="154462" y="228801"/>
                  </a:cubicBezTo>
                  <a:cubicBezTo>
                    <a:pt x="207122" y="233418"/>
                    <a:pt x="259992" y="235205"/>
                    <a:pt x="312843" y="234153"/>
                  </a:cubicBezTo>
                  <a:cubicBezTo>
                    <a:pt x="365697" y="233029"/>
                    <a:pt x="418447" y="228967"/>
                    <a:pt x="470849" y="221983"/>
                  </a:cubicBezTo>
                  <a:cubicBezTo>
                    <a:pt x="516740" y="215927"/>
                    <a:pt x="564203" y="207866"/>
                    <a:pt x="603863" y="182462"/>
                  </a:cubicBezTo>
                  <a:cubicBezTo>
                    <a:pt x="635719" y="162056"/>
                    <a:pt x="670147" y="124689"/>
                    <a:pt x="664664" y="83685"/>
                  </a:cubicBezTo>
                  <a:close/>
                  <a:moveTo>
                    <a:pt x="638866" y="52287"/>
                  </a:moveTo>
                  <a:cubicBezTo>
                    <a:pt x="646398" y="59834"/>
                    <a:pt x="651677" y="69331"/>
                    <a:pt x="654109" y="79712"/>
                  </a:cubicBezTo>
                  <a:cubicBezTo>
                    <a:pt x="615135" y="91732"/>
                    <a:pt x="576996" y="106256"/>
                    <a:pt x="537740" y="117531"/>
                  </a:cubicBezTo>
                  <a:cubicBezTo>
                    <a:pt x="527853" y="120371"/>
                    <a:pt x="517945" y="123134"/>
                    <a:pt x="508015" y="125821"/>
                  </a:cubicBezTo>
                  <a:cubicBezTo>
                    <a:pt x="521372" y="110291"/>
                    <a:pt x="533660" y="93873"/>
                    <a:pt x="544794" y="76680"/>
                  </a:cubicBezTo>
                  <a:cubicBezTo>
                    <a:pt x="557192" y="58269"/>
                    <a:pt x="565348" y="37335"/>
                    <a:pt x="568673" y="15389"/>
                  </a:cubicBezTo>
                  <a:cubicBezTo>
                    <a:pt x="595117" y="20726"/>
                    <a:pt x="619477" y="33531"/>
                    <a:pt x="638866" y="52287"/>
                  </a:cubicBezTo>
                  <a:close/>
                  <a:moveTo>
                    <a:pt x="517290" y="9549"/>
                  </a:moveTo>
                  <a:cubicBezTo>
                    <a:pt x="533106" y="9570"/>
                    <a:pt x="548879" y="11203"/>
                    <a:pt x="564363" y="14423"/>
                  </a:cubicBezTo>
                  <a:cubicBezTo>
                    <a:pt x="558988" y="35756"/>
                    <a:pt x="550318" y="56120"/>
                    <a:pt x="538665" y="74780"/>
                  </a:cubicBezTo>
                  <a:cubicBezTo>
                    <a:pt x="525614" y="93739"/>
                    <a:pt x="511362" y="111843"/>
                    <a:pt x="495997" y="128981"/>
                  </a:cubicBezTo>
                  <a:cubicBezTo>
                    <a:pt x="468861" y="136148"/>
                    <a:pt x="441586" y="142783"/>
                    <a:pt x="414142" y="148668"/>
                  </a:cubicBezTo>
                  <a:cubicBezTo>
                    <a:pt x="389699" y="153816"/>
                    <a:pt x="365159" y="158426"/>
                    <a:pt x="340522" y="162496"/>
                  </a:cubicBezTo>
                  <a:cubicBezTo>
                    <a:pt x="359296" y="146154"/>
                    <a:pt x="375187" y="126770"/>
                    <a:pt x="387529" y="105155"/>
                  </a:cubicBezTo>
                  <a:cubicBezTo>
                    <a:pt x="401628" y="82112"/>
                    <a:pt x="410412" y="56215"/>
                    <a:pt x="413244" y="29350"/>
                  </a:cubicBezTo>
                  <a:cubicBezTo>
                    <a:pt x="446483" y="16653"/>
                    <a:pt x="481711" y="9949"/>
                    <a:pt x="517290" y="9549"/>
                  </a:cubicBezTo>
                  <a:close/>
                  <a:moveTo>
                    <a:pt x="409429" y="30797"/>
                  </a:moveTo>
                  <a:cubicBezTo>
                    <a:pt x="403580" y="56206"/>
                    <a:pt x="394359" y="80719"/>
                    <a:pt x="382012" y="103684"/>
                  </a:cubicBezTo>
                  <a:cubicBezTo>
                    <a:pt x="368220" y="126937"/>
                    <a:pt x="350321" y="147494"/>
                    <a:pt x="329187" y="164355"/>
                  </a:cubicBezTo>
                  <a:cubicBezTo>
                    <a:pt x="293470" y="170082"/>
                    <a:pt x="257604" y="174731"/>
                    <a:pt x="221589" y="178300"/>
                  </a:cubicBezTo>
                  <a:cubicBezTo>
                    <a:pt x="244843" y="160567"/>
                    <a:pt x="259495" y="133812"/>
                    <a:pt x="261912" y="104667"/>
                  </a:cubicBezTo>
                  <a:cubicBezTo>
                    <a:pt x="309562" y="78965"/>
                    <a:pt x="358092" y="49966"/>
                    <a:pt x="409429" y="30797"/>
                  </a:cubicBezTo>
                  <a:close/>
                  <a:moveTo>
                    <a:pt x="257946" y="106807"/>
                  </a:moveTo>
                  <a:cubicBezTo>
                    <a:pt x="255380" y="120817"/>
                    <a:pt x="250473" y="134295"/>
                    <a:pt x="243433" y="146677"/>
                  </a:cubicBezTo>
                  <a:cubicBezTo>
                    <a:pt x="235380" y="159716"/>
                    <a:pt x="224550" y="170818"/>
                    <a:pt x="211716" y="179193"/>
                  </a:cubicBezTo>
                  <a:cubicBezTo>
                    <a:pt x="194365" y="180800"/>
                    <a:pt x="176994" y="182221"/>
                    <a:pt x="159596" y="183318"/>
                  </a:cubicBezTo>
                  <a:cubicBezTo>
                    <a:pt x="150027" y="183957"/>
                    <a:pt x="140458" y="184589"/>
                    <a:pt x="130889" y="185215"/>
                  </a:cubicBezTo>
                  <a:cubicBezTo>
                    <a:pt x="134643" y="182199"/>
                    <a:pt x="138142" y="178879"/>
                    <a:pt x="141350" y="175289"/>
                  </a:cubicBezTo>
                  <a:cubicBezTo>
                    <a:pt x="145090" y="170544"/>
                    <a:pt x="148054" y="165236"/>
                    <a:pt x="150134" y="159564"/>
                  </a:cubicBezTo>
                  <a:cubicBezTo>
                    <a:pt x="187276" y="143976"/>
                    <a:pt x="223267" y="125415"/>
                    <a:pt x="257946" y="106806"/>
                  </a:cubicBezTo>
                  <a:close/>
                  <a:moveTo>
                    <a:pt x="56293" y="190275"/>
                  </a:moveTo>
                  <a:cubicBezTo>
                    <a:pt x="86874" y="183210"/>
                    <a:pt x="116794" y="173537"/>
                    <a:pt x="145725" y="161363"/>
                  </a:cubicBezTo>
                  <a:cubicBezTo>
                    <a:pt x="143740" y="165516"/>
                    <a:pt x="141292" y="169431"/>
                    <a:pt x="138427" y="173033"/>
                  </a:cubicBezTo>
                  <a:cubicBezTo>
                    <a:pt x="134394" y="178348"/>
                    <a:pt x="129213" y="182684"/>
                    <a:pt x="123271" y="185719"/>
                  </a:cubicBezTo>
                  <a:cubicBezTo>
                    <a:pt x="100941" y="187186"/>
                    <a:pt x="78615" y="188705"/>
                    <a:pt x="56293" y="190275"/>
                  </a:cubicBezTo>
                  <a:close/>
                  <a:moveTo>
                    <a:pt x="2257" y="198564"/>
                  </a:moveTo>
                  <a:lnTo>
                    <a:pt x="2257" y="198564"/>
                  </a:lnTo>
                  <a:close/>
                  <a:moveTo>
                    <a:pt x="20532" y="199347"/>
                  </a:moveTo>
                  <a:cubicBezTo>
                    <a:pt x="55633" y="197519"/>
                    <a:pt x="90796" y="195715"/>
                    <a:pt x="125935" y="193501"/>
                  </a:cubicBezTo>
                  <a:cubicBezTo>
                    <a:pt x="133437" y="200493"/>
                    <a:pt x="138818" y="209457"/>
                    <a:pt x="141462" y="219365"/>
                  </a:cubicBezTo>
                  <a:cubicBezTo>
                    <a:pt x="123256" y="217662"/>
                    <a:pt x="105070" y="215744"/>
                    <a:pt x="86928" y="213356"/>
                  </a:cubicBezTo>
                  <a:cubicBezTo>
                    <a:pt x="64358" y="211077"/>
                    <a:pt x="42098" y="206381"/>
                    <a:pt x="20532" y="199346"/>
                  </a:cubicBezTo>
                  <a:close/>
                  <a:moveTo>
                    <a:pt x="145794" y="219749"/>
                  </a:moveTo>
                  <a:cubicBezTo>
                    <a:pt x="143703" y="209776"/>
                    <a:pt x="138920" y="200566"/>
                    <a:pt x="131964" y="193120"/>
                  </a:cubicBezTo>
                  <a:cubicBezTo>
                    <a:pt x="158439" y="191412"/>
                    <a:pt x="184895" y="189452"/>
                    <a:pt x="211291" y="186994"/>
                  </a:cubicBezTo>
                  <a:cubicBezTo>
                    <a:pt x="223955" y="196527"/>
                    <a:pt x="233181" y="209913"/>
                    <a:pt x="237583" y="225140"/>
                  </a:cubicBezTo>
                  <a:cubicBezTo>
                    <a:pt x="214875" y="224517"/>
                    <a:pt x="192176" y="223508"/>
                    <a:pt x="169512" y="221847"/>
                  </a:cubicBezTo>
                  <a:cubicBezTo>
                    <a:pt x="161596" y="221260"/>
                    <a:pt x="153698" y="220465"/>
                    <a:pt x="145794" y="219749"/>
                  </a:cubicBezTo>
                  <a:close/>
                  <a:moveTo>
                    <a:pt x="241572" y="225264"/>
                  </a:moveTo>
                  <a:cubicBezTo>
                    <a:pt x="237979" y="210200"/>
                    <a:pt x="229857" y="196599"/>
                    <a:pt x="218299" y="186290"/>
                  </a:cubicBezTo>
                  <a:cubicBezTo>
                    <a:pt x="237284" y="184459"/>
                    <a:pt x="256242" y="182420"/>
                    <a:pt x="275146" y="179988"/>
                  </a:cubicBezTo>
                  <a:cubicBezTo>
                    <a:pt x="293595" y="177652"/>
                    <a:pt x="311987" y="174935"/>
                    <a:pt x="330334" y="171961"/>
                  </a:cubicBezTo>
                  <a:cubicBezTo>
                    <a:pt x="355739" y="180079"/>
                    <a:pt x="376845" y="198015"/>
                    <a:pt x="388956" y="221778"/>
                  </a:cubicBezTo>
                  <a:cubicBezTo>
                    <a:pt x="371150" y="223059"/>
                    <a:pt x="353328" y="224128"/>
                    <a:pt x="335481" y="224738"/>
                  </a:cubicBezTo>
                  <a:cubicBezTo>
                    <a:pt x="304186" y="225938"/>
                    <a:pt x="272869" y="226038"/>
                    <a:pt x="241572" y="225264"/>
                  </a:cubicBezTo>
                  <a:close/>
                  <a:moveTo>
                    <a:pt x="392494" y="221514"/>
                  </a:moveTo>
                  <a:cubicBezTo>
                    <a:pt x="382176" y="198793"/>
                    <a:pt x="363998" y="180563"/>
                    <a:pt x="341307" y="170178"/>
                  </a:cubicBezTo>
                  <a:cubicBezTo>
                    <a:pt x="392714" y="161479"/>
                    <a:pt x="443615" y="150301"/>
                    <a:pt x="494009" y="136641"/>
                  </a:cubicBezTo>
                  <a:cubicBezTo>
                    <a:pt x="494375" y="136975"/>
                    <a:pt x="494808" y="137227"/>
                    <a:pt x="495280" y="137381"/>
                  </a:cubicBezTo>
                  <a:cubicBezTo>
                    <a:pt x="528443" y="143862"/>
                    <a:pt x="558706" y="160668"/>
                    <a:pt x="581738" y="185394"/>
                  </a:cubicBezTo>
                  <a:cubicBezTo>
                    <a:pt x="551835" y="198831"/>
                    <a:pt x="520042" y="207589"/>
                    <a:pt x="487476" y="211359"/>
                  </a:cubicBezTo>
                  <a:cubicBezTo>
                    <a:pt x="455937" y="215848"/>
                    <a:pt x="424252" y="219149"/>
                    <a:pt x="392494" y="221514"/>
                  </a:cubicBezTo>
                  <a:close/>
                  <a:moveTo>
                    <a:pt x="614763" y="164526"/>
                  </a:moveTo>
                  <a:cubicBezTo>
                    <a:pt x="606002" y="171695"/>
                    <a:pt x="596520" y="177935"/>
                    <a:pt x="586470" y="183145"/>
                  </a:cubicBezTo>
                  <a:cubicBezTo>
                    <a:pt x="566228" y="158242"/>
                    <a:pt x="538428" y="140607"/>
                    <a:pt x="507273" y="132908"/>
                  </a:cubicBezTo>
                  <a:cubicBezTo>
                    <a:pt x="513336" y="131206"/>
                    <a:pt x="519408" y="129544"/>
                    <a:pt x="525452" y="127771"/>
                  </a:cubicBezTo>
                  <a:cubicBezTo>
                    <a:pt x="569539" y="115909"/>
                    <a:pt x="612749" y="101002"/>
                    <a:pt x="654771" y="83157"/>
                  </a:cubicBezTo>
                  <a:cubicBezTo>
                    <a:pt x="659503" y="112925"/>
                    <a:pt x="639030" y="144519"/>
                    <a:pt x="614763" y="1645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5" name="Google Shape;2905;p51"/>
          <p:cNvGrpSpPr/>
          <p:nvPr/>
        </p:nvGrpSpPr>
        <p:grpSpPr>
          <a:xfrm>
            <a:off x="2313551" y="324448"/>
            <a:ext cx="3567587" cy="2491954"/>
            <a:chOff x="2313551" y="324448"/>
            <a:chExt cx="3567587" cy="2491954"/>
          </a:xfrm>
        </p:grpSpPr>
        <p:grpSp>
          <p:nvGrpSpPr>
            <p:cNvPr id="2906" name="Google Shape;2906;p51"/>
            <p:cNvGrpSpPr/>
            <p:nvPr/>
          </p:nvGrpSpPr>
          <p:grpSpPr>
            <a:xfrm flipH="1">
              <a:off x="5123626" y="2138762"/>
              <a:ext cx="757512" cy="677640"/>
              <a:chOff x="7406356" y="1421774"/>
              <a:chExt cx="757512" cy="677640"/>
            </a:xfrm>
          </p:grpSpPr>
          <p:sp>
            <p:nvSpPr>
              <p:cNvPr id="2907" name="Google Shape;2907;p51"/>
              <p:cNvSpPr/>
              <p:nvPr/>
            </p:nvSpPr>
            <p:spPr>
              <a:xfrm>
                <a:off x="7406356" y="1790638"/>
                <a:ext cx="213256" cy="229698"/>
              </a:xfrm>
              <a:custGeom>
                <a:avLst/>
                <a:gdLst/>
                <a:ahLst/>
                <a:cxnLst/>
                <a:rect l="l" t="t" r="r" b="b"/>
                <a:pathLst>
                  <a:path w="213256" h="229698" extrusionOk="0">
                    <a:moveTo>
                      <a:pt x="207123" y="107819"/>
                    </a:moveTo>
                    <a:cubicBezTo>
                      <a:pt x="152749" y="105421"/>
                      <a:pt x="110084" y="60359"/>
                      <a:pt x="110705" y="5986"/>
                    </a:cubicBezTo>
                    <a:cubicBezTo>
                      <a:pt x="110976" y="-1642"/>
                      <a:pt x="100933" y="-1699"/>
                      <a:pt x="98423" y="4325"/>
                    </a:cubicBezTo>
                    <a:cubicBezTo>
                      <a:pt x="87977" y="29402"/>
                      <a:pt x="92536" y="58264"/>
                      <a:pt x="81212" y="82870"/>
                    </a:cubicBezTo>
                    <a:cubicBezTo>
                      <a:pt x="67932" y="111726"/>
                      <a:pt x="33768" y="113474"/>
                      <a:pt x="6046" y="113906"/>
                    </a:cubicBezTo>
                    <a:cubicBezTo>
                      <a:pt x="2597" y="114033"/>
                      <a:pt x="-96" y="116929"/>
                      <a:pt x="32" y="120375"/>
                    </a:cubicBezTo>
                    <a:cubicBezTo>
                      <a:pt x="152" y="123642"/>
                      <a:pt x="2776" y="126263"/>
                      <a:pt x="6046" y="126384"/>
                    </a:cubicBezTo>
                    <a:cubicBezTo>
                      <a:pt x="34654" y="128308"/>
                      <a:pt x="62033" y="138730"/>
                      <a:pt x="84669" y="156311"/>
                    </a:cubicBezTo>
                    <a:cubicBezTo>
                      <a:pt x="95063" y="165217"/>
                      <a:pt x="102976" y="176656"/>
                      <a:pt x="107640" y="189518"/>
                    </a:cubicBezTo>
                    <a:cubicBezTo>
                      <a:pt x="111233" y="201673"/>
                      <a:pt x="112601" y="214376"/>
                      <a:pt x="111678" y="227015"/>
                    </a:cubicBezTo>
                    <a:cubicBezTo>
                      <a:pt x="111718" y="228545"/>
                      <a:pt x="112992" y="229753"/>
                      <a:pt x="114524" y="229713"/>
                    </a:cubicBezTo>
                    <a:cubicBezTo>
                      <a:pt x="115457" y="229689"/>
                      <a:pt x="116316" y="229197"/>
                      <a:pt x="116808" y="228404"/>
                    </a:cubicBezTo>
                    <a:cubicBezTo>
                      <a:pt x="116868" y="228289"/>
                      <a:pt x="116907" y="228167"/>
                      <a:pt x="116967" y="228051"/>
                    </a:cubicBezTo>
                    <a:cubicBezTo>
                      <a:pt x="119801" y="229901"/>
                      <a:pt x="123600" y="229106"/>
                      <a:pt x="125452" y="226275"/>
                    </a:cubicBezTo>
                    <a:cubicBezTo>
                      <a:pt x="125788" y="225761"/>
                      <a:pt x="126045" y="225199"/>
                      <a:pt x="126214" y="224608"/>
                    </a:cubicBezTo>
                    <a:cubicBezTo>
                      <a:pt x="138593" y="181172"/>
                      <a:pt x="157826" y="128399"/>
                      <a:pt x="208789" y="120106"/>
                    </a:cubicBezTo>
                    <a:cubicBezTo>
                      <a:pt x="215929" y="118944"/>
                      <a:pt x="213957" y="107935"/>
                      <a:pt x="207123" y="1078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8" name="Google Shape;2908;p51"/>
              <p:cNvSpPr/>
              <p:nvPr/>
            </p:nvSpPr>
            <p:spPr>
              <a:xfrm>
                <a:off x="8037685" y="1963500"/>
                <a:ext cx="126183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35913" extrusionOk="0">
                    <a:moveTo>
                      <a:pt x="122566" y="63804"/>
                    </a:moveTo>
                    <a:cubicBezTo>
                      <a:pt x="90393" y="62384"/>
                      <a:pt x="65148" y="35721"/>
                      <a:pt x="65515" y="3549"/>
                    </a:cubicBezTo>
                    <a:cubicBezTo>
                      <a:pt x="65675" y="-965"/>
                      <a:pt x="59733" y="-999"/>
                      <a:pt x="58247" y="2566"/>
                    </a:cubicBezTo>
                    <a:cubicBezTo>
                      <a:pt x="52067" y="17403"/>
                      <a:pt x="54765" y="34481"/>
                      <a:pt x="48064" y="49041"/>
                    </a:cubicBezTo>
                    <a:cubicBezTo>
                      <a:pt x="40206" y="66115"/>
                      <a:pt x="19991" y="67149"/>
                      <a:pt x="3588" y="67405"/>
                    </a:cubicBezTo>
                    <a:cubicBezTo>
                      <a:pt x="1547" y="67481"/>
                      <a:pt x="-46" y="69195"/>
                      <a:pt x="30" y="71234"/>
                    </a:cubicBezTo>
                    <a:cubicBezTo>
                      <a:pt x="102" y="73167"/>
                      <a:pt x="1653" y="74716"/>
                      <a:pt x="3588" y="74789"/>
                    </a:cubicBezTo>
                    <a:cubicBezTo>
                      <a:pt x="20515" y="75927"/>
                      <a:pt x="36715" y="82094"/>
                      <a:pt x="50109" y="92497"/>
                    </a:cubicBezTo>
                    <a:cubicBezTo>
                      <a:pt x="56260" y="97766"/>
                      <a:pt x="60942" y="104535"/>
                      <a:pt x="63702" y="112146"/>
                    </a:cubicBezTo>
                    <a:cubicBezTo>
                      <a:pt x="65828" y="119337"/>
                      <a:pt x="66637" y="126853"/>
                      <a:pt x="66091" y="134332"/>
                    </a:cubicBezTo>
                    <a:cubicBezTo>
                      <a:pt x="66114" y="135238"/>
                      <a:pt x="66868" y="135952"/>
                      <a:pt x="67774" y="135929"/>
                    </a:cubicBezTo>
                    <a:cubicBezTo>
                      <a:pt x="68327" y="135914"/>
                      <a:pt x="68835" y="135623"/>
                      <a:pt x="69126" y="135153"/>
                    </a:cubicBezTo>
                    <a:lnTo>
                      <a:pt x="69221" y="134944"/>
                    </a:lnTo>
                    <a:cubicBezTo>
                      <a:pt x="70897" y="136040"/>
                      <a:pt x="73144" y="135570"/>
                      <a:pt x="74241" y="133895"/>
                    </a:cubicBezTo>
                    <a:cubicBezTo>
                      <a:pt x="74440" y="133591"/>
                      <a:pt x="74592" y="133258"/>
                      <a:pt x="74693" y="132908"/>
                    </a:cubicBezTo>
                    <a:cubicBezTo>
                      <a:pt x="82016" y="107207"/>
                      <a:pt x="93397" y="75979"/>
                      <a:pt x="123551" y="71073"/>
                    </a:cubicBezTo>
                    <a:cubicBezTo>
                      <a:pt x="127776" y="70386"/>
                      <a:pt x="126610" y="63871"/>
                      <a:pt x="122566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9" name="Google Shape;2909;p51"/>
              <p:cNvSpPr/>
              <p:nvPr/>
            </p:nvSpPr>
            <p:spPr>
              <a:xfrm>
                <a:off x="7654630" y="1421774"/>
                <a:ext cx="126188" cy="135913"/>
              </a:xfrm>
              <a:custGeom>
                <a:avLst/>
                <a:gdLst/>
                <a:ahLst/>
                <a:cxnLst/>
                <a:rect l="l" t="t" r="r" b="b"/>
                <a:pathLst>
                  <a:path w="126188" h="135913" extrusionOk="0">
                    <a:moveTo>
                      <a:pt x="122571" y="63804"/>
                    </a:moveTo>
                    <a:cubicBezTo>
                      <a:pt x="90398" y="62385"/>
                      <a:pt x="65152" y="35722"/>
                      <a:pt x="65519" y="3549"/>
                    </a:cubicBezTo>
                    <a:cubicBezTo>
                      <a:pt x="65679" y="-966"/>
                      <a:pt x="59737" y="-999"/>
                      <a:pt x="58252" y="2566"/>
                    </a:cubicBezTo>
                    <a:cubicBezTo>
                      <a:pt x="52072" y="17404"/>
                      <a:pt x="54769" y="34482"/>
                      <a:pt x="48068" y="49041"/>
                    </a:cubicBezTo>
                    <a:cubicBezTo>
                      <a:pt x="40211" y="66115"/>
                      <a:pt x="19996" y="67149"/>
                      <a:pt x="3592" y="67405"/>
                    </a:cubicBezTo>
                    <a:cubicBezTo>
                      <a:pt x="1552" y="67478"/>
                      <a:pt x="-43" y="69190"/>
                      <a:pt x="30" y="71229"/>
                    </a:cubicBezTo>
                    <a:cubicBezTo>
                      <a:pt x="99" y="73165"/>
                      <a:pt x="1654" y="74719"/>
                      <a:pt x="3592" y="74788"/>
                    </a:cubicBezTo>
                    <a:cubicBezTo>
                      <a:pt x="20519" y="75926"/>
                      <a:pt x="36719" y="82093"/>
                      <a:pt x="50113" y="92496"/>
                    </a:cubicBezTo>
                    <a:cubicBezTo>
                      <a:pt x="56264" y="97766"/>
                      <a:pt x="60946" y="104534"/>
                      <a:pt x="63705" y="112145"/>
                    </a:cubicBezTo>
                    <a:cubicBezTo>
                      <a:pt x="65831" y="119337"/>
                      <a:pt x="66641" y="126853"/>
                      <a:pt x="66095" y="134333"/>
                    </a:cubicBezTo>
                    <a:cubicBezTo>
                      <a:pt x="66119" y="135238"/>
                      <a:pt x="66872" y="135952"/>
                      <a:pt x="67778" y="135929"/>
                    </a:cubicBezTo>
                    <a:cubicBezTo>
                      <a:pt x="68331" y="135914"/>
                      <a:pt x="68839" y="135623"/>
                      <a:pt x="69130" y="135153"/>
                    </a:cubicBezTo>
                    <a:lnTo>
                      <a:pt x="69225" y="134945"/>
                    </a:lnTo>
                    <a:cubicBezTo>
                      <a:pt x="70901" y="136040"/>
                      <a:pt x="73149" y="135569"/>
                      <a:pt x="74245" y="133894"/>
                    </a:cubicBezTo>
                    <a:cubicBezTo>
                      <a:pt x="74444" y="133590"/>
                      <a:pt x="74596" y="133257"/>
                      <a:pt x="74695" y="132908"/>
                    </a:cubicBezTo>
                    <a:cubicBezTo>
                      <a:pt x="82021" y="107206"/>
                      <a:pt x="93402" y="75980"/>
                      <a:pt x="123555" y="71074"/>
                    </a:cubicBezTo>
                    <a:cubicBezTo>
                      <a:pt x="127781" y="70386"/>
                      <a:pt x="126614" y="63871"/>
                      <a:pt x="122571" y="638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10" name="Google Shape;2910;p51"/>
            <p:cNvGrpSpPr/>
            <p:nvPr/>
          </p:nvGrpSpPr>
          <p:grpSpPr>
            <a:xfrm flipH="1">
              <a:off x="4093830" y="959949"/>
              <a:ext cx="731128" cy="394605"/>
              <a:chOff x="1006523" y="1673424"/>
              <a:chExt cx="731128" cy="394605"/>
            </a:xfrm>
          </p:grpSpPr>
          <p:sp>
            <p:nvSpPr>
              <p:cNvPr id="2911" name="Google Shape;2911;p51"/>
              <p:cNvSpPr/>
              <p:nvPr/>
            </p:nvSpPr>
            <p:spPr>
              <a:xfrm>
                <a:off x="1010947" y="1679127"/>
                <a:ext cx="720146" cy="385761"/>
              </a:xfrm>
              <a:custGeom>
                <a:avLst/>
                <a:gdLst/>
                <a:ahLst/>
                <a:cxnLst/>
                <a:rect l="l" t="t" r="r" b="b"/>
                <a:pathLst>
                  <a:path w="720146" h="385761" extrusionOk="0">
                    <a:moveTo>
                      <a:pt x="714509" y="372279"/>
                    </a:moveTo>
                    <a:cubicBezTo>
                      <a:pt x="476403" y="370249"/>
                      <a:pt x="238355" y="374749"/>
                      <a:pt x="366" y="385777"/>
                    </a:cubicBezTo>
                    <a:lnTo>
                      <a:pt x="190" y="381807"/>
                    </a:lnTo>
                    <a:cubicBezTo>
                      <a:pt x="23494" y="337553"/>
                      <a:pt x="75353" y="316562"/>
                      <a:pt x="122907" y="332136"/>
                    </a:cubicBezTo>
                    <a:cubicBezTo>
                      <a:pt x="110459" y="305139"/>
                      <a:pt x="97657" y="275937"/>
                      <a:pt x="102601" y="246558"/>
                    </a:cubicBezTo>
                    <a:cubicBezTo>
                      <a:pt x="107545" y="217179"/>
                      <a:pt x="138710" y="190535"/>
                      <a:pt x="166255" y="201828"/>
                    </a:cubicBezTo>
                    <a:cubicBezTo>
                      <a:pt x="193712" y="213121"/>
                      <a:pt x="199627" y="251763"/>
                      <a:pt x="225318" y="266585"/>
                    </a:cubicBezTo>
                    <a:cubicBezTo>
                      <a:pt x="201658" y="224149"/>
                      <a:pt x="210133" y="171743"/>
                      <a:pt x="220904" y="124455"/>
                    </a:cubicBezTo>
                    <a:cubicBezTo>
                      <a:pt x="227349" y="95870"/>
                      <a:pt x="234765" y="66756"/>
                      <a:pt x="251186" y="42406"/>
                    </a:cubicBezTo>
                    <a:cubicBezTo>
                      <a:pt x="267519" y="18056"/>
                      <a:pt x="294711" y="-1001"/>
                      <a:pt x="324022" y="58"/>
                    </a:cubicBezTo>
                    <a:cubicBezTo>
                      <a:pt x="351743" y="1028"/>
                      <a:pt x="376552" y="19908"/>
                      <a:pt x="391119" y="43464"/>
                    </a:cubicBezTo>
                    <a:cubicBezTo>
                      <a:pt x="404555" y="67819"/>
                      <a:pt x="412877" y="94658"/>
                      <a:pt x="415574" y="122337"/>
                    </a:cubicBezTo>
                    <a:cubicBezTo>
                      <a:pt x="424312" y="182362"/>
                      <a:pt x="424846" y="243295"/>
                      <a:pt x="417163" y="303463"/>
                    </a:cubicBezTo>
                    <a:cubicBezTo>
                      <a:pt x="434979" y="242196"/>
                      <a:pt x="471189" y="187872"/>
                      <a:pt x="520899" y="147834"/>
                    </a:cubicBezTo>
                    <a:cubicBezTo>
                      <a:pt x="548179" y="126043"/>
                      <a:pt x="585259" y="108398"/>
                      <a:pt x="617218" y="122602"/>
                    </a:cubicBezTo>
                    <a:cubicBezTo>
                      <a:pt x="653592" y="138747"/>
                      <a:pt x="662597" y="186653"/>
                      <a:pt x="658006" y="226266"/>
                    </a:cubicBezTo>
                    <a:cubicBezTo>
                      <a:pt x="652915" y="269428"/>
                      <a:pt x="637831" y="310811"/>
                      <a:pt x="613952" y="347134"/>
                    </a:cubicBezTo>
                    <a:cubicBezTo>
                      <a:pt x="641674" y="313080"/>
                      <a:pt x="706563" y="324990"/>
                      <a:pt x="720336" y="3667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2" name="Google Shape;2912;p51"/>
              <p:cNvSpPr/>
              <p:nvPr/>
            </p:nvSpPr>
            <p:spPr>
              <a:xfrm>
                <a:off x="1006523" y="1673424"/>
                <a:ext cx="731128" cy="394605"/>
              </a:xfrm>
              <a:custGeom>
                <a:avLst/>
                <a:gdLst/>
                <a:ahLst/>
                <a:cxnLst/>
                <a:rect l="l" t="t" r="r" b="b"/>
                <a:pathLst>
                  <a:path w="731128" h="394605" extrusionOk="0">
                    <a:moveTo>
                      <a:pt x="730915" y="370736"/>
                    </a:moveTo>
                    <a:cubicBezTo>
                      <a:pt x="717966" y="334312"/>
                      <a:pt x="672867" y="317997"/>
                      <a:pt x="638450" y="331138"/>
                    </a:cubicBezTo>
                    <a:cubicBezTo>
                      <a:pt x="653422" y="302431"/>
                      <a:pt x="663395" y="271388"/>
                      <a:pt x="667943" y="239337"/>
                    </a:cubicBezTo>
                    <a:cubicBezTo>
                      <a:pt x="672240" y="208473"/>
                      <a:pt x="670821" y="172937"/>
                      <a:pt x="652509" y="146368"/>
                    </a:cubicBezTo>
                    <a:cubicBezTo>
                      <a:pt x="602956" y="74470"/>
                      <a:pt x="513277" y="147786"/>
                      <a:pt x="475750" y="193356"/>
                    </a:cubicBezTo>
                    <a:cubicBezTo>
                      <a:pt x="458396" y="214435"/>
                      <a:pt x="443791" y="237631"/>
                      <a:pt x="432286" y="262387"/>
                    </a:cubicBezTo>
                    <a:cubicBezTo>
                      <a:pt x="434488" y="224025"/>
                      <a:pt x="433396" y="185545"/>
                      <a:pt x="429023" y="147369"/>
                    </a:cubicBezTo>
                    <a:cubicBezTo>
                      <a:pt x="423997" y="103966"/>
                      <a:pt x="416603" y="55387"/>
                      <a:pt x="383188" y="23884"/>
                    </a:cubicBezTo>
                    <a:cubicBezTo>
                      <a:pt x="355093" y="-4468"/>
                      <a:pt x="310460" y="-7987"/>
                      <a:pt x="278263" y="15611"/>
                    </a:cubicBezTo>
                    <a:cubicBezTo>
                      <a:pt x="240486" y="42625"/>
                      <a:pt x="227920" y="89005"/>
                      <a:pt x="218343" y="132031"/>
                    </a:cubicBezTo>
                    <a:cubicBezTo>
                      <a:pt x="210023" y="169410"/>
                      <a:pt x="203739" y="209460"/>
                      <a:pt x="213250" y="246612"/>
                    </a:cubicBezTo>
                    <a:cubicBezTo>
                      <a:pt x="206835" y="235746"/>
                      <a:pt x="199671" y="225339"/>
                      <a:pt x="191809" y="215468"/>
                    </a:cubicBezTo>
                    <a:cubicBezTo>
                      <a:pt x="178661" y="199787"/>
                      <a:pt x="156697" y="194729"/>
                      <a:pt x="138008" y="203080"/>
                    </a:cubicBezTo>
                    <a:cubicBezTo>
                      <a:pt x="117536" y="212768"/>
                      <a:pt x="103422" y="232222"/>
                      <a:pt x="100574" y="254679"/>
                    </a:cubicBezTo>
                    <a:cubicBezTo>
                      <a:pt x="97247" y="280637"/>
                      <a:pt x="106487" y="305681"/>
                      <a:pt x="117010" y="329182"/>
                    </a:cubicBezTo>
                    <a:cubicBezTo>
                      <a:pt x="70130" y="319832"/>
                      <a:pt x="22760" y="342838"/>
                      <a:pt x="1151" y="385450"/>
                    </a:cubicBezTo>
                    <a:cubicBezTo>
                      <a:pt x="531" y="386691"/>
                      <a:pt x="608" y="388165"/>
                      <a:pt x="1352" y="389336"/>
                    </a:cubicBezTo>
                    <a:cubicBezTo>
                      <a:pt x="62" y="390312"/>
                      <a:pt x="-193" y="392149"/>
                      <a:pt x="784" y="393439"/>
                    </a:cubicBezTo>
                    <a:cubicBezTo>
                      <a:pt x="1339" y="394172"/>
                      <a:pt x="2205" y="394602"/>
                      <a:pt x="3125" y="394600"/>
                    </a:cubicBezTo>
                    <a:cubicBezTo>
                      <a:pt x="96756" y="394988"/>
                      <a:pt x="190477" y="389755"/>
                      <a:pt x="284088" y="387705"/>
                    </a:cubicBezTo>
                    <a:cubicBezTo>
                      <a:pt x="377777" y="385652"/>
                      <a:pt x="471482" y="384446"/>
                      <a:pt x="565203" y="384087"/>
                    </a:cubicBezTo>
                    <a:cubicBezTo>
                      <a:pt x="590828" y="384014"/>
                      <a:pt x="616454" y="384003"/>
                      <a:pt x="642079" y="384051"/>
                    </a:cubicBezTo>
                    <a:cubicBezTo>
                      <a:pt x="668174" y="385578"/>
                      <a:pt x="694344" y="385294"/>
                      <a:pt x="720399" y="383199"/>
                    </a:cubicBezTo>
                    <a:cubicBezTo>
                      <a:pt x="722663" y="382771"/>
                      <a:pt x="724283" y="380767"/>
                      <a:pt x="724226" y="378465"/>
                    </a:cubicBezTo>
                    <a:cubicBezTo>
                      <a:pt x="728342" y="378802"/>
                      <a:pt x="732677" y="375694"/>
                      <a:pt x="730915" y="370736"/>
                    </a:cubicBezTo>
                    <a:close/>
                    <a:moveTo>
                      <a:pt x="653062" y="371055"/>
                    </a:moveTo>
                    <a:cubicBezTo>
                      <a:pt x="629633" y="370964"/>
                      <a:pt x="606204" y="370938"/>
                      <a:pt x="582775" y="370977"/>
                    </a:cubicBezTo>
                    <a:cubicBezTo>
                      <a:pt x="535917" y="371087"/>
                      <a:pt x="489060" y="371453"/>
                      <a:pt x="442205" y="372075"/>
                    </a:cubicBezTo>
                    <a:cubicBezTo>
                      <a:pt x="348490" y="373312"/>
                      <a:pt x="254801" y="375743"/>
                      <a:pt x="161140" y="379368"/>
                    </a:cubicBezTo>
                    <a:cubicBezTo>
                      <a:pt x="110377" y="381270"/>
                      <a:pt x="59526" y="383365"/>
                      <a:pt x="8937" y="388065"/>
                    </a:cubicBezTo>
                    <a:cubicBezTo>
                      <a:pt x="32428" y="347461"/>
                      <a:pt x="81168" y="328851"/>
                      <a:pt x="125768" y="343457"/>
                    </a:cubicBezTo>
                    <a:cubicBezTo>
                      <a:pt x="131019" y="345282"/>
                      <a:pt x="134204" y="339130"/>
                      <a:pt x="132306" y="334958"/>
                    </a:cubicBezTo>
                    <a:cubicBezTo>
                      <a:pt x="121286" y="310743"/>
                      <a:pt x="109365" y="284378"/>
                      <a:pt x="112509" y="257100"/>
                    </a:cubicBezTo>
                    <a:cubicBezTo>
                      <a:pt x="114888" y="236463"/>
                      <a:pt x="130503" y="215044"/>
                      <a:pt x="152002" y="211517"/>
                    </a:cubicBezTo>
                    <a:cubicBezTo>
                      <a:pt x="172478" y="208158"/>
                      <a:pt x="185124" y="225320"/>
                      <a:pt x="194772" y="240541"/>
                    </a:cubicBezTo>
                    <a:cubicBezTo>
                      <a:pt x="202382" y="255199"/>
                      <a:pt x="213268" y="267909"/>
                      <a:pt x="226588" y="277684"/>
                    </a:cubicBezTo>
                    <a:cubicBezTo>
                      <a:pt x="229638" y="279355"/>
                      <a:pt x="233467" y="278238"/>
                      <a:pt x="235139" y="275189"/>
                    </a:cubicBezTo>
                    <a:cubicBezTo>
                      <a:pt x="236172" y="273304"/>
                      <a:pt x="236172" y="271023"/>
                      <a:pt x="235139" y="269139"/>
                    </a:cubicBezTo>
                    <a:cubicBezTo>
                      <a:pt x="215455" y="232283"/>
                      <a:pt x="219578" y="189328"/>
                      <a:pt x="227546" y="149807"/>
                    </a:cubicBezTo>
                    <a:cubicBezTo>
                      <a:pt x="235420" y="110756"/>
                      <a:pt x="243996" y="66177"/>
                      <a:pt x="273050" y="36772"/>
                    </a:cubicBezTo>
                    <a:cubicBezTo>
                      <a:pt x="286565" y="22158"/>
                      <a:pt x="305207" y="13328"/>
                      <a:pt x="325083" y="12125"/>
                    </a:cubicBezTo>
                    <a:cubicBezTo>
                      <a:pt x="344658" y="12570"/>
                      <a:pt x="363212" y="20948"/>
                      <a:pt x="376483" y="35335"/>
                    </a:cubicBezTo>
                    <a:cubicBezTo>
                      <a:pt x="406720" y="65794"/>
                      <a:pt x="412478" y="113178"/>
                      <a:pt x="416754" y="153816"/>
                    </a:cubicBezTo>
                    <a:cubicBezTo>
                      <a:pt x="422103" y="205489"/>
                      <a:pt x="421532" y="257603"/>
                      <a:pt x="415052" y="309147"/>
                    </a:cubicBezTo>
                    <a:cubicBezTo>
                      <a:pt x="414122" y="316649"/>
                      <a:pt x="425893" y="317708"/>
                      <a:pt x="427902" y="310885"/>
                    </a:cubicBezTo>
                    <a:cubicBezTo>
                      <a:pt x="446804" y="246663"/>
                      <a:pt x="488310" y="182671"/>
                      <a:pt x="546067" y="146817"/>
                    </a:cubicBezTo>
                    <a:cubicBezTo>
                      <a:pt x="573838" y="129578"/>
                      <a:pt x="612575" y="119662"/>
                      <a:pt x="637169" y="147721"/>
                    </a:cubicBezTo>
                    <a:cubicBezTo>
                      <a:pt x="656379" y="169638"/>
                      <a:pt x="658947" y="202751"/>
                      <a:pt x="656040" y="230472"/>
                    </a:cubicBezTo>
                    <a:cubicBezTo>
                      <a:pt x="651159" y="273011"/>
                      <a:pt x="636331" y="313806"/>
                      <a:pt x="612755" y="349560"/>
                    </a:cubicBezTo>
                    <a:cubicBezTo>
                      <a:pt x="608794" y="355665"/>
                      <a:pt x="618123" y="363078"/>
                      <a:pt x="622963" y="357430"/>
                    </a:cubicBezTo>
                    <a:cubicBezTo>
                      <a:pt x="648142" y="328049"/>
                      <a:pt x="703126" y="336288"/>
                      <a:pt x="717787" y="372463"/>
                    </a:cubicBezTo>
                    <a:cubicBezTo>
                      <a:pt x="696266" y="370574"/>
                      <a:pt x="674644" y="370103"/>
                      <a:pt x="653062" y="3710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13" name="Google Shape;2913;p51"/>
            <p:cNvGrpSpPr/>
            <p:nvPr/>
          </p:nvGrpSpPr>
          <p:grpSpPr>
            <a:xfrm flipH="1">
              <a:off x="2313551" y="324447"/>
              <a:ext cx="1166447" cy="549813"/>
              <a:chOff x="4496533" y="-114840"/>
              <a:chExt cx="1166447" cy="549813"/>
            </a:xfrm>
          </p:grpSpPr>
          <p:sp>
            <p:nvSpPr>
              <p:cNvPr id="2914" name="Google Shape;2914;p51"/>
              <p:cNvSpPr/>
              <p:nvPr/>
            </p:nvSpPr>
            <p:spPr>
              <a:xfrm>
                <a:off x="4502226" y="-108161"/>
                <a:ext cx="1154246" cy="536688"/>
              </a:xfrm>
              <a:custGeom>
                <a:avLst/>
                <a:gdLst/>
                <a:ahLst/>
                <a:cxnLst/>
                <a:rect l="l" t="t" r="r" b="b"/>
                <a:pathLst>
                  <a:path w="1154246" h="536688" extrusionOk="0">
                    <a:moveTo>
                      <a:pt x="1154437" y="536704"/>
                    </a:moveTo>
                    <a:cubicBezTo>
                      <a:pt x="906796" y="533352"/>
                      <a:pt x="659095" y="530058"/>
                      <a:pt x="411336" y="526823"/>
                    </a:cubicBezTo>
                    <a:cubicBezTo>
                      <a:pt x="274052" y="524970"/>
                      <a:pt x="136679" y="523117"/>
                      <a:pt x="190" y="508560"/>
                    </a:cubicBezTo>
                    <a:lnTo>
                      <a:pt x="1426" y="496562"/>
                    </a:lnTo>
                    <a:cubicBezTo>
                      <a:pt x="1335" y="469434"/>
                      <a:pt x="23269" y="447369"/>
                      <a:pt x="50415" y="447278"/>
                    </a:cubicBezTo>
                    <a:cubicBezTo>
                      <a:pt x="65232" y="447229"/>
                      <a:pt x="79281" y="453861"/>
                      <a:pt x="88652" y="465330"/>
                    </a:cubicBezTo>
                    <a:cubicBezTo>
                      <a:pt x="82472" y="435422"/>
                      <a:pt x="115579" y="409219"/>
                      <a:pt x="146126" y="410101"/>
                    </a:cubicBezTo>
                    <a:cubicBezTo>
                      <a:pt x="176673" y="410984"/>
                      <a:pt x="203423" y="429687"/>
                      <a:pt x="228143" y="447685"/>
                    </a:cubicBezTo>
                    <a:cubicBezTo>
                      <a:pt x="209346" y="390469"/>
                      <a:pt x="207476" y="329047"/>
                      <a:pt x="222758" y="270794"/>
                    </a:cubicBezTo>
                    <a:cubicBezTo>
                      <a:pt x="224308" y="262164"/>
                      <a:pt x="228325" y="254167"/>
                      <a:pt x="234323" y="247768"/>
                    </a:cubicBezTo>
                    <a:cubicBezTo>
                      <a:pt x="244829" y="238239"/>
                      <a:pt x="260986" y="239563"/>
                      <a:pt x="274847" y="242474"/>
                    </a:cubicBezTo>
                    <a:cubicBezTo>
                      <a:pt x="331342" y="254455"/>
                      <a:pt x="382801" y="283462"/>
                      <a:pt x="422284" y="325582"/>
                    </a:cubicBezTo>
                    <a:cubicBezTo>
                      <a:pt x="407232" y="244817"/>
                      <a:pt x="412264" y="161594"/>
                      <a:pt x="436939" y="83228"/>
                    </a:cubicBezTo>
                    <a:cubicBezTo>
                      <a:pt x="445944" y="54996"/>
                      <a:pt x="459010" y="25529"/>
                      <a:pt x="484525" y="10443"/>
                    </a:cubicBezTo>
                    <a:cubicBezTo>
                      <a:pt x="519486" y="-10378"/>
                      <a:pt x="565130" y="2944"/>
                      <a:pt x="599649" y="24470"/>
                    </a:cubicBezTo>
                    <a:cubicBezTo>
                      <a:pt x="686718" y="80117"/>
                      <a:pt x="737000" y="178351"/>
                      <a:pt x="731195" y="281469"/>
                    </a:cubicBezTo>
                    <a:cubicBezTo>
                      <a:pt x="739505" y="259642"/>
                      <a:pt x="751878" y="239585"/>
                      <a:pt x="767657" y="222359"/>
                    </a:cubicBezTo>
                    <a:cubicBezTo>
                      <a:pt x="784520" y="206214"/>
                      <a:pt x="809946" y="196862"/>
                      <a:pt x="831664" y="205331"/>
                    </a:cubicBezTo>
                    <a:cubicBezTo>
                      <a:pt x="860799" y="216712"/>
                      <a:pt x="870510" y="253590"/>
                      <a:pt x="867685" y="284734"/>
                    </a:cubicBezTo>
                    <a:cubicBezTo>
                      <a:pt x="865261" y="311159"/>
                      <a:pt x="856771" y="336670"/>
                      <a:pt x="842876" y="359284"/>
                    </a:cubicBezTo>
                    <a:cubicBezTo>
                      <a:pt x="865743" y="330258"/>
                      <a:pt x="897702" y="297879"/>
                      <a:pt x="933369" y="307584"/>
                    </a:cubicBezTo>
                    <a:cubicBezTo>
                      <a:pt x="949593" y="313142"/>
                      <a:pt x="963364" y="324189"/>
                      <a:pt x="972303" y="338816"/>
                    </a:cubicBezTo>
                    <a:cubicBezTo>
                      <a:pt x="999818" y="379201"/>
                      <a:pt x="1007209" y="429991"/>
                      <a:pt x="992344" y="476535"/>
                    </a:cubicBezTo>
                    <a:cubicBezTo>
                      <a:pt x="1049200" y="443009"/>
                      <a:pt x="1133248" y="474241"/>
                      <a:pt x="1154437" y="5367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5" name="Google Shape;2915;p51"/>
              <p:cNvSpPr/>
              <p:nvPr/>
            </p:nvSpPr>
            <p:spPr>
              <a:xfrm>
                <a:off x="4496533" y="-114840"/>
                <a:ext cx="1166447" cy="549813"/>
              </a:xfrm>
              <a:custGeom>
                <a:avLst/>
                <a:gdLst/>
                <a:ahLst/>
                <a:cxnLst/>
                <a:rect l="l" t="t" r="r" b="b"/>
                <a:pathLst>
                  <a:path w="1166447" h="549813" extrusionOk="0">
                    <a:moveTo>
                      <a:pt x="1166419" y="541617"/>
                    </a:moveTo>
                    <a:cubicBezTo>
                      <a:pt x="1144293" y="479482"/>
                      <a:pt x="1068085" y="447111"/>
                      <a:pt x="1007823" y="471357"/>
                    </a:cubicBezTo>
                    <a:cubicBezTo>
                      <a:pt x="1018733" y="422157"/>
                      <a:pt x="1007469" y="366381"/>
                      <a:pt x="972968" y="328847"/>
                    </a:cubicBezTo>
                    <a:cubicBezTo>
                      <a:pt x="956760" y="309290"/>
                      <a:pt x="930237" y="301621"/>
                      <a:pt x="906083" y="309507"/>
                    </a:cubicBezTo>
                    <a:cubicBezTo>
                      <a:pt x="893294" y="314278"/>
                      <a:pt x="881588" y="321554"/>
                      <a:pt x="871651" y="330908"/>
                    </a:cubicBezTo>
                    <a:cubicBezTo>
                      <a:pt x="885074" y="290957"/>
                      <a:pt x="887332" y="243066"/>
                      <a:pt x="855271" y="215403"/>
                    </a:cubicBezTo>
                    <a:cubicBezTo>
                      <a:pt x="834885" y="199433"/>
                      <a:pt x="806585" y="198210"/>
                      <a:pt x="784896" y="212362"/>
                    </a:cubicBezTo>
                    <a:cubicBezTo>
                      <a:pt x="766910" y="223907"/>
                      <a:pt x="752563" y="240306"/>
                      <a:pt x="743517" y="259662"/>
                    </a:cubicBezTo>
                    <a:cubicBezTo>
                      <a:pt x="739582" y="172444"/>
                      <a:pt x="697139" y="91463"/>
                      <a:pt x="627638" y="38561"/>
                    </a:cubicBezTo>
                    <a:cubicBezTo>
                      <a:pt x="590940" y="11047"/>
                      <a:pt x="538272" y="-13232"/>
                      <a:pt x="493039" y="8240"/>
                    </a:cubicBezTo>
                    <a:cubicBezTo>
                      <a:pt x="447305" y="29949"/>
                      <a:pt x="433376" y="90842"/>
                      <a:pt x="423963" y="135619"/>
                    </a:cubicBezTo>
                    <a:cubicBezTo>
                      <a:pt x="411748" y="194258"/>
                      <a:pt x="409916" y="254582"/>
                      <a:pt x="418547" y="313853"/>
                    </a:cubicBezTo>
                    <a:cubicBezTo>
                      <a:pt x="383031" y="280804"/>
                      <a:pt x="339760" y="257222"/>
                      <a:pt x="292723" y="245281"/>
                    </a:cubicBezTo>
                    <a:cubicBezTo>
                      <a:pt x="277936" y="241560"/>
                      <a:pt x="261187" y="237651"/>
                      <a:pt x="246362" y="243193"/>
                    </a:cubicBezTo>
                    <a:cubicBezTo>
                      <a:pt x="232005" y="248560"/>
                      <a:pt x="225960" y="261922"/>
                      <a:pt x="222201" y="275738"/>
                    </a:cubicBezTo>
                    <a:cubicBezTo>
                      <a:pt x="216912" y="295586"/>
                      <a:pt x="213624" y="315913"/>
                      <a:pt x="212385" y="336416"/>
                    </a:cubicBezTo>
                    <a:cubicBezTo>
                      <a:pt x="210244" y="370725"/>
                      <a:pt x="213643" y="405155"/>
                      <a:pt x="222453" y="438385"/>
                    </a:cubicBezTo>
                    <a:cubicBezTo>
                      <a:pt x="197081" y="420999"/>
                      <a:pt x="167757" y="405225"/>
                      <a:pt x="136742" y="411815"/>
                    </a:cubicBezTo>
                    <a:cubicBezTo>
                      <a:pt x="112740" y="416145"/>
                      <a:pt x="93618" y="434332"/>
                      <a:pt x="88105" y="458074"/>
                    </a:cubicBezTo>
                    <a:cubicBezTo>
                      <a:pt x="63708" y="440329"/>
                      <a:pt x="29536" y="445709"/>
                      <a:pt x="11779" y="470089"/>
                    </a:cubicBezTo>
                    <a:cubicBezTo>
                      <a:pt x="4780" y="479699"/>
                      <a:pt x="1110" y="491328"/>
                      <a:pt x="1326" y="503211"/>
                    </a:cubicBezTo>
                    <a:cubicBezTo>
                      <a:pt x="1076" y="510631"/>
                      <a:pt x="12612" y="510622"/>
                      <a:pt x="12862" y="503211"/>
                    </a:cubicBezTo>
                    <a:cubicBezTo>
                      <a:pt x="13871" y="479108"/>
                      <a:pt x="34241" y="460386"/>
                      <a:pt x="58361" y="461394"/>
                    </a:cubicBezTo>
                    <a:cubicBezTo>
                      <a:pt x="70468" y="461900"/>
                      <a:pt x="81823" y="467407"/>
                      <a:pt x="89712" y="476599"/>
                    </a:cubicBezTo>
                    <a:cubicBezTo>
                      <a:pt x="94430" y="481959"/>
                      <a:pt x="101501" y="476044"/>
                      <a:pt x="100563" y="470286"/>
                    </a:cubicBezTo>
                    <a:cubicBezTo>
                      <a:pt x="96145" y="443157"/>
                      <a:pt x="126125" y="423342"/>
                      <a:pt x="150321" y="423286"/>
                    </a:cubicBezTo>
                    <a:cubicBezTo>
                      <a:pt x="180595" y="423217"/>
                      <a:pt x="207178" y="443007"/>
                      <a:pt x="230568" y="459986"/>
                    </a:cubicBezTo>
                    <a:cubicBezTo>
                      <a:pt x="235174" y="463330"/>
                      <a:pt x="241764" y="457788"/>
                      <a:pt x="240105" y="452660"/>
                    </a:cubicBezTo>
                    <a:cubicBezTo>
                      <a:pt x="229129" y="419013"/>
                      <a:pt x="223961" y="383746"/>
                      <a:pt x="224823" y="348367"/>
                    </a:cubicBezTo>
                    <a:cubicBezTo>
                      <a:pt x="225281" y="330331"/>
                      <a:pt x="227364" y="312373"/>
                      <a:pt x="231048" y="294710"/>
                    </a:cubicBezTo>
                    <a:cubicBezTo>
                      <a:pt x="234309" y="279126"/>
                      <a:pt x="237102" y="257367"/>
                      <a:pt x="255912" y="253976"/>
                    </a:cubicBezTo>
                    <a:cubicBezTo>
                      <a:pt x="271150" y="251229"/>
                      <a:pt x="288640" y="257203"/>
                      <a:pt x="303069" y="261647"/>
                    </a:cubicBezTo>
                    <a:cubicBezTo>
                      <a:pt x="318518" y="266400"/>
                      <a:pt x="333517" y="272508"/>
                      <a:pt x="347889" y="279901"/>
                    </a:cubicBezTo>
                    <a:cubicBezTo>
                      <a:pt x="376095" y="294475"/>
                      <a:pt x="401630" y="313714"/>
                      <a:pt x="423412" y="336803"/>
                    </a:cubicBezTo>
                    <a:cubicBezTo>
                      <a:pt x="428195" y="341852"/>
                      <a:pt x="435359" y="336463"/>
                      <a:pt x="434263" y="330491"/>
                    </a:cubicBezTo>
                    <a:cubicBezTo>
                      <a:pt x="424307" y="276595"/>
                      <a:pt x="423341" y="221424"/>
                      <a:pt x="431404" y="167213"/>
                    </a:cubicBezTo>
                    <a:cubicBezTo>
                      <a:pt x="435371" y="140508"/>
                      <a:pt x="441572" y="114182"/>
                      <a:pt x="449942" y="88513"/>
                    </a:cubicBezTo>
                    <a:cubicBezTo>
                      <a:pt x="455745" y="66590"/>
                      <a:pt x="467159" y="46553"/>
                      <a:pt x="483061" y="30376"/>
                    </a:cubicBezTo>
                    <a:cubicBezTo>
                      <a:pt x="521578" y="-4159"/>
                      <a:pt x="578118" y="19386"/>
                      <a:pt x="614427" y="44930"/>
                    </a:cubicBezTo>
                    <a:cubicBezTo>
                      <a:pt x="650733" y="70902"/>
                      <a:pt x="680204" y="105275"/>
                      <a:pt x="700319" y="145110"/>
                    </a:cubicBezTo>
                    <a:cubicBezTo>
                      <a:pt x="722980" y="189228"/>
                      <a:pt x="733359" y="238621"/>
                      <a:pt x="730372" y="288121"/>
                    </a:cubicBezTo>
                    <a:cubicBezTo>
                      <a:pt x="730460" y="291729"/>
                      <a:pt x="733458" y="294581"/>
                      <a:pt x="737068" y="294493"/>
                    </a:cubicBezTo>
                    <a:cubicBezTo>
                      <a:pt x="739277" y="294439"/>
                      <a:pt x="741308" y="293274"/>
                      <a:pt x="742469" y="291396"/>
                    </a:cubicBezTo>
                    <a:cubicBezTo>
                      <a:pt x="752816" y="268715"/>
                      <a:pt x="763762" y="243509"/>
                      <a:pt x="784371" y="228167"/>
                    </a:cubicBezTo>
                    <a:cubicBezTo>
                      <a:pt x="803975" y="213573"/>
                      <a:pt x="831957" y="209292"/>
                      <a:pt x="850126" y="228411"/>
                    </a:cubicBezTo>
                    <a:cubicBezTo>
                      <a:pt x="883525" y="263555"/>
                      <a:pt x="864414" y="327001"/>
                      <a:pt x="842959" y="362694"/>
                    </a:cubicBezTo>
                    <a:cubicBezTo>
                      <a:pt x="839274" y="368826"/>
                      <a:pt x="848478" y="376451"/>
                      <a:pt x="853156" y="370556"/>
                    </a:cubicBezTo>
                    <a:cubicBezTo>
                      <a:pt x="867456" y="352536"/>
                      <a:pt x="883754" y="333466"/>
                      <a:pt x="905157" y="323783"/>
                    </a:cubicBezTo>
                    <a:cubicBezTo>
                      <a:pt x="929948" y="312568"/>
                      <a:pt x="952999" y="323733"/>
                      <a:pt x="968776" y="343943"/>
                    </a:cubicBezTo>
                    <a:cubicBezTo>
                      <a:pt x="998252" y="383374"/>
                      <a:pt x="1006812" y="434621"/>
                      <a:pt x="991749" y="481481"/>
                    </a:cubicBezTo>
                    <a:cubicBezTo>
                      <a:pt x="990872" y="484995"/>
                      <a:pt x="993013" y="488553"/>
                      <a:pt x="996529" y="489429"/>
                    </a:cubicBezTo>
                    <a:cubicBezTo>
                      <a:pt x="998137" y="489829"/>
                      <a:pt x="999836" y="489607"/>
                      <a:pt x="1001286" y="488807"/>
                    </a:cubicBezTo>
                    <a:cubicBezTo>
                      <a:pt x="1052764" y="459477"/>
                      <a:pt x="1125309" y="483641"/>
                      <a:pt x="1150323" y="536723"/>
                    </a:cubicBezTo>
                    <a:cubicBezTo>
                      <a:pt x="1002638" y="534768"/>
                      <a:pt x="854953" y="532812"/>
                      <a:pt x="707268" y="530856"/>
                    </a:cubicBezTo>
                    <a:cubicBezTo>
                      <a:pt x="556727" y="528863"/>
                      <a:pt x="406089" y="528259"/>
                      <a:pt x="255589" y="524100"/>
                    </a:cubicBezTo>
                    <a:cubicBezTo>
                      <a:pt x="171463" y="521775"/>
                      <a:pt x="86929" y="519630"/>
                      <a:pt x="3104" y="511894"/>
                    </a:cubicBezTo>
                    <a:cubicBezTo>
                      <a:pt x="-847" y="511530"/>
                      <a:pt x="-716" y="517526"/>
                      <a:pt x="3104" y="517994"/>
                    </a:cubicBezTo>
                    <a:cubicBezTo>
                      <a:pt x="77632" y="527116"/>
                      <a:pt x="152173" y="533730"/>
                      <a:pt x="227233" y="536215"/>
                    </a:cubicBezTo>
                    <a:cubicBezTo>
                      <a:pt x="302210" y="538699"/>
                      <a:pt x="377233" y="539461"/>
                      <a:pt x="452242" y="540455"/>
                    </a:cubicBezTo>
                    <a:cubicBezTo>
                      <a:pt x="603205" y="542454"/>
                      <a:pt x="754168" y="544453"/>
                      <a:pt x="905133" y="546452"/>
                    </a:cubicBezTo>
                    <a:cubicBezTo>
                      <a:pt x="990141" y="547577"/>
                      <a:pt x="1075150" y="548703"/>
                      <a:pt x="1160158" y="549829"/>
                    </a:cubicBezTo>
                    <a:cubicBezTo>
                      <a:pt x="1163770" y="549796"/>
                      <a:pt x="1166670" y="546844"/>
                      <a:pt x="1166638" y="543235"/>
                    </a:cubicBezTo>
                    <a:cubicBezTo>
                      <a:pt x="1166633" y="542688"/>
                      <a:pt x="1166559" y="542145"/>
                      <a:pt x="1166419" y="5416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16" name="Google Shape;2916;p51"/>
          <p:cNvSpPr/>
          <p:nvPr/>
        </p:nvSpPr>
        <p:spPr>
          <a:xfrm flipH="1">
            <a:off x="6612361" y="5931166"/>
            <a:ext cx="10166" cy="32660"/>
          </a:xfrm>
          <a:custGeom>
            <a:avLst/>
            <a:gdLst/>
            <a:ahLst/>
            <a:cxnLst/>
            <a:rect l="l" t="t" r="r" b="b"/>
            <a:pathLst>
              <a:path w="10166" h="32660" extrusionOk="0">
                <a:moveTo>
                  <a:pt x="7317" y="23138"/>
                </a:moveTo>
                <a:cubicBezTo>
                  <a:pt x="8343" y="15432"/>
                  <a:pt x="9337" y="7722"/>
                  <a:pt x="10357" y="16"/>
                </a:cubicBezTo>
                <a:cubicBezTo>
                  <a:pt x="7065" y="10915"/>
                  <a:pt x="3614" y="21794"/>
                  <a:pt x="190" y="32676"/>
                </a:cubicBezTo>
                <a:cubicBezTo>
                  <a:pt x="2783" y="29665"/>
                  <a:pt x="5165" y="26478"/>
                  <a:pt x="7317" y="23138"/>
                </a:cubicBezTo>
                <a:close/>
              </a:path>
            </a:pathLst>
          </a:custGeom>
          <a:solidFill>
            <a:srgbClr val="E5898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7" name="Google Shape;2937;p51"/>
          <p:cNvGrpSpPr/>
          <p:nvPr/>
        </p:nvGrpSpPr>
        <p:grpSpPr>
          <a:xfrm>
            <a:off x="522194" y="1118223"/>
            <a:ext cx="4933764" cy="4388168"/>
            <a:chOff x="522194" y="1118223"/>
            <a:chExt cx="4933764" cy="4388168"/>
          </a:xfrm>
        </p:grpSpPr>
        <p:sp>
          <p:nvSpPr>
            <p:cNvPr id="2938" name="Google Shape;2938;p51"/>
            <p:cNvSpPr/>
            <p:nvPr/>
          </p:nvSpPr>
          <p:spPr>
            <a:xfrm rot="948924">
              <a:off x="944230" y="1719337"/>
              <a:ext cx="4089686" cy="3292067"/>
            </a:xfrm>
            <a:custGeom>
              <a:avLst/>
              <a:gdLst/>
              <a:ahLst/>
              <a:cxnLst/>
              <a:rect l="l" t="t" r="r" b="b"/>
              <a:pathLst>
                <a:path w="6755141" h="5437674" extrusionOk="0">
                  <a:moveTo>
                    <a:pt x="4336946" y="4604367"/>
                  </a:moveTo>
                  <a:cubicBezTo>
                    <a:pt x="4201992" y="4480055"/>
                    <a:pt x="3991678" y="4488535"/>
                    <a:pt x="3867197" y="4623306"/>
                  </a:cubicBezTo>
                  <a:cubicBezTo>
                    <a:pt x="3818952" y="4675540"/>
                    <a:pt x="3788763" y="4741855"/>
                    <a:pt x="3781070" y="4812500"/>
                  </a:cubicBezTo>
                  <a:cubicBezTo>
                    <a:pt x="3780749" y="4816158"/>
                    <a:pt x="3780429" y="4819815"/>
                    <a:pt x="3780109" y="4823471"/>
                  </a:cubicBezTo>
                  <a:cubicBezTo>
                    <a:pt x="2910434" y="4970683"/>
                    <a:pt x="2051506" y="5175393"/>
                    <a:pt x="1208990" y="5436255"/>
                  </a:cubicBezTo>
                  <a:lnTo>
                    <a:pt x="1206693" y="5428849"/>
                  </a:lnTo>
                  <a:cubicBezTo>
                    <a:pt x="1052254" y="5084745"/>
                    <a:pt x="934973" y="4725283"/>
                    <a:pt x="817994" y="4366678"/>
                  </a:cubicBezTo>
                  <a:cubicBezTo>
                    <a:pt x="544922" y="3530194"/>
                    <a:pt x="271961" y="2693723"/>
                    <a:pt x="-887" y="1857266"/>
                  </a:cubicBezTo>
                  <a:lnTo>
                    <a:pt x="5854" y="1854888"/>
                  </a:lnTo>
                  <a:cubicBezTo>
                    <a:pt x="95543" y="1825672"/>
                    <a:pt x="184335" y="1793766"/>
                    <a:pt x="272227" y="1759169"/>
                  </a:cubicBezTo>
                  <a:lnTo>
                    <a:pt x="279519" y="1763365"/>
                  </a:lnTo>
                  <a:cubicBezTo>
                    <a:pt x="238946" y="1835672"/>
                    <a:pt x="200544" y="1909093"/>
                    <a:pt x="164309" y="1983629"/>
                  </a:cubicBezTo>
                  <a:lnTo>
                    <a:pt x="160961" y="1992865"/>
                  </a:lnTo>
                  <a:cubicBezTo>
                    <a:pt x="566246" y="3078669"/>
                    <a:pt x="807436" y="4227342"/>
                    <a:pt x="1311849" y="5270935"/>
                  </a:cubicBezTo>
                  <a:cubicBezTo>
                    <a:pt x="1312803" y="5273177"/>
                    <a:pt x="1313951" y="5275509"/>
                    <a:pt x="1315047" y="5277699"/>
                  </a:cubicBezTo>
                  <a:lnTo>
                    <a:pt x="1317665" y="5286927"/>
                  </a:lnTo>
                  <a:cubicBezTo>
                    <a:pt x="1803617" y="5150659"/>
                    <a:pt x="2289633" y="5014421"/>
                    <a:pt x="2775711" y="4878217"/>
                  </a:cubicBezTo>
                  <a:cubicBezTo>
                    <a:pt x="3071130" y="4795292"/>
                    <a:pt x="3367798" y="4712250"/>
                    <a:pt x="3672218" y="4673032"/>
                  </a:cubicBezTo>
                  <a:cubicBezTo>
                    <a:pt x="3691853" y="4670618"/>
                    <a:pt x="3712347" y="4667901"/>
                    <a:pt x="3728900" y="4657230"/>
                  </a:cubicBezTo>
                  <a:cubicBezTo>
                    <a:pt x="3749167" y="4644283"/>
                    <a:pt x="3760645" y="4621546"/>
                    <a:pt x="3773078" y="4601050"/>
                  </a:cubicBezTo>
                  <a:cubicBezTo>
                    <a:pt x="3820865" y="4524135"/>
                    <a:pt x="3895132" y="4467292"/>
                    <a:pt x="3981926" y="4441202"/>
                  </a:cubicBezTo>
                  <a:cubicBezTo>
                    <a:pt x="3996518" y="4436703"/>
                    <a:pt x="4011407" y="4433228"/>
                    <a:pt x="4026484" y="4430803"/>
                  </a:cubicBezTo>
                  <a:cubicBezTo>
                    <a:pt x="4131689" y="4414190"/>
                    <a:pt x="4238973" y="4443467"/>
                    <a:pt x="4321099" y="4511200"/>
                  </a:cubicBezTo>
                  <a:lnTo>
                    <a:pt x="4329206" y="4501735"/>
                  </a:lnTo>
                  <a:cubicBezTo>
                    <a:pt x="5064375" y="4146432"/>
                    <a:pt x="5809922" y="3813782"/>
                    <a:pt x="6565847" y="3503789"/>
                  </a:cubicBezTo>
                  <a:lnTo>
                    <a:pt x="6562782" y="3496492"/>
                  </a:lnTo>
                  <a:lnTo>
                    <a:pt x="6588869" y="3480846"/>
                  </a:lnTo>
                  <a:cubicBezTo>
                    <a:pt x="6321841" y="2786901"/>
                    <a:pt x="6054796" y="2092907"/>
                    <a:pt x="5787734" y="1398867"/>
                  </a:cubicBezTo>
                  <a:cubicBezTo>
                    <a:pt x="5632025" y="994153"/>
                    <a:pt x="5475961" y="588437"/>
                    <a:pt x="5367426" y="168857"/>
                  </a:cubicBezTo>
                  <a:lnTo>
                    <a:pt x="5365096" y="162268"/>
                  </a:lnTo>
                  <a:cubicBezTo>
                    <a:pt x="5280132" y="140520"/>
                    <a:pt x="5195872" y="116052"/>
                    <a:pt x="5112317" y="88865"/>
                  </a:cubicBezTo>
                  <a:lnTo>
                    <a:pt x="5113000" y="86691"/>
                  </a:lnTo>
                  <a:cubicBezTo>
                    <a:pt x="5167025" y="74854"/>
                    <a:pt x="5220073" y="58945"/>
                    <a:pt x="5271690" y="39101"/>
                  </a:cubicBezTo>
                  <a:cubicBezTo>
                    <a:pt x="5309278" y="23589"/>
                    <a:pt x="5349817" y="3651"/>
                    <a:pt x="5389322" y="-1420"/>
                  </a:cubicBezTo>
                  <a:lnTo>
                    <a:pt x="5390439" y="7208"/>
                  </a:lnTo>
                  <a:cubicBezTo>
                    <a:pt x="5571645" y="452548"/>
                    <a:pt x="5752791" y="898018"/>
                    <a:pt x="5933876" y="1343618"/>
                  </a:cubicBezTo>
                  <a:cubicBezTo>
                    <a:pt x="6227227" y="2065012"/>
                    <a:pt x="6520738" y="2787314"/>
                    <a:pt x="6753519" y="3530392"/>
                  </a:cubicBezTo>
                  <a:lnTo>
                    <a:pt x="6754254" y="3536578"/>
                  </a:lnTo>
                  <a:lnTo>
                    <a:pt x="6749674" y="3544154"/>
                  </a:lnTo>
                  <a:cubicBezTo>
                    <a:pt x="5962052" y="3928589"/>
                    <a:pt x="5160451" y="4282618"/>
                    <a:pt x="4344871" y="4606243"/>
                  </a:cubicBezTo>
                  <a:lnTo>
                    <a:pt x="4338855" y="4606110"/>
                  </a:lnTo>
                  <a:cubicBezTo>
                    <a:pt x="4338170" y="4605548"/>
                    <a:pt x="4337632" y="4604931"/>
                    <a:pt x="4336946" y="4604367"/>
                  </a:cubicBezTo>
                  <a:close/>
                </a:path>
              </a:pathLst>
            </a:custGeom>
            <a:solidFill>
              <a:srgbClr val="202120">
                <a:alpha val="37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39" name="Google Shape;2939;p51"/>
            <p:cNvGrpSpPr/>
            <p:nvPr/>
          </p:nvGrpSpPr>
          <p:grpSpPr>
            <a:xfrm>
              <a:off x="522194" y="1118223"/>
              <a:ext cx="4933764" cy="4351105"/>
              <a:chOff x="522194" y="1118223"/>
              <a:chExt cx="4933764" cy="4351105"/>
            </a:xfrm>
          </p:grpSpPr>
          <p:grpSp>
            <p:nvGrpSpPr>
              <p:cNvPr id="2940" name="Google Shape;2940;p51"/>
              <p:cNvGrpSpPr/>
              <p:nvPr/>
            </p:nvGrpSpPr>
            <p:grpSpPr>
              <a:xfrm>
                <a:off x="2097246" y="1349585"/>
                <a:ext cx="1580782" cy="1296587"/>
                <a:chOff x="2097246" y="1120985"/>
                <a:chExt cx="1580782" cy="1296587"/>
              </a:xfrm>
            </p:grpSpPr>
            <p:sp>
              <p:nvSpPr>
                <p:cNvPr id="2941" name="Google Shape;2941;p51"/>
                <p:cNvSpPr/>
                <p:nvPr/>
              </p:nvSpPr>
              <p:spPr>
                <a:xfrm rot="982884">
                  <a:off x="2612220" y="1750822"/>
                  <a:ext cx="521153" cy="33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977" h="111821" extrusionOk="0">
                      <a:moveTo>
                        <a:pt x="142352" y="58962"/>
                      </a:moveTo>
                      <a:cubicBezTo>
                        <a:pt x="129983" y="35492"/>
                        <a:pt x="98750" y="24066"/>
                        <a:pt x="74170" y="34012"/>
                      </a:cubicBezTo>
                      <a:cubicBezTo>
                        <a:pt x="49555" y="43990"/>
                        <a:pt x="35109" y="73954"/>
                        <a:pt x="42616" y="99388"/>
                      </a:cubicBezTo>
                      <a:lnTo>
                        <a:pt x="37158" y="101831"/>
                      </a:lnTo>
                      <a:cubicBezTo>
                        <a:pt x="26659" y="105047"/>
                        <a:pt x="16188" y="108389"/>
                        <a:pt x="5745" y="111856"/>
                      </a:cubicBezTo>
                      <a:lnTo>
                        <a:pt x="5094" y="109933"/>
                      </a:lnTo>
                      <a:cubicBezTo>
                        <a:pt x="2620" y="108632"/>
                        <a:pt x="1891" y="105488"/>
                        <a:pt x="1516" y="102733"/>
                      </a:cubicBezTo>
                      <a:cubicBezTo>
                        <a:pt x="-3652" y="61560"/>
                        <a:pt x="23665" y="19064"/>
                        <a:pt x="62801" y="5183"/>
                      </a:cubicBezTo>
                      <a:cubicBezTo>
                        <a:pt x="101969" y="-8663"/>
                        <a:pt x="148956" y="6320"/>
                        <a:pt x="174189" y="39325"/>
                      </a:cubicBezTo>
                      <a:lnTo>
                        <a:pt x="175866" y="43866"/>
                      </a:lnTo>
                      <a:cubicBezTo>
                        <a:pt x="164374" y="48049"/>
                        <a:pt x="153088" y="52884"/>
                        <a:pt x="143530" y="604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2" name="Google Shape;2942;p51"/>
                <p:cNvSpPr/>
                <p:nvPr/>
              </p:nvSpPr>
              <p:spPr>
                <a:xfrm rot="982884">
                  <a:off x="2527409" y="1648700"/>
                  <a:ext cx="711753" cy="471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971" h="158427" extrusionOk="0">
                      <a:moveTo>
                        <a:pt x="33230" y="137567"/>
                      </a:moveTo>
                      <a:cubicBezTo>
                        <a:pt x="33605" y="140322"/>
                        <a:pt x="34334" y="143466"/>
                        <a:pt x="36808" y="144767"/>
                      </a:cubicBezTo>
                      <a:lnTo>
                        <a:pt x="37460" y="146690"/>
                      </a:lnTo>
                      <a:cubicBezTo>
                        <a:pt x="25920" y="150465"/>
                        <a:pt x="14430" y="154390"/>
                        <a:pt x="2989" y="158462"/>
                      </a:cubicBezTo>
                      <a:lnTo>
                        <a:pt x="2449" y="157017"/>
                      </a:lnTo>
                      <a:cubicBezTo>
                        <a:pt x="-3615" y="116595"/>
                        <a:pt x="8164" y="75532"/>
                        <a:pt x="34734" y="44464"/>
                      </a:cubicBezTo>
                      <a:cubicBezTo>
                        <a:pt x="61301" y="14133"/>
                        <a:pt x="102490" y="-3097"/>
                        <a:pt x="142617" y="507"/>
                      </a:cubicBezTo>
                      <a:cubicBezTo>
                        <a:pt x="182779" y="4080"/>
                        <a:pt x="220676" y="28869"/>
                        <a:pt x="238942" y="64786"/>
                      </a:cubicBezTo>
                      <a:lnTo>
                        <a:pt x="239860" y="67499"/>
                      </a:lnTo>
                      <a:cubicBezTo>
                        <a:pt x="232124" y="70206"/>
                        <a:pt x="224367" y="72889"/>
                        <a:pt x="216588" y="75548"/>
                      </a:cubicBezTo>
                      <a:cubicBezTo>
                        <a:pt x="213597" y="76588"/>
                        <a:pt x="210606" y="77628"/>
                        <a:pt x="207580" y="78701"/>
                      </a:cubicBezTo>
                      <a:lnTo>
                        <a:pt x="205903" y="74159"/>
                      </a:lnTo>
                      <a:cubicBezTo>
                        <a:pt x="180670" y="41154"/>
                        <a:pt x="133683" y="26171"/>
                        <a:pt x="94515" y="40017"/>
                      </a:cubicBezTo>
                      <a:cubicBezTo>
                        <a:pt x="55379" y="53899"/>
                        <a:pt x="28063" y="96394"/>
                        <a:pt x="33230" y="13756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3" name="Google Shape;2943;p51"/>
                <p:cNvSpPr/>
                <p:nvPr/>
              </p:nvSpPr>
              <p:spPr>
                <a:xfrm rot="982884">
                  <a:off x="2431983" y="1541479"/>
                  <a:ext cx="920688" cy="614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121" h="206249" extrusionOk="0">
                      <a:moveTo>
                        <a:pt x="186058" y="1593"/>
                      </a:moveTo>
                      <a:cubicBezTo>
                        <a:pt x="239369" y="9501"/>
                        <a:pt x="285491" y="42857"/>
                        <a:pt x="309682" y="91000"/>
                      </a:cubicBezTo>
                      <a:lnTo>
                        <a:pt x="310010" y="91928"/>
                      </a:lnTo>
                      <a:cubicBezTo>
                        <a:pt x="298493" y="95941"/>
                        <a:pt x="286979" y="99886"/>
                        <a:pt x="275430" y="103864"/>
                      </a:cubicBezTo>
                      <a:lnTo>
                        <a:pt x="274511" y="101150"/>
                      </a:lnTo>
                      <a:cubicBezTo>
                        <a:pt x="256246" y="65233"/>
                        <a:pt x="218348" y="40444"/>
                        <a:pt x="178187" y="36872"/>
                      </a:cubicBezTo>
                      <a:cubicBezTo>
                        <a:pt x="138060" y="33267"/>
                        <a:pt x="96871" y="50498"/>
                        <a:pt x="70304" y="80829"/>
                      </a:cubicBezTo>
                      <a:cubicBezTo>
                        <a:pt x="43734" y="111896"/>
                        <a:pt x="31955" y="152960"/>
                        <a:pt x="38019" y="193381"/>
                      </a:cubicBezTo>
                      <a:lnTo>
                        <a:pt x="38558" y="194827"/>
                      </a:lnTo>
                      <a:cubicBezTo>
                        <a:pt x="28105" y="198519"/>
                        <a:pt x="17724" y="202338"/>
                        <a:pt x="7416" y="206284"/>
                      </a:cubicBezTo>
                      <a:lnTo>
                        <a:pt x="5733" y="201878"/>
                      </a:lnTo>
                      <a:cubicBezTo>
                        <a:pt x="-15944" y="114726"/>
                        <a:pt x="37158" y="26509"/>
                        <a:pt x="124341" y="4839"/>
                      </a:cubicBezTo>
                      <a:cubicBezTo>
                        <a:pt x="144517" y="-175"/>
                        <a:pt x="165467" y="-1277"/>
                        <a:pt x="186058" y="159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4" name="Google Shape;2944;p51"/>
                <p:cNvSpPr/>
                <p:nvPr/>
              </p:nvSpPr>
              <p:spPr>
                <a:xfrm rot="982884">
                  <a:off x="2322806" y="1435301"/>
                  <a:ext cx="1130952" cy="763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717" h="256334" extrusionOk="0">
                      <a:moveTo>
                        <a:pt x="325321" y="39088"/>
                      </a:moveTo>
                      <a:cubicBezTo>
                        <a:pt x="350395" y="57723"/>
                        <a:pt x="371563" y="83133"/>
                        <a:pt x="379655" y="113327"/>
                      </a:cubicBezTo>
                      <a:lnTo>
                        <a:pt x="380606" y="116076"/>
                      </a:lnTo>
                      <a:cubicBezTo>
                        <a:pt x="370293" y="119639"/>
                        <a:pt x="359946" y="123235"/>
                        <a:pt x="349601" y="126763"/>
                      </a:cubicBezTo>
                      <a:lnTo>
                        <a:pt x="349273" y="125835"/>
                      </a:lnTo>
                      <a:cubicBezTo>
                        <a:pt x="309688" y="45199"/>
                        <a:pt x="212206" y="11909"/>
                        <a:pt x="131541" y="51481"/>
                      </a:cubicBezTo>
                      <a:cubicBezTo>
                        <a:pt x="62753" y="85225"/>
                        <a:pt x="26842" y="162377"/>
                        <a:pt x="45324" y="236714"/>
                      </a:cubicBezTo>
                      <a:lnTo>
                        <a:pt x="47007" y="241119"/>
                      </a:lnTo>
                      <a:cubicBezTo>
                        <a:pt x="33996" y="245973"/>
                        <a:pt x="21064" y="251057"/>
                        <a:pt x="8211" y="256369"/>
                      </a:cubicBezTo>
                      <a:lnTo>
                        <a:pt x="6940" y="253266"/>
                      </a:lnTo>
                      <a:cubicBezTo>
                        <a:pt x="-14048" y="172406"/>
                        <a:pt x="20953" y="80159"/>
                        <a:pt x="90289" y="33484"/>
                      </a:cubicBezTo>
                      <a:cubicBezTo>
                        <a:pt x="159622" y="-13123"/>
                        <a:pt x="258331" y="-10813"/>
                        <a:pt x="325321" y="3908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5" name="Google Shape;2945;p51"/>
                <p:cNvSpPr/>
                <p:nvPr/>
              </p:nvSpPr>
              <p:spPr>
                <a:xfrm rot="982884">
                  <a:off x="2211477" y="1304927"/>
                  <a:ext cx="1350189" cy="935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326" h="313960" extrusionOk="0">
                      <a:moveTo>
                        <a:pt x="262856" y="242"/>
                      </a:moveTo>
                      <a:cubicBezTo>
                        <a:pt x="347057" y="4767"/>
                        <a:pt x="421238" y="67617"/>
                        <a:pt x="454215" y="145197"/>
                      </a:cubicBezTo>
                      <a:lnTo>
                        <a:pt x="453425" y="148301"/>
                      </a:lnTo>
                      <a:cubicBezTo>
                        <a:pt x="443009" y="151894"/>
                        <a:pt x="432594" y="155486"/>
                        <a:pt x="422179" y="159078"/>
                      </a:cubicBezTo>
                      <a:lnTo>
                        <a:pt x="421229" y="156330"/>
                      </a:lnTo>
                      <a:cubicBezTo>
                        <a:pt x="413136" y="126136"/>
                        <a:pt x="391969" y="100726"/>
                        <a:pt x="366895" y="82091"/>
                      </a:cubicBezTo>
                      <a:cubicBezTo>
                        <a:pt x="299904" y="32189"/>
                        <a:pt x="201195" y="29879"/>
                        <a:pt x="131862" y="76487"/>
                      </a:cubicBezTo>
                      <a:cubicBezTo>
                        <a:pt x="62526" y="123162"/>
                        <a:pt x="27525" y="215409"/>
                        <a:pt x="48513" y="296269"/>
                      </a:cubicBezTo>
                      <a:lnTo>
                        <a:pt x="49785" y="299371"/>
                      </a:lnTo>
                      <a:cubicBezTo>
                        <a:pt x="39475" y="303577"/>
                        <a:pt x="29230" y="307853"/>
                        <a:pt x="19011" y="312300"/>
                      </a:cubicBezTo>
                      <a:lnTo>
                        <a:pt x="17003" y="313995"/>
                      </a:lnTo>
                      <a:cubicBezTo>
                        <a:pt x="-10186" y="252576"/>
                        <a:pt x="-1829" y="178084"/>
                        <a:pt x="33488" y="120965"/>
                      </a:cubicBezTo>
                      <a:cubicBezTo>
                        <a:pt x="68809" y="63779"/>
                        <a:pt x="129000" y="23866"/>
                        <a:pt x="194214" y="7579"/>
                      </a:cubicBezTo>
                      <a:cubicBezTo>
                        <a:pt x="216603" y="1739"/>
                        <a:pt x="239738" y="-734"/>
                        <a:pt x="262856" y="2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6" name="Google Shape;2946;p51"/>
                <p:cNvSpPr/>
                <p:nvPr/>
              </p:nvSpPr>
              <p:spPr>
                <a:xfrm rot="982884">
                  <a:off x="2518473" y="1870578"/>
                  <a:ext cx="86719" cy="1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16" h="52545" extrusionOk="0">
                      <a:moveTo>
                        <a:pt x="888" y="52580"/>
                      </a:moveTo>
                      <a:cubicBezTo>
                        <a:pt x="10570" y="49175"/>
                        <a:pt x="20257" y="45826"/>
                        <a:pt x="30005" y="42637"/>
                      </a:cubicBezTo>
                      <a:lnTo>
                        <a:pt x="29353" y="40713"/>
                      </a:lnTo>
                      <a:cubicBezTo>
                        <a:pt x="26879" y="39413"/>
                        <a:pt x="26150" y="36268"/>
                        <a:pt x="25775" y="33513"/>
                      </a:cubicBezTo>
                      <a:cubicBezTo>
                        <a:pt x="24444" y="22284"/>
                        <a:pt x="25365" y="10903"/>
                        <a:pt x="28484" y="35"/>
                      </a:cubicBezTo>
                      <a:cubicBezTo>
                        <a:pt x="15508" y="14856"/>
                        <a:pt x="5410" y="31685"/>
                        <a:pt x="888" y="52580"/>
                      </a:cubicBezTo>
                      <a:close/>
                    </a:path>
                  </a:pathLst>
                </a:custGeom>
                <a:solidFill>
                  <a:srgbClr val="3349C1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7" name="Google Shape;2947;p51"/>
                <p:cNvSpPr/>
                <p:nvPr/>
              </p:nvSpPr>
              <p:spPr>
                <a:xfrm rot="982884">
                  <a:off x="2203305" y="1294723"/>
                  <a:ext cx="1368664" cy="949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29" h="318664" extrusionOk="0">
                      <a:moveTo>
                        <a:pt x="21265" y="317170"/>
                      </a:moveTo>
                      <a:cubicBezTo>
                        <a:pt x="18065" y="305638"/>
                        <a:pt x="14106" y="294386"/>
                        <a:pt x="11502" y="282666"/>
                      </a:cubicBezTo>
                      <a:cubicBezTo>
                        <a:pt x="8904" y="270892"/>
                        <a:pt x="7401" y="258902"/>
                        <a:pt x="7014" y="246850"/>
                      </a:cubicBezTo>
                      <a:cubicBezTo>
                        <a:pt x="6253" y="222669"/>
                        <a:pt x="9562" y="198532"/>
                        <a:pt x="16804" y="175447"/>
                      </a:cubicBezTo>
                      <a:cubicBezTo>
                        <a:pt x="30862" y="130414"/>
                        <a:pt x="59827" y="91681"/>
                        <a:pt x="97034" y="62999"/>
                      </a:cubicBezTo>
                      <a:cubicBezTo>
                        <a:pt x="135416" y="33496"/>
                        <a:pt x="180947" y="14708"/>
                        <a:pt x="228973" y="8559"/>
                      </a:cubicBezTo>
                      <a:cubicBezTo>
                        <a:pt x="253453" y="5339"/>
                        <a:pt x="278323" y="6810"/>
                        <a:pt x="302253" y="12892"/>
                      </a:cubicBezTo>
                      <a:cubicBezTo>
                        <a:pt x="323088" y="18453"/>
                        <a:pt x="342924" y="27240"/>
                        <a:pt x="361040" y="38935"/>
                      </a:cubicBezTo>
                      <a:cubicBezTo>
                        <a:pt x="397935" y="62897"/>
                        <a:pt x="427784" y="96244"/>
                        <a:pt x="447521" y="135553"/>
                      </a:cubicBezTo>
                      <a:cubicBezTo>
                        <a:pt x="449983" y="140416"/>
                        <a:pt x="452282" y="145355"/>
                        <a:pt x="454420" y="150371"/>
                      </a:cubicBezTo>
                      <a:cubicBezTo>
                        <a:pt x="456088" y="154269"/>
                        <a:pt x="461768" y="150905"/>
                        <a:pt x="460122" y="147039"/>
                      </a:cubicBezTo>
                      <a:cubicBezTo>
                        <a:pt x="442295" y="105204"/>
                        <a:pt x="413650" y="68866"/>
                        <a:pt x="377129" y="41757"/>
                      </a:cubicBezTo>
                      <a:cubicBezTo>
                        <a:pt x="340171" y="14479"/>
                        <a:pt x="295359" y="-1297"/>
                        <a:pt x="249206" y="123"/>
                      </a:cubicBezTo>
                      <a:cubicBezTo>
                        <a:pt x="198586" y="1680"/>
                        <a:pt x="147672" y="19702"/>
                        <a:pt x="105940" y="48104"/>
                      </a:cubicBezTo>
                      <a:cubicBezTo>
                        <a:pt x="66530" y="74925"/>
                        <a:pt x="34521" y="112274"/>
                        <a:pt x="16783" y="156721"/>
                      </a:cubicBezTo>
                      <a:cubicBezTo>
                        <a:pt x="-1437" y="202379"/>
                        <a:pt x="-5084" y="255621"/>
                        <a:pt x="11564" y="302298"/>
                      </a:cubicBezTo>
                      <a:cubicBezTo>
                        <a:pt x="13459" y="307829"/>
                        <a:pt x="15958" y="313134"/>
                        <a:pt x="19014" y="318118"/>
                      </a:cubicBezTo>
                      <a:cubicBezTo>
                        <a:pt x="19377" y="318697"/>
                        <a:pt x="20140" y="318873"/>
                        <a:pt x="20719" y="318511"/>
                      </a:cubicBezTo>
                      <a:cubicBezTo>
                        <a:pt x="21171" y="318228"/>
                        <a:pt x="21391" y="317688"/>
                        <a:pt x="21265" y="3171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8" name="Google Shape;2948;p51"/>
                <p:cNvSpPr/>
                <p:nvPr/>
              </p:nvSpPr>
              <p:spPr>
                <a:xfrm rot="982884">
                  <a:off x="2170515" y="1922103"/>
                  <a:ext cx="512036" cy="199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16" h="66964" extrusionOk="0">
                      <a:moveTo>
                        <a:pt x="3458" y="66941"/>
                      </a:moveTo>
                      <a:cubicBezTo>
                        <a:pt x="8998" y="65434"/>
                        <a:pt x="14395" y="63447"/>
                        <a:pt x="19589" y="61002"/>
                      </a:cubicBezTo>
                      <a:cubicBezTo>
                        <a:pt x="24917" y="58825"/>
                        <a:pt x="30256" y="56677"/>
                        <a:pt x="35607" y="54559"/>
                      </a:cubicBezTo>
                      <a:cubicBezTo>
                        <a:pt x="46311" y="50300"/>
                        <a:pt x="57021" y="46065"/>
                        <a:pt x="67796" y="41989"/>
                      </a:cubicBezTo>
                      <a:cubicBezTo>
                        <a:pt x="89348" y="33839"/>
                        <a:pt x="111058" y="26116"/>
                        <a:pt x="132928" y="18821"/>
                      </a:cubicBezTo>
                      <a:cubicBezTo>
                        <a:pt x="145368" y="14672"/>
                        <a:pt x="157859" y="10678"/>
                        <a:pt x="170400" y="6839"/>
                      </a:cubicBezTo>
                      <a:cubicBezTo>
                        <a:pt x="174623" y="5544"/>
                        <a:pt x="172821" y="-1102"/>
                        <a:pt x="168570" y="203"/>
                      </a:cubicBezTo>
                      <a:cubicBezTo>
                        <a:pt x="124096" y="13855"/>
                        <a:pt x="80321" y="29501"/>
                        <a:pt x="37245" y="47141"/>
                      </a:cubicBezTo>
                      <a:cubicBezTo>
                        <a:pt x="31485" y="49504"/>
                        <a:pt x="25761" y="51956"/>
                        <a:pt x="20043" y="54420"/>
                      </a:cubicBezTo>
                      <a:cubicBezTo>
                        <a:pt x="13712" y="56732"/>
                        <a:pt x="7623" y="59659"/>
                        <a:pt x="1862" y="63158"/>
                      </a:cubicBezTo>
                      <a:cubicBezTo>
                        <a:pt x="889" y="63769"/>
                        <a:pt x="596" y="65053"/>
                        <a:pt x="1207" y="66026"/>
                      </a:cubicBezTo>
                      <a:cubicBezTo>
                        <a:pt x="1683" y="66782"/>
                        <a:pt x="2589" y="67151"/>
                        <a:pt x="3458" y="669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9" name="Google Shape;2949;p51"/>
                <p:cNvSpPr/>
                <p:nvPr/>
              </p:nvSpPr>
              <p:spPr>
                <a:xfrm rot="982884">
                  <a:off x="3036811" y="1858048"/>
                  <a:ext cx="494937" cy="195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175" h="65670" extrusionOk="0">
                      <a:moveTo>
                        <a:pt x="3441" y="65576"/>
                      </a:moveTo>
                      <a:cubicBezTo>
                        <a:pt x="8133" y="63583"/>
                        <a:pt x="12303" y="60684"/>
                        <a:pt x="16811" y="58332"/>
                      </a:cubicBezTo>
                      <a:cubicBezTo>
                        <a:pt x="21280" y="56017"/>
                        <a:pt x="25891" y="53987"/>
                        <a:pt x="30616" y="52254"/>
                      </a:cubicBezTo>
                      <a:cubicBezTo>
                        <a:pt x="40812" y="48480"/>
                        <a:pt x="51172" y="45123"/>
                        <a:pt x="61461" y="41614"/>
                      </a:cubicBezTo>
                      <a:cubicBezTo>
                        <a:pt x="83837" y="33983"/>
                        <a:pt x="106205" y="26330"/>
                        <a:pt x="128567" y="18656"/>
                      </a:cubicBezTo>
                      <a:lnTo>
                        <a:pt x="147228" y="12228"/>
                      </a:lnTo>
                      <a:lnTo>
                        <a:pt x="156559" y="9014"/>
                      </a:lnTo>
                      <a:cubicBezTo>
                        <a:pt x="159816" y="8188"/>
                        <a:pt x="162927" y="6865"/>
                        <a:pt x="165780" y="5091"/>
                      </a:cubicBezTo>
                      <a:cubicBezTo>
                        <a:pt x="167062" y="4287"/>
                        <a:pt x="167448" y="2597"/>
                        <a:pt x="166644" y="1316"/>
                      </a:cubicBezTo>
                      <a:cubicBezTo>
                        <a:pt x="166159" y="544"/>
                        <a:pt x="165322" y="63"/>
                        <a:pt x="164410" y="35"/>
                      </a:cubicBezTo>
                      <a:cubicBezTo>
                        <a:pt x="158633" y="156"/>
                        <a:pt x="152603" y="3267"/>
                        <a:pt x="147189" y="5138"/>
                      </a:cubicBezTo>
                      <a:lnTo>
                        <a:pt x="130281" y="10980"/>
                      </a:lnTo>
                      <a:cubicBezTo>
                        <a:pt x="118814" y="14943"/>
                        <a:pt x="107351" y="18916"/>
                        <a:pt x="95892" y="22899"/>
                      </a:cubicBezTo>
                      <a:cubicBezTo>
                        <a:pt x="84630" y="26830"/>
                        <a:pt x="73368" y="30760"/>
                        <a:pt x="62106" y="34691"/>
                      </a:cubicBezTo>
                      <a:cubicBezTo>
                        <a:pt x="51396" y="38428"/>
                        <a:pt x="40555" y="41916"/>
                        <a:pt x="30026" y="46142"/>
                      </a:cubicBezTo>
                      <a:cubicBezTo>
                        <a:pt x="20111" y="50120"/>
                        <a:pt x="7749" y="54435"/>
                        <a:pt x="1201" y="63337"/>
                      </a:cubicBezTo>
                      <a:cubicBezTo>
                        <a:pt x="104" y="64829"/>
                        <a:pt x="2145" y="66126"/>
                        <a:pt x="3441" y="6557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0" name="Google Shape;2950;p51"/>
                <p:cNvSpPr/>
                <p:nvPr/>
              </p:nvSpPr>
              <p:spPr>
                <a:xfrm rot="982884">
                  <a:off x="2714706" y="1833220"/>
                  <a:ext cx="321751" cy="219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28" h="73577" extrusionOk="0">
                      <a:moveTo>
                        <a:pt x="6971" y="72979"/>
                      </a:moveTo>
                      <a:cubicBezTo>
                        <a:pt x="7775" y="70961"/>
                        <a:pt x="7891" y="68734"/>
                        <a:pt x="7299" y="66644"/>
                      </a:cubicBezTo>
                      <a:cubicBezTo>
                        <a:pt x="7020" y="64176"/>
                        <a:pt x="6875" y="61695"/>
                        <a:pt x="6863" y="59212"/>
                      </a:cubicBezTo>
                      <a:cubicBezTo>
                        <a:pt x="6826" y="54350"/>
                        <a:pt x="7464" y="49507"/>
                        <a:pt x="8758" y="44820"/>
                      </a:cubicBezTo>
                      <a:cubicBezTo>
                        <a:pt x="11382" y="35226"/>
                        <a:pt x="16558" y="26523"/>
                        <a:pt x="23736" y="19635"/>
                      </a:cubicBezTo>
                      <a:cubicBezTo>
                        <a:pt x="38458" y="5624"/>
                        <a:pt x="60358" y="3264"/>
                        <a:pt x="78596" y="11577"/>
                      </a:cubicBezTo>
                      <a:cubicBezTo>
                        <a:pt x="88805" y="16094"/>
                        <a:pt x="97243" y="23844"/>
                        <a:pt x="102609" y="33631"/>
                      </a:cubicBezTo>
                      <a:cubicBezTo>
                        <a:pt x="104678" y="37487"/>
                        <a:pt x="110553" y="34058"/>
                        <a:pt x="108481" y="30200"/>
                      </a:cubicBezTo>
                      <a:cubicBezTo>
                        <a:pt x="97203" y="10322"/>
                        <a:pt x="75539" y="-1348"/>
                        <a:pt x="52729" y="166"/>
                      </a:cubicBezTo>
                      <a:cubicBezTo>
                        <a:pt x="30062" y="1796"/>
                        <a:pt x="11655" y="17711"/>
                        <a:pt x="4199" y="38809"/>
                      </a:cubicBezTo>
                      <a:cubicBezTo>
                        <a:pt x="2171" y="44571"/>
                        <a:pt x="1057" y="50617"/>
                        <a:pt x="900" y="56723"/>
                      </a:cubicBezTo>
                      <a:cubicBezTo>
                        <a:pt x="832" y="59747"/>
                        <a:pt x="1064" y="62771"/>
                        <a:pt x="1594" y="65748"/>
                      </a:cubicBezTo>
                      <a:cubicBezTo>
                        <a:pt x="2095" y="68617"/>
                        <a:pt x="2532" y="71868"/>
                        <a:pt x="5210" y="73441"/>
                      </a:cubicBezTo>
                      <a:cubicBezTo>
                        <a:pt x="5825" y="73791"/>
                        <a:pt x="6607" y="73586"/>
                        <a:pt x="6971" y="729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1" name="Google Shape;2951;p51"/>
                <p:cNvSpPr/>
                <p:nvPr/>
              </p:nvSpPr>
              <p:spPr>
                <a:xfrm rot="982884">
                  <a:off x="2605802" y="1741019"/>
                  <a:ext cx="533132" cy="342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999" h="114922" extrusionOk="0">
                      <a:moveTo>
                        <a:pt x="9008" y="111845"/>
                      </a:moveTo>
                      <a:cubicBezTo>
                        <a:pt x="6044" y="109123"/>
                        <a:pt x="6344" y="103909"/>
                        <a:pt x="6250" y="100206"/>
                      </a:cubicBezTo>
                      <a:cubicBezTo>
                        <a:pt x="6118" y="96264"/>
                        <a:pt x="6226" y="92319"/>
                        <a:pt x="6572" y="88390"/>
                      </a:cubicBezTo>
                      <a:cubicBezTo>
                        <a:pt x="7389" y="80344"/>
                        <a:pt x="9300" y="72448"/>
                        <a:pt x="12251" y="64919"/>
                      </a:cubicBezTo>
                      <a:cubicBezTo>
                        <a:pt x="18159" y="49855"/>
                        <a:pt x="27794" y="36537"/>
                        <a:pt x="40255" y="26211"/>
                      </a:cubicBezTo>
                      <a:cubicBezTo>
                        <a:pt x="65684" y="5072"/>
                        <a:pt x="100443" y="1595"/>
                        <a:pt x="130937" y="12954"/>
                      </a:cubicBezTo>
                      <a:cubicBezTo>
                        <a:pt x="139415" y="16134"/>
                        <a:pt x="147428" y="20435"/>
                        <a:pt x="154763" y="25743"/>
                      </a:cubicBezTo>
                      <a:cubicBezTo>
                        <a:pt x="158481" y="28437"/>
                        <a:pt x="161996" y="31403"/>
                        <a:pt x="165277" y="34616"/>
                      </a:cubicBezTo>
                      <a:cubicBezTo>
                        <a:pt x="168564" y="37822"/>
                        <a:pt x="171396" y="41429"/>
                        <a:pt x="174628" y="44676"/>
                      </a:cubicBezTo>
                      <a:cubicBezTo>
                        <a:pt x="175881" y="45857"/>
                        <a:pt x="177855" y="45800"/>
                        <a:pt x="179037" y="44547"/>
                      </a:cubicBezTo>
                      <a:cubicBezTo>
                        <a:pt x="179964" y="43565"/>
                        <a:pt x="180153" y="42098"/>
                        <a:pt x="179506" y="40913"/>
                      </a:cubicBezTo>
                      <a:cubicBezTo>
                        <a:pt x="175112" y="33441"/>
                        <a:pt x="167848" y="27230"/>
                        <a:pt x="161035" y="22006"/>
                      </a:cubicBezTo>
                      <a:cubicBezTo>
                        <a:pt x="153973" y="16598"/>
                        <a:pt x="146256" y="12102"/>
                        <a:pt x="138069" y="8625"/>
                      </a:cubicBezTo>
                      <a:cubicBezTo>
                        <a:pt x="121861" y="1615"/>
                        <a:pt x="104141" y="-1175"/>
                        <a:pt x="86562" y="514"/>
                      </a:cubicBezTo>
                      <a:cubicBezTo>
                        <a:pt x="51081" y="4217"/>
                        <a:pt x="21171" y="28198"/>
                        <a:pt x="7739" y="60959"/>
                      </a:cubicBezTo>
                      <a:cubicBezTo>
                        <a:pt x="4032" y="69980"/>
                        <a:pt x="1786" y="79534"/>
                        <a:pt x="1087" y="89262"/>
                      </a:cubicBezTo>
                      <a:cubicBezTo>
                        <a:pt x="724" y="94227"/>
                        <a:pt x="859" y="99215"/>
                        <a:pt x="1491" y="104153"/>
                      </a:cubicBezTo>
                      <a:cubicBezTo>
                        <a:pt x="2063" y="108561"/>
                        <a:pt x="2771" y="112971"/>
                        <a:pt x="7265" y="114837"/>
                      </a:cubicBezTo>
                      <a:cubicBezTo>
                        <a:pt x="8950" y="115537"/>
                        <a:pt x="10255" y="112990"/>
                        <a:pt x="9008" y="1118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2" name="Google Shape;2952;p51"/>
                <p:cNvSpPr/>
                <p:nvPr/>
              </p:nvSpPr>
              <p:spPr>
                <a:xfrm rot="982884">
                  <a:off x="2519177" y="1638593"/>
                  <a:ext cx="728351" cy="484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544" h="162820" extrusionOk="0">
                      <a:moveTo>
                        <a:pt x="8089" y="160372"/>
                      </a:moveTo>
                      <a:cubicBezTo>
                        <a:pt x="5790" y="136398"/>
                        <a:pt x="7670" y="112736"/>
                        <a:pt x="16247" y="90071"/>
                      </a:cubicBezTo>
                      <a:cubicBezTo>
                        <a:pt x="24611" y="67732"/>
                        <a:pt x="38997" y="48144"/>
                        <a:pt x="57812" y="33475"/>
                      </a:cubicBezTo>
                      <a:cubicBezTo>
                        <a:pt x="94304" y="5366"/>
                        <a:pt x="144645" y="-1776"/>
                        <a:pt x="186360" y="18816"/>
                      </a:cubicBezTo>
                      <a:cubicBezTo>
                        <a:pt x="208947" y="29760"/>
                        <a:pt x="227431" y="47653"/>
                        <a:pt x="239101" y="69868"/>
                      </a:cubicBezTo>
                      <a:cubicBezTo>
                        <a:pt x="241121" y="73791"/>
                        <a:pt x="247034" y="70328"/>
                        <a:pt x="245021" y="66409"/>
                      </a:cubicBezTo>
                      <a:cubicBezTo>
                        <a:pt x="223380" y="24287"/>
                        <a:pt x="176516" y="-2175"/>
                        <a:pt x="129331" y="180"/>
                      </a:cubicBezTo>
                      <a:cubicBezTo>
                        <a:pt x="79279" y="3073"/>
                        <a:pt x="34925" y="33379"/>
                        <a:pt x="14052" y="78947"/>
                      </a:cubicBezTo>
                      <a:cubicBezTo>
                        <a:pt x="2634" y="104166"/>
                        <a:pt x="-2338" y="133687"/>
                        <a:pt x="3087" y="161049"/>
                      </a:cubicBezTo>
                      <a:cubicBezTo>
                        <a:pt x="3638" y="163827"/>
                        <a:pt x="8364" y="163244"/>
                        <a:pt x="8089" y="1603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3" name="Google Shape;2953;p51"/>
                <p:cNvSpPr/>
                <p:nvPr/>
              </p:nvSpPr>
              <p:spPr>
                <a:xfrm rot="982884">
                  <a:off x="2425802" y="1532363"/>
                  <a:ext cx="938130" cy="615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977" h="206740" extrusionOk="0">
                      <a:moveTo>
                        <a:pt x="10354" y="204569"/>
                      </a:moveTo>
                      <a:cubicBezTo>
                        <a:pt x="4257" y="173885"/>
                        <a:pt x="6347" y="142137"/>
                        <a:pt x="16413" y="112516"/>
                      </a:cubicBezTo>
                      <a:cubicBezTo>
                        <a:pt x="26664" y="83040"/>
                        <a:pt x="45497" y="57300"/>
                        <a:pt x="70494" y="38605"/>
                      </a:cubicBezTo>
                      <a:cubicBezTo>
                        <a:pt x="95321" y="20273"/>
                        <a:pt x="124818" y="9315"/>
                        <a:pt x="155596" y="6989"/>
                      </a:cubicBezTo>
                      <a:cubicBezTo>
                        <a:pt x="185324" y="4905"/>
                        <a:pt x="215028" y="11365"/>
                        <a:pt x="241203" y="25607"/>
                      </a:cubicBezTo>
                      <a:cubicBezTo>
                        <a:pt x="270669" y="41498"/>
                        <a:pt x="294561" y="66027"/>
                        <a:pt x="309667" y="95895"/>
                      </a:cubicBezTo>
                      <a:cubicBezTo>
                        <a:pt x="311620" y="99784"/>
                        <a:pt x="317381" y="96372"/>
                        <a:pt x="315490" y="92493"/>
                      </a:cubicBezTo>
                      <a:cubicBezTo>
                        <a:pt x="301704" y="64833"/>
                        <a:pt x="280502" y="41545"/>
                        <a:pt x="254248" y="25228"/>
                      </a:cubicBezTo>
                      <a:cubicBezTo>
                        <a:pt x="227879" y="8571"/>
                        <a:pt x="197282" y="-171"/>
                        <a:pt x="166090" y="38"/>
                      </a:cubicBezTo>
                      <a:cubicBezTo>
                        <a:pt x="133942" y="528"/>
                        <a:pt x="102581" y="10052"/>
                        <a:pt x="75594" y="27522"/>
                      </a:cubicBezTo>
                      <a:cubicBezTo>
                        <a:pt x="48620" y="45051"/>
                        <a:pt x="27479" y="70212"/>
                        <a:pt x="14866" y="99798"/>
                      </a:cubicBezTo>
                      <a:cubicBezTo>
                        <a:pt x="2548" y="128678"/>
                        <a:pt x="-2906" y="162884"/>
                        <a:pt x="3755" y="193875"/>
                      </a:cubicBezTo>
                      <a:cubicBezTo>
                        <a:pt x="4600" y="197805"/>
                        <a:pt x="5727" y="201677"/>
                        <a:pt x="6900" y="205521"/>
                      </a:cubicBezTo>
                      <a:cubicBezTo>
                        <a:pt x="7197" y="206465"/>
                        <a:pt x="8203" y="206989"/>
                        <a:pt x="9147" y="206692"/>
                      </a:cubicBezTo>
                      <a:cubicBezTo>
                        <a:pt x="10044" y="206410"/>
                        <a:pt x="10571" y="205483"/>
                        <a:pt x="10354" y="2045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4" name="Google Shape;2954;p51"/>
                <p:cNvSpPr/>
                <p:nvPr/>
              </p:nvSpPr>
              <p:spPr>
                <a:xfrm rot="982884">
                  <a:off x="2316010" y="1425171"/>
                  <a:ext cx="1146835" cy="771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050" h="259119" extrusionOk="0">
                      <a:moveTo>
                        <a:pt x="12237" y="256034"/>
                      </a:moveTo>
                      <a:cubicBezTo>
                        <a:pt x="8373" y="238034"/>
                        <a:pt x="6605" y="219647"/>
                        <a:pt x="6967" y="201241"/>
                      </a:cubicBezTo>
                      <a:cubicBezTo>
                        <a:pt x="9314" y="145550"/>
                        <a:pt x="33734" y="93083"/>
                        <a:pt x="74838" y="55418"/>
                      </a:cubicBezTo>
                      <a:cubicBezTo>
                        <a:pt x="103461" y="30199"/>
                        <a:pt x="138913" y="14015"/>
                        <a:pt x="176724" y="8906"/>
                      </a:cubicBezTo>
                      <a:cubicBezTo>
                        <a:pt x="215035" y="3395"/>
                        <a:pt x="254124" y="8643"/>
                        <a:pt x="289623" y="24064"/>
                      </a:cubicBezTo>
                      <a:cubicBezTo>
                        <a:pt x="325200" y="39784"/>
                        <a:pt x="358605" y="66974"/>
                        <a:pt x="374258" y="103349"/>
                      </a:cubicBezTo>
                      <a:cubicBezTo>
                        <a:pt x="376237" y="107994"/>
                        <a:pt x="377890" y="112771"/>
                        <a:pt x="379206" y="117644"/>
                      </a:cubicBezTo>
                      <a:cubicBezTo>
                        <a:pt x="379775" y="119459"/>
                        <a:pt x="381708" y="120469"/>
                        <a:pt x="383524" y="119901"/>
                      </a:cubicBezTo>
                      <a:cubicBezTo>
                        <a:pt x="385251" y="119360"/>
                        <a:pt x="386264" y="117575"/>
                        <a:pt x="385844" y="115815"/>
                      </a:cubicBezTo>
                      <a:cubicBezTo>
                        <a:pt x="374870" y="75709"/>
                        <a:pt x="342659" y="44135"/>
                        <a:pt x="306831" y="24860"/>
                      </a:cubicBezTo>
                      <a:cubicBezTo>
                        <a:pt x="271439" y="6124"/>
                        <a:pt x="231490" y="-2288"/>
                        <a:pt x="191545" y="585"/>
                      </a:cubicBezTo>
                      <a:cubicBezTo>
                        <a:pt x="152192" y="3305"/>
                        <a:pt x="113468" y="16702"/>
                        <a:pt x="82057" y="40792"/>
                      </a:cubicBezTo>
                      <a:cubicBezTo>
                        <a:pt x="20839" y="88994"/>
                        <a:pt x="-9143" y="166779"/>
                        <a:pt x="3893" y="243582"/>
                      </a:cubicBezTo>
                      <a:cubicBezTo>
                        <a:pt x="4751" y="248250"/>
                        <a:pt x="5907" y="252859"/>
                        <a:pt x="7353" y="257380"/>
                      </a:cubicBezTo>
                      <a:cubicBezTo>
                        <a:pt x="7773" y="258715"/>
                        <a:pt x="9196" y="259457"/>
                        <a:pt x="10531" y="259037"/>
                      </a:cubicBezTo>
                      <a:cubicBezTo>
                        <a:pt x="11800" y="258638"/>
                        <a:pt x="12544" y="257327"/>
                        <a:pt x="12237" y="2560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55" name="Google Shape;2955;p51"/>
              <p:cNvGrpSpPr/>
              <p:nvPr/>
            </p:nvGrpSpPr>
            <p:grpSpPr>
              <a:xfrm>
                <a:off x="522194" y="1118223"/>
                <a:ext cx="4933764" cy="4351105"/>
                <a:chOff x="522194" y="1118223"/>
                <a:chExt cx="4933764" cy="4351105"/>
              </a:xfrm>
            </p:grpSpPr>
            <p:sp>
              <p:nvSpPr>
                <p:cNvPr id="2956" name="Google Shape;2956;p51"/>
                <p:cNvSpPr/>
                <p:nvPr/>
              </p:nvSpPr>
              <p:spPr>
                <a:xfrm rot="948924">
                  <a:off x="3811354" y="1688386"/>
                  <a:ext cx="382707" cy="494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2137" h="816175" extrusionOk="0">
                      <a:moveTo>
                        <a:pt x="572689" y="-1420"/>
                      </a:moveTo>
                      <a:cubicBezTo>
                        <a:pt x="534357" y="187194"/>
                        <a:pt x="554794" y="383008"/>
                        <a:pt x="631251" y="559674"/>
                      </a:cubicBezTo>
                      <a:cubicBezTo>
                        <a:pt x="598651" y="587926"/>
                        <a:pt x="564585" y="614762"/>
                        <a:pt x="530257" y="640402"/>
                      </a:cubicBezTo>
                      <a:cubicBezTo>
                        <a:pt x="469336" y="685731"/>
                        <a:pt x="405875" y="728895"/>
                        <a:pt x="335324" y="757484"/>
                      </a:cubicBezTo>
                      <a:cubicBezTo>
                        <a:pt x="265868" y="785525"/>
                        <a:pt x="191483" y="798709"/>
                        <a:pt x="117460" y="810639"/>
                      </a:cubicBezTo>
                      <a:cubicBezTo>
                        <a:pt x="108779" y="812090"/>
                        <a:pt x="99902" y="813448"/>
                        <a:pt x="91170" y="814756"/>
                      </a:cubicBezTo>
                      <a:lnTo>
                        <a:pt x="90349" y="809245"/>
                      </a:lnTo>
                      <a:cubicBezTo>
                        <a:pt x="-15728" y="591532"/>
                        <a:pt x="-29912" y="340424"/>
                        <a:pt x="50973" y="112179"/>
                      </a:cubicBezTo>
                      <a:cubicBezTo>
                        <a:pt x="129001" y="203717"/>
                        <a:pt x="222919" y="280452"/>
                        <a:pt x="328220" y="338701"/>
                      </a:cubicBezTo>
                      <a:cubicBezTo>
                        <a:pt x="390056" y="212452"/>
                        <a:pt x="472697" y="97478"/>
                        <a:pt x="572689" y="-142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7" name="Google Shape;2957;p51"/>
                <p:cNvSpPr/>
                <p:nvPr/>
              </p:nvSpPr>
              <p:spPr>
                <a:xfrm rot="948924">
                  <a:off x="977191" y="2138129"/>
                  <a:ext cx="754128" cy="222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5631" h="3671237" extrusionOk="0">
                      <a:moveTo>
                        <a:pt x="214014" y="-1420"/>
                      </a:moveTo>
                      <a:lnTo>
                        <a:pt x="223888" y="4602"/>
                      </a:lnTo>
                      <a:cubicBezTo>
                        <a:pt x="538563" y="1113826"/>
                        <a:pt x="984870" y="2185162"/>
                        <a:pt x="1240062" y="3309561"/>
                      </a:cubicBezTo>
                      <a:lnTo>
                        <a:pt x="1244745" y="3310488"/>
                      </a:lnTo>
                      <a:cubicBezTo>
                        <a:pt x="1220599" y="3432097"/>
                        <a:pt x="1188957" y="3552102"/>
                        <a:pt x="1150001" y="3669817"/>
                      </a:cubicBezTo>
                      <a:cubicBezTo>
                        <a:pt x="645587" y="2626225"/>
                        <a:pt x="404398" y="1477552"/>
                        <a:pt x="-887" y="391748"/>
                      </a:cubicBezTo>
                      <a:lnTo>
                        <a:pt x="2461" y="382512"/>
                      </a:lnTo>
                      <a:cubicBezTo>
                        <a:pt x="38712" y="308024"/>
                        <a:pt x="77115" y="234603"/>
                        <a:pt x="117670" y="162248"/>
                      </a:cubicBezTo>
                      <a:cubicBezTo>
                        <a:pt x="148440" y="106931"/>
                        <a:pt x="180554" y="52375"/>
                        <a:pt x="214014" y="-14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8" name="Google Shape;2958;p51"/>
                <p:cNvSpPr/>
                <p:nvPr/>
              </p:nvSpPr>
              <p:spPr>
                <a:xfrm rot="948924">
                  <a:off x="1416002" y="4001564"/>
                  <a:ext cx="1616513" cy="645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0076" h="1065432" extrusionOk="0">
                      <a:moveTo>
                        <a:pt x="2657206" y="209945"/>
                      </a:moveTo>
                      <a:lnTo>
                        <a:pt x="2665525" y="207011"/>
                      </a:lnTo>
                      <a:cubicBezTo>
                        <a:pt x="2666283" y="209159"/>
                        <a:pt x="2667044" y="211308"/>
                        <a:pt x="2667804" y="213457"/>
                      </a:cubicBezTo>
                      <a:lnTo>
                        <a:pt x="2669189" y="218286"/>
                      </a:lnTo>
                      <a:cubicBezTo>
                        <a:pt x="2582395" y="244375"/>
                        <a:pt x="2508128" y="301218"/>
                        <a:pt x="2460342" y="378134"/>
                      </a:cubicBezTo>
                      <a:cubicBezTo>
                        <a:pt x="2447909" y="398629"/>
                        <a:pt x="2436430" y="421366"/>
                        <a:pt x="2416164" y="434314"/>
                      </a:cubicBezTo>
                      <a:cubicBezTo>
                        <a:pt x="2399611" y="444984"/>
                        <a:pt x="2379116" y="447702"/>
                        <a:pt x="2359481" y="450115"/>
                      </a:cubicBezTo>
                      <a:cubicBezTo>
                        <a:pt x="2055060" y="489333"/>
                        <a:pt x="1758394" y="572377"/>
                        <a:pt x="1462975" y="655300"/>
                      </a:cubicBezTo>
                      <a:cubicBezTo>
                        <a:pt x="977024" y="791570"/>
                        <a:pt x="491009" y="927805"/>
                        <a:pt x="4928" y="1064012"/>
                      </a:cubicBezTo>
                      <a:lnTo>
                        <a:pt x="2311" y="1054785"/>
                      </a:lnTo>
                      <a:cubicBezTo>
                        <a:pt x="1214" y="1052594"/>
                        <a:pt x="66" y="1050260"/>
                        <a:pt x="-887" y="1048020"/>
                      </a:cubicBezTo>
                      <a:cubicBezTo>
                        <a:pt x="38069" y="930305"/>
                        <a:pt x="69711" y="810301"/>
                        <a:pt x="93856" y="688690"/>
                      </a:cubicBezTo>
                      <a:cubicBezTo>
                        <a:pt x="94125" y="687628"/>
                        <a:pt x="94345" y="686423"/>
                        <a:pt x="94615" y="685363"/>
                      </a:cubicBezTo>
                      <a:cubicBezTo>
                        <a:pt x="287168" y="792914"/>
                        <a:pt x="516514" y="813354"/>
                        <a:pt x="725094" y="741550"/>
                      </a:cubicBezTo>
                      <a:cubicBezTo>
                        <a:pt x="1069865" y="620275"/>
                        <a:pt x="1284953" y="272795"/>
                        <a:pt x="1608662" y="103369"/>
                      </a:cubicBezTo>
                      <a:cubicBezTo>
                        <a:pt x="1938236" y="-69094"/>
                        <a:pt x="2369123" y="-25322"/>
                        <a:pt x="2657206" y="20994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9" name="Google Shape;2959;p51"/>
                <p:cNvSpPr/>
                <p:nvPr/>
              </p:nvSpPr>
              <p:spPr>
                <a:xfrm rot="948924">
                  <a:off x="3108382" y="3900733"/>
                  <a:ext cx="1566571" cy="726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7585" h="1199654" extrusionOk="0">
                      <a:moveTo>
                        <a:pt x="8579" y="1113624"/>
                      </a:moveTo>
                      <a:cubicBezTo>
                        <a:pt x="60619" y="966548"/>
                        <a:pt x="130541" y="823959"/>
                        <a:pt x="231771" y="705126"/>
                      </a:cubicBezTo>
                      <a:cubicBezTo>
                        <a:pt x="333004" y="586293"/>
                        <a:pt x="467390" y="492337"/>
                        <a:pt x="619560" y="456874"/>
                      </a:cubicBezTo>
                      <a:cubicBezTo>
                        <a:pt x="790798" y="416941"/>
                        <a:pt x="969298" y="452742"/>
                        <a:pt x="1145085" y="454865"/>
                      </a:cubicBezTo>
                      <a:cubicBezTo>
                        <a:pt x="1533372" y="459372"/>
                        <a:pt x="1920127" y="288490"/>
                        <a:pt x="2177998" y="-1420"/>
                      </a:cubicBezTo>
                      <a:cubicBezTo>
                        <a:pt x="2312114" y="62602"/>
                        <a:pt x="2447327" y="124250"/>
                        <a:pt x="2583635" y="183526"/>
                      </a:cubicBezTo>
                      <a:lnTo>
                        <a:pt x="2586698" y="190823"/>
                      </a:lnTo>
                      <a:cubicBezTo>
                        <a:pt x="1831236" y="500601"/>
                        <a:pt x="1085689" y="833250"/>
                        <a:pt x="350058" y="1188770"/>
                      </a:cubicBezTo>
                      <a:lnTo>
                        <a:pt x="341951" y="1198234"/>
                      </a:lnTo>
                      <a:cubicBezTo>
                        <a:pt x="259826" y="1130502"/>
                        <a:pt x="152540" y="1101225"/>
                        <a:pt x="47335" y="1117837"/>
                      </a:cubicBezTo>
                      <a:cubicBezTo>
                        <a:pt x="32258" y="1120263"/>
                        <a:pt x="17369" y="1123737"/>
                        <a:pt x="2777" y="1128237"/>
                      </a:cubicBezTo>
                      <a:lnTo>
                        <a:pt x="1393" y="1123408"/>
                      </a:lnTo>
                      <a:cubicBezTo>
                        <a:pt x="632" y="1121259"/>
                        <a:pt x="-128" y="1119110"/>
                        <a:pt x="-887" y="111696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0" name="Google Shape;2960;p51"/>
                <p:cNvSpPr/>
                <p:nvPr/>
              </p:nvSpPr>
              <p:spPr>
                <a:xfrm rot="948924">
                  <a:off x="4041481" y="2048750"/>
                  <a:ext cx="986905" cy="2095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0121" h="3460452" extrusionOk="0">
                      <a:moveTo>
                        <a:pt x="828100" y="1361409"/>
                      </a:moveTo>
                      <a:cubicBezTo>
                        <a:pt x="1095128" y="2055355"/>
                        <a:pt x="1362173" y="2749347"/>
                        <a:pt x="1629235" y="3443388"/>
                      </a:cubicBezTo>
                      <a:lnTo>
                        <a:pt x="1603148" y="3459033"/>
                      </a:lnTo>
                      <a:cubicBezTo>
                        <a:pt x="1466857" y="3399806"/>
                        <a:pt x="1331645" y="3338158"/>
                        <a:pt x="1197512" y="3274087"/>
                      </a:cubicBezTo>
                      <a:lnTo>
                        <a:pt x="1197823" y="3267211"/>
                      </a:lnTo>
                      <a:cubicBezTo>
                        <a:pt x="864900" y="2154858"/>
                        <a:pt x="464592" y="1063738"/>
                        <a:pt x="-887" y="-114"/>
                      </a:cubicBezTo>
                      <a:lnTo>
                        <a:pt x="-382" y="-1420"/>
                      </a:lnTo>
                      <a:cubicBezTo>
                        <a:pt x="50225" y="17141"/>
                        <a:pt x="101344" y="34877"/>
                        <a:pt x="152683" y="51407"/>
                      </a:cubicBezTo>
                      <a:cubicBezTo>
                        <a:pt x="236156" y="78515"/>
                        <a:pt x="320415" y="102983"/>
                        <a:pt x="405462" y="124810"/>
                      </a:cubicBezTo>
                      <a:lnTo>
                        <a:pt x="407792" y="131400"/>
                      </a:lnTo>
                      <a:cubicBezTo>
                        <a:pt x="516327" y="550978"/>
                        <a:pt x="672392" y="956695"/>
                        <a:pt x="828100" y="136140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1" name="Google Shape;2961;p51"/>
                <p:cNvSpPr/>
                <p:nvPr/>
              </p:nvSpPr>
              <p:spPr>
                <a:xfrm rot="948924">
                  <a:off x="2711866" y="1826700"/>
                  <a:ext cx="2007944" cy="2663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6623" h="4398840" extrusionOk="0">
                      <a:moveTo>
                        <a:pt x="1879826" y="280209"/>
                      </a:moveTo>
                      <a:cubicBezTo>
                        <a:pt x="1969715" y="202753"/>
                        <a:pt x="2049638" y="113990"/>
                        <a:pt x="2099848" y="7351"/>
                      </a:cubicBezTo>
                      <a:lnTo>
                        <a:pt x="2104165" y="-1420"/>
                      </a:lnTo>
                      <a:cubicBezTo>
                        <a:pt x="2108620" y="229"/>
                        <a:pt x="2113076" y="1880"/>
                        <a:pt x="2117533" y="3531"/>
                      </a:cubicBezTo>
                      <a:lnTo>
                        <a:pt x="2117027" y="4837"/>
                      </a:lnTo>
                      <a:cubicBezTo>
                        <a:pt x="2582507" y="1068690"/>
                        <a:pt x="2982815" y="2159810"/>
                        <a:pt x="3315736" y="3272162"/>
                      </a:cubicBezTo>
                      <a:lnTo>
                        <a:pt x="3315426" y="3279038"/>
                      </a:lnTo>
                      <a:cubicBezTo>
                        <a:pt x="3057555" y="3568949"/>
                        <a:pt x="2670800" y="3739830"/>
                        <a:pt x="2282513" y="3735324"/>
                      </a:cubicBezTo>
                      <a:cubicBezTo>
                        <a:pt x="2106727" y="3733200"/>
                        <a:pt x="1928226" y="3697399"/>
                        <a:pt x="1756988" y="3737333"/>
                      </a:cubicBezTo>
                      <a:cubicBezTo>
                        <a:pt x="1604818" y="3772796"/>
                        <a:pt x="1470431" y="3866752"/>
                        <a:pt x="1369199" y="3985584"/>
                      </a:cubicBezTo>
                      <a:cubicBezTo>
                        <a:pt x="1267969" y="4104417"/>
                        <a:pt x="1198047" y="4247007"/>
                        <a:pt x="1146007" y="4394083"/>
                      </a:cubicBezTo>
                      <a:lnTo>
                        <a:pt x="1136541" y="4397421"/>
                      </a:lnTo>
                      <a:cubicBezTo>
                        <a:pt x="757463" y="3348773"/>
                        <a:pt x="378320" y="2300093"/>
                        <a:pt x="-887" y="1251383"/>
                      </a:cubicBezTo>
                      <a:lnTo>
                        <a:pt x="3532" y="1237419"/>
                      </a:lnTo>
                      <a:cubicBezTo>
                        <a:pt x="91521" y="982613"/>
                        <a:pt x="325188" y="800800"/>
                        <a:pt x="576397" y="701892"/>
                      </a:cubicBezTo>
                      <a:cubicBezTo>
                        <a:pt x="819296" y="606398"/>
                        <a:pt x="1081774" y="575850"/>
                        <a:pt x="1339745" y="535293"/>
                      </a:cubicBezTo>
                      <a:cubicBezTo>
                        <a:pt x="1348478" y="533985"/>
                        <a:pt x="1357355" y="532627"/>
                        <a:pt x="1366036" y="531176"/>
                      </a:cubicBezTo>
                      <a:cubicBezTo>
                        <a:pt x="1440059" y="519246"/>
                        <a:pt x="1514444" y="506063"/>
                        <a:pt x="1583899" y="478020"/>
                      </a:cubicBezTo>
                      <a:cubicBezTo>
                        <a:pt x="1654451" y="449433"/>
                        <a:pt x="1717912" y="406268"/>
                        <a:pt x="1778832" y="360939"/>
                      </a:cubicBezTo>
                      <a:cubicBezTo>
                        <a:pt x="1813161" y="335297"/>
                        <a:pt x="1847227" y="308461"/>
                        <a:pt x="1879826" y="28020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2" name="Google Shape;2962;p51"/>
                <p:cNvSpPr/>
                <p:nvPr/>
              </p:nvSpPr>
              <p:spPr>
                <a:xfrm rot="948924">
                  <a:off x="1135379" y="2092697"/>
                  <a:ext cx="2180957" cy="2346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2397" h="3875310" extrusionOk="0">
                      <a:moveTo>
                        <a:pt x="3601511" y="3297124"/>
                      </a:moveTo>
                      <a:lnTo>
                        <a:pt x="3593192" y="3300058"/>
                      </a:lnTo>
                      <a:cubicBezTo>
                        <a:pt x="3305110" y="3064792"/>
                        <a:pt x="2874223" y="3021019"/>
                        <a:pt x="2544649" y="3193481"/>
                      </a:cubicBezTo>
                      <a:cubicBezTo>
                        <a:pt x="2220939" y="3362907"/>
                        <a:pt x="2005852" y="3710388"/>
                        <a:pt x="1661080" y="3831663"/>
                      </a:cubicBezTo>
                      <a:cubicBezTo>
                        <a:pt x="1452500" y="3903467"/>
                        <a:pt x="1223154" y="3883029"/>
                        <a:pt x="1030601" y="3775475"/>
                      </a:cubicBezTo>
                      <a:cubicBezTo>
                        <a:pt x="1030331" y="3776536"/>
                        <a:pt x="1030112" y="3777740"/>
                        <a:pt x="1029844" y="3778803"/>
                      </a:cubicBezTo>
                      <a:lnTo>
                        <a:pt x="1025160" y="3777876"/>
                      </a:lnTo>
                      <a:cubicBezTo>
                        <a:pt x="769968" y="2653475"/>
                        <a:pt x="323662" y="1582140"/>
                        <a:pt x="8987" y="472916"/>
                      </a:cubicBezTo>
                      <a:lnTo>
                        <a:pt x="-887" y="466894"/>
                      </a:lnTo>
                      <a:cubicBezTo>
                        <a:pt x="2149" y="461795"/>
                        <a:pt x="5185" y="456697"/>
                        <a:pt x="8417" y="451691"/>
                      </a:cubicBezTo>
                      <a:lnTo>
                        <a:pt x="19312" y="458320"/>
                      </a:lnTo>
                      <a:cubicBezTo>
                        <a:pt x="211905" y="534021"/>
                        <a:pt x="422521" y="551556"/>
                        <a:pt x="625007" y="508749"/>
                      </a:cubicBezTo>
                      <a:cubicBezTo>
                        <a:pt x="1047067" y="418535"/>
                        <a:pt x="1386563" y="76153"/>
                        <a:pt x="1813134" y="9643"/>
                      </a:cubicBezTo>
                      <a:cubicBezTo>
                        <a:pt x="2035801" y="-24233"/>
                        <a:pt x="2263335" y="20244"/>
                        <a:pt x="2456781" y="135456"/>
                      </a:cubicBezTo>
                      <a:lnTo>
                        <a:pt x="2468502" y="137122"/>
                      </a:lnTo>
                      <a:lnTo>
                        <a:pt x="2464083" y="151086"/>
                      </a:lnTo>
                      <a:cubicBezTo>
                        <a:pt x="2843162" y="1199734"/>
                        <a:pt x="3222305" y="2248414"/>
                        <a:pt x="3601511" y="329712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3" name="Google Shape;2963;p51"/>
                <p:cNvSpPr/>
                <p:nvPr/>
              </p:nvSpPr>
              <p:spPr>
                <a:xfrm rot="948924">
                  <a:off x="817297" y="2255376"/>
                  <a:ext cx="757281" cy="2218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0839" h="3664384" extrusionOk="0">
                      <a:moveTo>
                        <a:pt x="1244113" y="3579332"/>
                      </a:moveTo>
                      <a:lnTo>
                        <a:pt x="1244165" y="3579476"/>
                      </a:lnTo>
                      <a:cubicBezTo>
                        <a:pt x="1241072" y="3608643"/>
                        <a:pt x="1230554" y="3636536"/>
                        <a:pt x="1213610" y="3660494"/>
                      </a:cubicBezTo>
                      <a:lnTo>
                        <a:pt x="1207063" y="3662964"/>
                      </a:lnTo>
                      <a:cubicBezTo>
                        <a:pt x="764330" y="2489515"/>
                        <a:pt x="361680" y="1301983"/>
                        <a:pt x="-887" y="100370"/>
                      </a:cubicBezTo>
                      <a:cubicBezTo>
                        <a:pt x="17386" y="68626"/>
                        <a:pt x="30758" y="34309"/>
                        <a:pt x="38776" y="-1420"/>
                      </a:cubicBezTo>
                      <a:lnTo>
                        <a:pt x="40075" y="-1395"/>
                      </a:lnTo>
                      <a:cubicBezTo>
                        <a:pt x="313004" y="835140"/>
                        <a:pt x="585965" y="1671611"/>
                        <a:pt x="858956" y="2508017"/>
                      </a:cubicBezTo>
                      <a:cubicBezTo>
                        <a:pt x="975935" y="2866620"/>
                        <a:pt x="1093216" y="3226084"/>
                        <a:pt x="1247656" y="3570189"/>
                      </a:cubicBezTo>
                      <a:lnTo>
                        <a:pt x="1249953" y="3577594"/>
                      </a:lnTo>
                      <a:cubicBezTo>
                        <a:pt x="1248036" y="3578108"/>
                        <a:pt x="1246029" y="3578818"/>
                        <a:pt x="1244113" y="357933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4" name="Google Shape;2964;p51"/>
                <p:cNvSpPr/>
                <p:nvPr/>
              </p:nvSpPr>
              <p:spPr>
                <a:xfrm rot="948924">
                  <a:off x="1263775" y="4323944"/>
                  <a:ext cx="1601517" cy="429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5306" h="709410" extrusionOk="0">
                      <a:moveTo>
                        <a:pt x="2613121" y="9551"/>
                      </a:moveTo>
                      <a:cubicBezTo>
                        <a:pt x="2613442" y="5893"/>
                        <a:pt x="2613761" y="2236"/>
                        <a:pt x="2614081" y="-1420"/>
                      </a:cubicBezTo>
                      <a:lnTo>
                        <a:pt x="2617068" y="-1186"/>
                      </a:lnTo>
                      <a:cubicBezTo>
                        <a:pt x="2626202" y="20083"/>
                        <a:pt x="2635285" y="41206"/>
                        <a:pt x="2644419" y="62470"/>
                      </a:cubicBezTo>
                      <a:cubicBezTo>
                        <a:pt x="1749541" y="207090"/>
                        <a:pt x="867661" y="422868"/>
                        <a:pt x="7196" y="707753"/>
                      </a:cubicBezTo>
                      <a:lnTo>
                        <a:pt x="-785" y="707990"/>
                      </a:lnTo>
                      <a:lnTo>
                        <a:pt x="-887" y="707703"/>
                      </a:lnTo>
                      <a:lnTo>
                        <a:pt x="5660" y="705232"/>
                      </a:lnTo>
                      <a:cubicBezTo>
                        <a:pt x="22604" y="681275"/>
                        <a:pt x="33122" y="653383"/>
                        <a:pt x="36215" y="624214"/>
                      </a:cubicBezTo>
                      <a:lnTo>
                        <a:pt x="36163" y="624070"/>
                      </a:lnTo>
                      <a:cubicBezTo>
                        <a:pt x="38079" y="623556"/>
                        <a:pt x="40086" y="622849"/>
                        <a:pt x="42003" y="622333"/>
                      </a:cubicBezTo>
                      <a:cubicBezTo>
                        <a:pt x="884518" y="361471"/>
                        <a:pt x="1743446" y="156761"/>
                        <a:pt x="2613121" y="95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5" name="Google Shape;2965;p51"/>
                <p:cNvSpPr/>
                <p:nvPr/>
              </p:nvSpPr>
              <p:spPr>
                <a:xfrm rot="948924">
                  <a:off x="4292647" y="2081213"/>
                  <a:ext cx="881333" cy="2153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5742" h="3557841" extrusionOk="0">
                      <a:moveTo>
                        <a:pt x="707606" y="1592915"/>
                      </a:moveTo>
                      <a:cubicBezTo>
                        <a:pt x="956719" y="2242591"/>
                        <a:pt x="1205803" y="2892332"/>
                        <a:pt x="1454855" y="3542137"/>
                      </a:cubicBezTo>
                      <a:lnTo>
                        <a:pt x="1445871" y="3556422"/>
                      </a:lnTo>
                      <a:cubicBezTo>
                        <a:pt x="1418582" y="3550419"/>
                        <a:pt x="1391385" y="3544222"/>
                        <a:pt x="1364045" y="3538077"/>
                      </a:cubicBezTo>
                      <a:lnTo>
                        <a:pt x="1363310" y="3531892"/>
                      </a:lnTo>
                      <a:cubicBezTo>
                        <a:pt x="1130529" y="2788814"/>
                        <a:pt x="837019" y="2066511"/>
                        <a:pt x="543666" y="1345118"/>
                      </a:cubicBezTo>
                      <a:cubicBezTo>
                        <a:pt x="362552" y="899582"/>
                        <a:pt x="181406" y="454112"/>
                        <a:pt x="230" y="8708"/>
                      </a:cubicBezTo>
                      <a:lnTo>
                        <a:pt x="-887" y="79"/>
                      </a:lnTo>
                      <a:cubicBezTo>
                        <a:pt x="21233" y="-3569"/>
                        <a:pt x="43941" y="-525"/>
                        <a:pt x="64315" y="8821"/>
                      </a:cubicBezTo>
                      <a:lnTo>
                        <a:pt x="76111" y="9332"/>
                      </a:lnTo>
                      <a:cubicBezTo>
                        <a:pt x="300731" y="531354"/>
                        <a:pt x="504290" y="1062252"/>
                        <a:pt x="707606" y="15929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6" name="Google Shape;2966;p51"/>
                <p:cNvSpPr/>
                <p:nvPr/>
              </p:nvSpPr>
              <p:spPr>
                <a:xfrm rot="948924">
                  <a:off x="3275104" y="4082519"/>
                  <a:ext cx="1523954" cy="693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7192" h="1145970" extrusionOk="0">
                      <a:moveTo>
                        <a:pt x="4216" y="1122329"/>
                      </a:moveTo>
                      <a:cubicBezTo>
                        <a:pt x="8457" y="1103756"/>
                        <a:pt x="12932" y="1084941"/>
                        <a:pt x="17172" y="1066368"/>
                      </a:cubicBezTo>
                      <a:cubicBezTo>
                        <a:pt x="17857" y="1066932"/>
                        <a:pt x="18397" y="1067547"/>
                        <a:pt x="19080" y="1068112"/>
                      </a:cubicBezTo>
                      <a:lnTo>
                        <a:pt x="25097" y="1068246"/>
                      </a:lnTo>
                      <a:cubicBezTo>
                        <a:pt x="839833" y="744973"/>
                        <a:pt x="1641434" y="390944"/>
                        <a:pt x="2429900" y="6156"/>
                      </a:cubicBezTo>
                      <a:lnTo>
                        <a:pt x="2434480" y="-1420"/>
                      </a:lnTo>
                      <a:cubicBezTo>
                        <a:pt x="2461819" y="4725"/>
                        <a:pt x="2489016" y="10922"/>
                        <a:pt x="2516305" y="16925"/>
                      </a:cubicBezTo>
                      <a:cubicBezTo>
                        <a:pt x="2036585" y="254746"/>
                        <a:pt x="1548770" y="475607"/>
                        <a:pt x="1058641" y="690839"/>
                      </a:cubicBezTo>
                      <a:cubicBezTo>
                        <a:pt x="707911" y="844986"/>
                        <a:pt x="355990" y="996223"/>
                        <a:pt x="2879" y="1144550"/>
                      </a:cubicBezTo>
                      <a:lnTo>
                        <a:pt x="-887" y="1135727"/>
                      </a:lnTo>
                      <a:cubicBezTo>
                        <a:pt x="1743" y="1131672"/>
                        <a:pt x="3482" y="1127105"/>
                        <a:pt x="4215" y="112232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7" name="Google Shape;2967;p51"/>
                <p:cNvSpPr/>
                <p:nvPr/>
              </p:nvSpPr>
              <p:spPr>
                <a:xfrm rot="948924">
                  <a:off x="2888356" y="4412198"/>
                  <a:ext cx="336538" cy="217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877" h="360008" extrusionOk="0">
                      <a:moveTo>
                        <a:pt x="29451" y="358588"/>
                      </a:moveTo>
                      <a:cubicBezTo>
                        <a:pt x="20317" y="337323"/>
                        <a:pt x="11234" y="316198"/>
                        <a:pt x="2099" y="294932"/>
                      </a:cubicBezTo>
                      <a:lnTo>
                        <a:pt x="-887" y="294698"/>
                      </a:lnTo>
                      <a:cubicBezTo>
                        <a:pt x="18963" y="112423"/>
                        <a:pt x="183018" y="-19268"/>
                        <a:pt x="365540" y="554"/>
                      </a:cubicBezTo>
                      <a:cubicBezTo>
                        <a:pt x="436280" y="8237"/>
                        <a:pt x="502685" y="38385"/>
                        <a:pt x="554990" y="86565"/>
                      </a:cubicBezTo>
                      <a:cubicBezTo>
                        <a:pt x="550748" y="105137"/>
                        <a:pt x="546273" y="123953"/>
                        <a:pt x="542032" y="142526"/>
                      </a:cubicBezTo>
                      <a:cubicBezTo>
                        <a:pt x="541299" y="147302"/>
                        <a:pt x="539560" y="151869"/>
                        <a:pt x="536930" y="155925"/>
                      </a:cubicBezTo>
                      <a:cubicBezTo>
                        <a:pt x="525222" y="171171"/>
                        <a:pt x="501508" y="157946"/>
                        <a:pt x="486621" y="145958"/>
                      </a:cubicBezTo>
                      <a:cubicBezTo>
                        <a:pt x="370630" y="52118"/>
                        <a:pt x="200424" y="69946"/>
                        <a:pt x="106457" y="185780"/>
                      </a:cubicBezTo>
                      <a:cubicBezTo>
                        <a:pt x="68325" y="232787"/>
                        <a:pt x="47109" y="291220"/>
                        <a:pt x="46215" y="35170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8" name="Google Shape;2968;p51"/>
                <p:cNvSpPr/>
                <p:nvPr/>
              </p:nvSpPr>
              <p:spPr>
                <a:xfrm rot="948924">
                  <a:off x="936792" y="1613212"/>
                  <a:ext cx="4089686" cy="3292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5141" h="5437674" extrusionOk="0">
                      <a:moveTo>
                        <a:pt x="4336946" y="4604367"/>
                      </a:moveTo>
                      <a:cubicBezTo>
                        <a:pt x="4201992" y="4480055"/>
                        <a:pt x="3991678" y="4488535"/>
                        <a:pt x="3867197" y="4623306"/>
                      </a:cubicBezTo>
                      <a:cubicBezTo>
                        <a:pt x="3818952" y="4675540"/>
                        <a:pt x="3788763" y="4741855"/>
                        <a:pt x="3781070" y="4812500"/>
                      </a:cubicBezTo>
                      <a:cubicBezTo>
                        <a:pt x="3780749" y="4816158"/>
                        <a:pt x="3780429" y="4819815"/>
                        <a:pt x="3780109" y="4823471"/>
                      </a:cubicBezTo>
                      <a:cubicBezTo>
                        <a:pt x="2910434" y="4970683"/>
                        <a:pt x="2051506" y="5175393"/>
                        <a:pt x="1208990" y="5436255"/>
                      </a:cubicBezTo>
                      <a:lnTo>
                        <a:pt x="1206693" y="5428849"/>
                      </a:lnTo>
                      <a:cubicBezTo>
                        <a:pt x="1052254" y="5084745"/>
                        <a:pt x="934973" y="4725283"/>
                        <a:pt x="817994" y="4366678"/>
                      </a:cubicBezTo>
                      <a:cubicBezTo>
                        <a:pt x="544922" y="3530194"/>
                        <a:pt x="271961" y="2693723"/>
                        <a:pt x="-887" y="1857266"/>
                      </a:cubicBezTo>
                      <a:lnTo>
                        <a:pt x="5854" y="1854888"/>
                      </a:lnTo>
                      <a:cubicBezTo>
                        <a:pt x="95543" y="1825672"/>
                        <a:pt x="184335" y="1793766"/>
                        <a:pt x="272227" y="1759169"/>
                      </a:cubicBezTo>
                      <a:lnTo>
                        <a:pt x="279519" y="1763365"/>
                      </a:lnTo>
                      <a:cubicBezTo>
                        <a:pt x="238946" y="1835672"/>
                        <a:pt x="200544" y="1909093"/>
                        <a:pt x="164309" y="1983629"/>
                      </a:cubicBezTo>
                      <a:lnTo>
                        <a:pt x="160961" y="1992865"/>
                      </a:lnTo>
                      <a:cubicBezTo>
                        <a:pt x="566246" y="3078669"/>
                        <a:pt x="807436" y="4227342"/>
                        <a:pt x="1311849" y="5270935"/>
                      </a:cubicBezTo>
                      <a:cubicBezTo>
                        <a:pt x="1312803" y="5273177"/>
                        <a:pt x="1313951" y="5275509"/>
                        <a:pt x="1315047" y="5277699"/>
                      </a:cubicBezTo>
                      <a:lnTo>
                        <a:pt x="1317665" y="5286927"/>
                      </a:lnTo>
                      <a:cubicBezTo>
                        <a:pt x="1803617" y="5150659"/>
                        <a:pt x="2289633" y="5014421"/>
                        <a:pt x="2775711" y="4878217"/>
                      </a:cubicBezTo>
                      <a:cubicBezTo>
                        <a:pt x="3071130" y="4795292"/>
                        <a:pt x="3367798" y="4712250"/>
                        <a:pt x="3672218" y="4673032"/>
                      </a:cubicBezTo>
                      <a:cubicBezTo>
                        <a:pt x="3691853" y="4670618"/>
                        <a:pt x="3712347" y="4667901"/>
                        <a:pt x="3728900" y="4657230"/>
                      </a:cubicBezTo>
                      <a:cubicBezTo>
                        <a:pt x="3749167" y="4644283"/>
                        <a:pt x="3760645" y="4621546"/>
                        <a:pt x="3773078" y="4601050"/>
                      </a:cubicBezTo>
                      <a:cubicBezTo>
                        <a:pt x="3820865" y="4524135"/>
                        <a:pt x="3895132" y="4467292"/>
                        <a:pt x="3981926" y="4441202"/>
                      </a:cubicBezTo>
                      <a:cubicBezTo>
                        <a:pt x="3996518" y="4436703"/>
                        <a:pt x="4011407" y="4433228"/>
                        <a:pt x="4026484" y="4430803"/>
                      </a:cubicBezTo>
                      <a:cubicBezTo>
                        <a:pt x="4131689" y="4414190"/>
                        <a:pt x="4238973" y="4443467"/>
                        <a:pt x="4321099" y="4511200"/>
                      </a:cubicBezTo>
                      <a:lnTo>
                        <a:pt x="4329206" y="4501735"/>
                      </a:lnTo>
                      <a:cubicBezTo>
                        <a:pt x="5064375" y="4146432"/>
                        <a:pt x="5809922" y="3813782"/>
                        <a:pt x="6565847" y="3503789"/>
                      </a:cubicBezTo>
                      <a:lnTo>
                        <a:pt x="6562782" y="3496492"/>
                      </a:lnTo>
                      <a:lnTo>
                        <a:pt x="6588869" y="3480846"/>
                      </a:lnTo>
                      <a:cubicBezTo>
                        <a:pt x="6321841" y="2786901"/>
                        <a:pt x="6054796" y="2092907"/>
                        <a:pt x="5787734" y="1398867"/>
                      </a:cubicBezTo>
                      <a:cubicBezTo>
                        <a:pt x="5632025" y="994153"/>
                        <a:pt x="5475961" y="588437"/>
                        <a:pt x="5367426" y="168857"/>
                      </a:cubicBezTo>
                      <a:lnTo>
                        <a:pt x="5365096" y="162268"/>
                      </a:lnTo>
                      <a:cubicBezTo>
                        <a:pt x="5280132" y="140520"/>
                        <a:pt x="5195872" y="116052"/>
                        <a:pt x="5112317" y="88865"/>
                      </a:cubicBezTo>
                      <a:lnTo>
                        <a:pt x="5113000" y="86691"/>
                      </a:lnTo>
                      <a:cubicBezTo>
                        <a:pt x="5167025" y="74854"/>
                        <a:pt x="5220073" y="58945"/>
                        <a:pt x="5271690" y="39101"/>
                      </a:cubicBezTo>
                      <a:cubicBezTo>
                        <a:pt x="5309278" y="23589"/>
                        <a:pt x="5349817" y="3651"/>
                        <a:pt x="5389322" y="-1420"/>
                      </a:cubicBezTo>
                      <a:lnTo>
                        <a:pt x="5390439" y="7208"/>
                      </a:lnTo>
                      <a:cubicBezTo>
                        <a:pt x="5571645" y="452548"/>
                        <a:pt x="5752791" y="898018"/>
                        <a:pt x="5933876" y="1343618"/>
                      </a:cubicBezTo>
                      <a:cubicBezTo>
                        <a:pt x="6227227" y="2065012"/>
                        <a:pt x="6520738" y="2787314"/>
                        <a:pt x="6753519" y="3530392"/>
                      </a:cubicBezTo>
                      <a:lnTo>
                        <a:pt x="6754254" y="3536578"/>
                      </a:lnTo>
                      <a:lnTo>
                        <a:pt x="6749674" y="3544154"/>
                      </a:lnTo>
                      <a:cubicBezTo>
                        <a:pt x="5962052" y="3928589"/>
                        <a:pt x="5160451" y="4282618"/>
                        <a:pt x="4344871" y="4606243"/>
                      </a:cubicBezTo>
                      <a:lnTo>
                        <a:pt x="4338855" y="4606110"/>
                      </a:lnTo>
                      <a:cubicBezTo>
                        <a:pt x="4338170" y="4605548"/>
                        <a:pt x="4337632" y="4604931"/>
                        <a:pt x="4336946" y="460436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9" name="Google Shape;2969;p51"/>
                <p:cNvSpPr/>
                <p:nvPr/>
              </p:nvSpPr>
              <p:spPr>
                <a:xfrm rot="948924">
                  <a:off x="1238995" y="4469507"/>
                  <a:ext cx="31100" cy="61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69" h="101419" extrusionOk="0">
                      <a:moveTo>
                        <a:pt x="21019" y="51014"/>
                      </a:moveTo>
                      <a:cubicBezTo>
                        <a:pt x="15347" y="61034"/>
                        <a:pt x="7928" y="69960"/>
                        <a:pt x="-887" y="77375"/>
                      </a:cubicBezTo>
                      <a:cubicBezTo>
                        <a:pt x="1952" y="84911"/>
                        <a:pt x="4751" y="92466"/>
                        <a:pt x="7594" y="100000"/>
                      </a:cubicBezTo>
                      <a:lnTo>
                        <a:pt x="14141" y="97530"/>
                      </a:lnTo>
                      <a:cubicBezTo>
                        <a:pt x="31083" y="73572"/>
                        <a:pt x="41601" y="45680"/>
                        <a:pt x="44694" y="16513"/>
                      </a:cubicBezTo>
                      <a:lnTo>
                        <a:pt x="44643" y="16369"/>
                      </a:lnTo>
                      <a:cubicBezTo>
                        <a:pt x="46560" y="15855"/>
                        <a:pt x="48566" y="15148"/>
                        <a:pt x="50482" y="14632"/>
                      </a:cubicBezTo>
                      <a:lnTo>
                        <a:pt x="48185" y="7226"/>
                      </a:lnTo>
                      <a:cubicBezTo>
                        <a:pt x="46896" y="4349"/>
                        <a:pt x="45659" y="1457"/>
                        <a:pt x="44374" y="-1420"/>
                      </a:cubicBezTo>
                      <a:cubicBezTo>
                        <a:pt x="38402" y="16809"/>
                        <a:pt x="30576" y="34378"/>
                        <a:pt x="21019" y="51014"/>
                      </a:cubicBezTo>
                      <a:close/>
                    </a:path>
                  </a:pathLst>
                </a:custGeom>
                <a:solidFill>
                  <a:srgbClr val="9DCCC9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0" name="Google Shape;2970;p51"/>
                <p:cNvSpPr/>
                <p:nvPr/>
              </p:nvSpPr>
              <p:spPr>
                <a:xfrm rot="948924">
                  <a:off x="1240700" y="4476785"/>
                  <a:ext cx="28484" cy="58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49" h="97022" extrusionOk="0">
                      <a:moveTo>
                        <a:pt x="32904" y="3284"/>
                      </a:moveTo>
                      <a:cubicBezTo>
                        <a:pt x="32128" y="6894"/>
                        <a:pt x="30578" y="10200"/>
                        <a:pt x="29706" y="13823"/>
                      </a:cubicBezTo>
                      <a:cubicBezTo>
                        <a:pt x="28840" y="17420"/>
                        <a:pt x="27745" y="20943"/>
                        <a:pt x="26701" y="24489"/>
                      </a:cubicBezTo>
                      <a:cubicBezTo>
                        <a:pt x="24734" y="31170"/>
                        <a:pt x="22764" y="37791"/>
                        <a:pt x="20203" y="44277"/>
                      </a:cubicBezTo>
                      <a:cubicBezTo>
                        <a:pt x="17777" y="50384"/>
                        <a:pt x="15000" y="56347"/>
                        <a:pt x="11885" y="62136"/>
                      </a:cubicBezTo>
                      <a:cubicBezTo>
                        <a:pt x="8404" y="68636"/>
                        <a:pt x="3637" y="74559"/>
                        <a:pt x="392" y="81130"/>
                      </a:cubicBezTo>
                      <a:cubicBezTo>
                        <a:pt x="-2263" y="85766"/>
                        <a:pt x="-652" y="91673"/>
                        <a:pt x="3990" y="94326"/>
                      </a:cubicBezTo>
                      <a:cubicBezTo>
                        <a:pt x="7752" y="96476"/>
                        <a:pt x="12487" y="95866"/>
                        <a:pt x="15582" y="92833"/>
                      </a:cubicBezTo>
                      <a:cubicBezTo>
                        <a:pt x="20790" y="86721"/>
                        <a:pt x="25137" y="79925"/>
                        <a:pt x="28501" y="72637"/>
                      </a:cubicBezTo>
                      <a:cubicBezTo>
                        <a:pt x="32230" y="65542"/>
                        <a:pt x="35468" y="58200"/>
                        <a:pt x="38192" y="50662"/>
                      </a:cubicBezTo>
                      <a:cubicBezTo>
                        <a:pt x="40803" y="43729"/>
                        <a:pt x="42857" y="36600"/>
                        <a:pt x="44335" y="29340"/>
                      </a:cubicBezTo>
                      <a:cubicBezTo>
                        <a:pt x="45116" y="25176"/>
                        <a:pt x="45593" y="20932"/>
                        <a:pt x="46058" y="16723"/>
                      </a:cubicBezTo>
                      <a:cubicBezTo>
                        <a:pt x="46228" y="12830"/>
                        <a:pt x="46190" y="8932"/>
                        <a:pt x="45947" y="5043"/>
                      </a:cubicBezTo>
                      <a:cubicBezTo>
                        <a:pt x="45837" y="1366"/>
                        <a:pt x="42762" y="-1526"/>
                        <a:pt x="39079" y="-1417"/>
                      </a:cubicBezTo>
                      <a:cubicBezTo>
                        <a:pt x="36227" y="-1331"/>
                        <a:pt x="33745" y="557"/>
                        <a:pt x="32904" y="328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1" name="Google Shape;2971;p51"/>
                <p:cNvSpPr/>
                <p:nvPr/>
              </p:nvSpPr>
              <p:spPr>
                <a:xfrm rot="948924">
                  <a:off x="1389881" y="4144671"/>
                  <a:ext cx="1834534" cy="532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0192" h="879358" extrusionOk="0">
                      <a:moveTo>
                        <a:pt x="4768" y="877814"/>
                      </a:moveTo>
                      <a:cubicBezTo>
                        <a:pt x="60142" y="867942"/>
                        <a:pt x="113694" y="851591"/>
                        <a:pt x="168104" y="837521"/>
                      </a:cubicBezTo>
                      <a:cubicBezTo>
                        <a:pt x="221407" y="823736"/>
                        <a:pt x="274371" y="808676"/>
                        <a:pt x="327393" y="793856"/>
                      </a:cubicBezTo>
                      <a:cubicBezTo>
                        <a:pt x="434404" y="763945"/>
                        <a:pt x="541405" y="734001"/>
                        <a:pt x="648399" y="704028"/>
                      </a:cubicBezTo>
                      <a:lnTo>
                        <a:pt x="1293208" y="523234"/>
                      </a:lnTo>
                      <a:cubicBezTo>
                        <a:pt x="1502633" y="464514"/>
                        <a:pt x="1711636" y="403524"/>
                        <a:pt x="1923127" y="352541"/>
                      </a:cubicBezTo>
                      <a:cubicBezTo>
                        <a:pt x="2028776" y="327074"/>
                        <a:pt x="2135123" y="304330"/>
                        <a:pt x="2242315" y="286319"/>
                      </a:cubicBezTo>
                      <a:cubicBezTo>
                        <a:pt x="2268150" y="281978"/>
                        <a:pt x="2294030" y="277922"/>
                        <a:pt x="2319957" y="274149"/>
                      </a:cubicBezTo>
                      <a:cubicBezTo>
                        <a:pt x="2345391" y="270459"/>
                        <a:pt x="2371383" y="268456"/>
                        <a:pt x="2396560" y="263247"/>
                      </a:cubicBezTo>
                      <a:cubicBezTo>
                        <a:pt x="2417220" y="259582"/>
                        <a:pt x="2436085" y="249195"/>
                        <a:pt x="2450218" y="233706"/>
                      </a:cubicBezTo>
                      <a:cubicBezTo>
                        <a:pt x="2462816" y="217412"/>
                        <a:pt x="2474199" y="200215"/>
                        <a:pt x="2484273" y="182255"/>
                      </a:cubicBezTo>
                      <a:cubicBezTo>
                        <a:pt x="2592257" y="17442"/>
                        <a:pt x="2813585" y="-28746"/>
                        <a:pt x="2978622" y="79091"/>
                      </a:cubicBezTo>
                      <a:cubicBezTo>
                        <a:pt x="2989557" y="86237"/>
                        <a:pt x="3000091" y="93976"/>
                        <a:pt x="3010177" y="102274"/>
                      </a:cubicBezTo>
                      <a:cubicBezTo>
                        <a:pt x="3020940" y="111136"/>
                        <a:pt x="3036474" y="95794"/>
                        <a:pt x="3025620" y="86854"/>
                      </a:cubicBezTo>
                      <a:cubicBezTo>
                        <a:pt x="2956153" y="29579"/>
                        <a:pt x="2868824" y="-1646"/>
                        <a:pt x="2778740" y="-1419"/>
                      </a:cubicBezTo>
                      <a:cubicBezTo>
                        <a:pt x="2648812" y="587"/>
                        <a:pt x="2528863" y="68572"/>
                        <a:pt x="2460520" y="178942"/>
                      </a:cubicBezTo>
                      <a:cubicBezTo>
                        <a:pt x="2449161" y="197392"/>
                        <a:pt x="2439053" y="219037"/>
                        <a:pt x="2420268" y="231205"/>
                      </a:cubicBezTo>
                      <a:cubicBezTo>
                        <a:pt x="2399690" y="244536"/>
                        <a:pt x="2372312" y="245061"/>
                        <a:pt x="2348745" y="248236"/>
                      </a:cubicBezTo>
                      <a:cubicBezTo>
                        <a:pt x="2240070" y="262871"/>
                        <a:pt x="2132202" y="282945"/>
                        <a:pt x="2025134" y="306529"/>
                      </a:cubicBezTo>
                      <a:cubicBezTo>
                        <a:pt x="1809838" y="353951"/>
                        <a:pt x="1597862" y="415051"/>
                        <a:pt x="1385683" y="474526"/>
                      </a:cubicBezTo>
                      <a:cubicBezTo>
                        <a:pt x="1168815" y="535317"/>
                        <a:pt x="951947" y="596108"/>
                        <a:pt x="735077" y="656899"/>
                      </a:cubicBezTo>
                      <a:cubicBezTo>
                        <a:pt x="517230" y="717964"/>
                        <a:pt x="299420" y="779072"/>
                        <a:pt x="82097" y="841953"/>
                      </a:cubicBezTo>
                      <a:cubicBezTo>
                        <a:pt x="54955" y="849808"/>
                        <a:pt x="28650" y="858759"/>
                        <a:pt x="2327" y="868974"/>
                      </a:cubicBezTo>
                      <a:cubicBezTo>
                        <a:pt x="-93" y="869736"/>
                        <a:pt x="-1437" y="872313"/>
                        <a:pt x="-673" y="874730"/>
                      </a:cubicBezTo>
                      <a:cubicBezTo>
                        <a:pt x="51" y="877024"/>
                        <a:pt x="2425" y="878369"/>
                        <a:pt x="4768" y="8778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2" name="Google Shape;2972;p51"/>
                <p:cNvSpPr/>
                <p:nvPr/>
              </p:nvSpPr>
              <p:spPr>
                <a:xfrm rot="948924">
                  <a:off x="3296275" y="4033020"/>
                  <a:ext cx="1380492" cy="622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0228" h="1028716" extrusionOk="0">
                      <a:moveTo>
                        <a:pt x="14572" y="1026263"/>
                      </a:moveTo>
                      <a:cubicBezTo>
                        <a:pt x="160986" y="959355"/>
                        <a:pt x="305335" y="887750"/>
                        <a:pt x="451111" y="819443"/>
                      </a:cubicBezTo>
                      <a:cubicBezTo>
                        <a:pt x="596230" y="751445"/>
                        <a:pt x="741753" y="684316"/>
                        <a:pt x="887680" y="618056"/>
                      </a:cubicBezTo>
                      <a:cubicBezTo>
                        <a:pt x="1034274" y="551494"/>
                        <a:pt x="1181264" y="485814"/>
                        <a:pt x="1328652" y="421015"/>
                      </a:cubicBezTo>
                      <a:cubicBezTo>
                        <a:pt x="1475363" y="356515"/>
                        <a:pt x="1622457" y="292893"/>
                        <a:pt x="1769934" y="230148"/>
                      </a:cubicBezTo>
                      <a:cubicBezTo>
                        <a:pt x="1918565" y="166913"/>
                        <a:pt x="2067578" y="104583"/>
                        <a:pt x="2216973" y="43159"/>
                      </a:cubicBezTo>
                      <a:cubicBezTo>
                        <a:pt x="2235331" y="35610"/>
                        <a:pt x="2253695" y="28076"/>
                        <a:pt x="2272065" y="20553"/>
                      </a:cubicBezTo>
                      <a:cubicBezTo>
                        <a:pt x="2284942" y="15280"/>
                        <a:pt x="2279305" y="-5912"/>
                        <a:pt x="2266235" y="-561"/>
                      </a:cubicBezTo>
                      <a:cubicBezTo>
                        <a:pt x="2117723" y="60252"/>
                        <a:pt x="1969576" y="121943"/>
                        <a:pt x="1821793" y="184513"/>
                      </a:cubicBezTo>
                      <a:cubicBezTo>
                        <a:pt x="1672856" y="247572"/>
                        <a:pt x="1524304" y="311529"/>
                        <a:pt x="1376136" y="376382"/>
                      </a:cubicBezTo>
                      <a:cubicBezTo>
                        <a:pt x="1228646" y="440939"/>
                        <a:pt x="1081547" y="506381"/>
                        <a:pt x="934842" y="572706"/>
                      </a:cubicBezTo>
                      <a:cubicBezTo>
                        <a:pt x="788139" y="639030"/>
                        <a:pt x="641840" y="706233"/>
                        <a:pt x="495944" y="774315"/>
                      </a:cubicBezTo>
                      <a:cubicBezTo>
                        <a:pt x="349392" y="842703"/>
                        <a:pt x="203288" y="912042"/>
                        <a:pt x="57633" y="982332"/>
                      </a:cubicBezTo>
                      <a:cubicBezTo>
                        <a:pt x="39777" y="990984"/>
                        <a:pt x="21989" y="999724"/>
                        <a:pt x="4315" y="1008739"/>
                      </a:cubicBezTo>
                      <a:cubicBezTo>
                        <a:pt x="-7472" y="1014751"/>
                        <a:pt x="2864" y="1031612"/>
                        <a:pt x="14571" y="102626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3" name="Google Shape;2973;p51"/>
                <p:cNvSpPr/>
                <p:nvPr/>
              </p:nvSpPr>
              <p:spPr>
                <a:xfrm rot="948924">
                  <a:off x="2629408" y="2387505"/>
                  <a:ext cx="701148" cy="1918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122" h="3169469" extrusionOk="0">
                      <a:moveTo>
                        <a:pt x="-519" y="6899"/>
                      </a:moveTo>
                      <a:cubicBezTo>
                        <a:pt x="31349" y="111257"/>
                        <a:pt x="69885" y="213528"/>
                        <a:pt x="106975" y="316122"/>
                      </a:cubicBezTo>
                      <a:lnTo>
                        <a:pt x="218377" y="624269"/>
                      </a:lnTo>
                      <a:lnTo>
                        <a:pt x="440109" y="1237600"/>
                      </a:lnTo>
                      <a:cubicBezTo>
                        <a:pt x="514377" y="1443032"/>
                        <a:pt x="588645" y="1648463"/>
                        <a:pt x="662913" y="1853894"/>
                      </a:cubicBezTo>
                      <a:cubicBezTo>
                        <a:pt x="736823" y="2058336"/>
                        <a:pt x="810734" y="2262781"/>
                        <a:pt x="884645" y="2467225"/>
                      </a:cubicBezTo>
                      <a:lnTo>
                        <a:pt x="1107448" y="3083518"/>
                      </a:lnTo>
                      <a:lnTo>
                        <a:pt x="1135298" y="3160555"/>
                      </a:lnTo>
                      <a:cubicBezTo>
                        <a:pt x="1140073" y="3173762"/>
                        <a:pt x="1161355" y="3168064"/>
                        <a:pt x="1156528" y="3154710"/>
                      </a:cubicBezTo>
                      <a:lnTo>
                        <a:pt x="933706" y="2538421"/>
                      </a:lnTo>
                      <a:cubicBezTo>
                        <a:pt x="859789" y="2333979"/>
                        <a:pt x="785873" y="2129536"/>
                        <a:pt x="711955" y="1925095"/>
                      </a:cubicBezTo>
                      <a:cubicBezTo>
                        <a:pt x="637681" y="1719665"/>
                        <a:pt x="563407" y="1514236"/>
                        <a:pt x="489134" y="1308806"/>
                      </a:cubicBezTo>
                      <a:lnTo>
                        <a:pt x="267384" y="695479"/>
                      </a:lnTo>
                      <a:cubicBezTo>
                        <a:pt x="193134" y="490118"/>
                        <a:pt x="122074" y="283236"/>
                        <a:pt x="43494" y="79484"/>
                      </a:cubicBezTo>
                      <a:cubicBezTo>
                        <a:pt x="33627" y="53899"/>
                        <a:pt x="23397" y="28481"/>
                        <a:pt x="12803" y="3229"/>
                      </a:cubicBezTo>
                      <a:cubicBezTo>
                        <a:pt x="9486" y="-4680"/>
                        <a:pt x="-3194" y="-1863"/>
                        <a:pt x="-519" y="689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4" name="Google Shape;2974;p51"/>
                <p:cNvSpPr/>
                <p:nvPr/>
              </p:nvSpPr>
              <p:spPr>
                <a:xfrm rot="948924">
                  <a:off x="1409946" y="3994149"/>
                  <a:ext cx="1623324" cy="651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326" h="1076395" extrusionOk="0">
                      <a:moveTo>
                        <a:pt x="16944" y="1068784"/>
                      </a:moveTo>
                      <a:cubicBezTo>
                        <a:pt x="59046" y="948118"/>
                        <a:pt x="92408" y="824586"/>
                        <a:pt x="116770" y="699143"/>
                      </a:cubicBezTo>
                      <a:lnTo>
                        <a:pt x="100724" y="705660"/>
                      </a:lnTo>
                      <a:cubicBezTo>
                        <a:pt x="278461" y="804677"/>
                        <a:pt x="487649" y="831241"/>
                        <a:pt x="684546" y="779802"/>
                      </a:cubicBezTo>
                      <a:cubicBezTo>
                        <a:pt x="860604" y="733134"/>
                        <a:pt x="1008456" y="621974"/>
                        <a:pt x="1143403" y="504080"/>
                      </a:cubicBezTo>
                      <a:cubicBezTo>
                        <a:pt x="1279861" y="384867"/>
                        <a:pt x="1408764" y="254304"/>
                        <a:pt x="1564029" y="158873"/>
                      </a:cubicBezTo>
                      <a:cubicBezTo>
                        <a:pt x="1721390" y="62738"/>
                        <a:pt x="1903505" y="14743"/>
                        <a:pt x="2087876" y="20816"/>
                      </a:cubicBezTo>
                      <a:cubicBezTo>
                        <a:pt x="2272759" y="25549"/>
                        <a:pt x="2452398" y="83175"/>
                        <a:pt x="2605456" y="186849"/>
                      </a:cubicBezTo>
                      <a:cubicBezTo>
                        <a:pt x="2624572" y="200009"/>
                        <a:pt x="2643130" y="213917"/>
                        <a:pt x="2661128" y="228570"/>
                      </a:cubicBezTo>
                      <a:cubicBezTo>
                        <a:pt x="2672024" y="237430"/>
                        <a:pt x="2687691" y="221964"/>
                        <a:pt x="2676695" y="213024"/>
                      </a:cubicBezTo>
                      <a:cubicBezTo>
                        <a:pt x="2383169" y="-19487"/>
                        <a:pt x="1983482" y="-66939"/>
                        <a:pt x="1643550" y="90365"/>
                      </a:cubicBezTo>
                      <a:cubicBezTo>
                        <a:pt x="1479169" y="168886"/>
                        <a:pt x="1343685" y="294657"/>
                        <a:pt x="1209853" y="415510"/>
                      </a:cubicBezTo>
                      <a:cubicBezTo>
                        <a:pt x="1076765" y="535693"/>
                        <a:pt x="938912" y="659101"/>
                        <a:pt x="770680" y="727769"/>
                      </a:cubicBezTo>
                      <a:cubicBezTo>
                        <a:pt x="580500" y="804596"/>
                        <a:pt x="367403" y="801998"/>
                        <a:pt x="179158" y="720554"/>
                      </a:cubicBezTo>
                      <a:cubicBezTo>
                        <a:pt x="156122" y="710459"/>
                        <a:pt x="133664" y="699152"/>
                        <a:pt x="111750" y="686822"/>
                      </a:cubicBezTo>
                      <a:cubicBezTo>
                        <a:pt x="106458" y="683814"/>
                        <a:pt x="99728" y="685659"/>
                        <a:pt x="96716" y="690943"/>
                      </a:cubicBezTo>
                      <a:cubicBezTo>
                        <a:pt x="96285" y="691699"/>
                        <a:pt x="95945" y="692505"/>
                        <a:pt x="95704" y="693341"/>
                      </a:cubicBezTo>
                      <a:cubicBezTo>
                        <a:pt x="70378" y="818535"/>
                        <a:pt x="38290" y="942270"/>
                        <a:pt x="-417" y="1064002"/>
                      </a:cubicBezTo>
                      <a:cubicBezTo>
                        <a:pt x="-3913" y="1075144"/>
                        <a:pt x="13126" y="1079586"/>
                        <a:pt x="16943" y="106878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5" name="Google Shape;2975;p51"/>
                <p:cNvSpPr/>
                <p:nvPr/>
              </p:nvSpPr>
              <p:spPr>
                <a:xfrm rot="948924">
                  <a:off x="3116248" y="3895886"/>
                  <a:ext cx="1570822" cy="686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06" h="1133663" extrusionOk="0">
                      <a:moveTo>
                        <a:pt x="15259" y="1126729"/>
                      </a:moveTo>
                      <a:cubicBezTo>
                        <a:pt x="48902" y="1044797"/>
                        <a:pt x="82133" y="963115"/>
                        <a:pt x="125977" y="885918"/>
                      </a:cubicBezTo>
                      <a:cubicBezTo>
                        <a:pt x="168510" y="809592"/>
                        <a:pt x="220905" y="739181"/>
                        <a:pt x="281815" y="676494"/>
                      </a:cubicBezTo>
                      <a:cubicBezTo>
                        <a:pt x="339271" y="617698"/>
                        <a:pt x="405799" y="568485"/>
                        <a:pt x="478863" y="530730"/>
                      </a:cubicBezTo>
                      <a:cubicBezTo>
                        <a:pt x="557771" y="491055"/>
                        <a:pt x="643925" y="467796"/>
                        <a:pt x="732102" y="462359"/>
                      </a:cubicBezTo>
                      <a:cubicBezTo>
                        <a:pt x="829053" y="455719"/>
                        <a:pt x="926121" y="464966"/>
                        <a:pt x="1022817" y="471403"/>
                      </a:cubicBezTo>
                      <a:cubicBezTo>
                        <a:pt x="1110955" y="478401"/>
                        <a:pt x="1199521" y="478109"/>
                        <a:pt x="1287611" y="470526"/>
                      </a:cubicBezTo>
                      <a:cubicBezTo>
                        <a:pt x="1448158" y="454432"/>
                        <a:pt x="1604702" y="410695"/>
                        <a:pt x="1750304" y="341255"/>
                      </a:cubicBezTo>
                      <a:cubicBezTo>
                        <a:pt x="1897051" y="271726"/>
                        <a:pt x="2030314" y="176806"/>
                        <a:pt x="2143927" y="60885"/>
                      </a:cubicBezTo>
                      <a:cubicBezTo>
                        <a:pt x="2157803" y="46659"/>
                        <a:pt x="2171345" y="32121"/>
                        <a:pt x="2184553" y="17272"/>
                      </a:cubicBezTo>
                      <a:lnTo>
                        <a:pt x="2171214" y="18991"/>
                      </a:lnTo>
                      <a:cubicBezTo>
                        <a:pt x="2305339" y="83001"/>
                        <a:pt x="2440550" y="144664"/>
                        <a:pt x="2576847" y="203978"/>
                      </a:cubicBezTo>
                      <a:cubicBezTo>
                        <a:pt x="2589707" y="209575"/>
                        <a:pt x="2600929" y="190638"/>
                        <a:pt x="2587959" y="184994"/>
                      </a:cubicBezTo>
                      <a:cubicBezTo>
                        <a:pt x="2451682" y="125690"/>
                        <a:pt x="2316472" y="64027"/>
                        <a:pt x="2182325" y="7"/>
                      </a:cubicBezTo>
                      <a:cubicBezTo>
                        <a:pt x="2177983" y="-2407"/>
                        <a:pt x="2172572" y="-1709"/>
                        <a:pt x="2168986" y="1726"/>
                      </a:cubicBezTo>
                      <a:cubicBezTo>
                        <a:pt x="2059648" y="123781"/>
                        <a:pt x="1928988" y="224951"/>
                        <a:pt x="1783385" y="300295"/>
                      </a:cubicBezTo>
                      <a:cubicBezTo>
                        <a:pt x="1637623" y="376223"/>
                        <a:pt x="1479385" y="425375"/>
                        <a:pt x="1316215" y="445410"/>
                      </a:cubicBezTo>
                      <a:cubicBezTo>
                        <a:pt x="1230315" y="455125"/>
                        <a:pt x="1143719" y="457191"/>
                        <a:pt x="1057453" y="451581"/>
                      </a:cubicBezTo>
                      <a:cubicBezTo>
                        <a:pt x="959687" y="445959"/>
                        <a:pt x="861911" y="435348"/>
                        <a:pt x="763857" y="438747"/>
                      </a:cubicBezTo>
                      <a:cubicBezTo>
                        <a:pt x="674875" y="440726"/>
                        <a:pt x="587074" y="459521"/>
                        <a:pt x="505096" y="494136"/>
                      </a:cubicBezTo>
                      <a:cubicBezTo>
                        <a:pt x="430189" y="527372"/>
                        <a:pt x="361190" y="572546"/>
                        <a:pt x="300798" y="627892"/>
                      </a:cubicBezTo>
                      <a:cubicBezTo>
                        <a:pt x="172032" y="744271"/>
                        <a:pt x="82667" y="898455"/>
                        <a:pt x="21120" y="1059193"/>
                      </a:cubicBezTo>
                      <a:cubicBezTo>
                        <a:pt x="13132" y="1080054"/>
                        <a:pt x="5944" y="1101004"/>
                        <a:pt x="-469" y="1122399"/>
                      </a:cubicBezTo>
                      <a:cubicBezTo>
                        <a:pt x="-3561" y="1132713"/>
                        <a:pt x="11393" y="1136145"/>
                        <a:pt x="15259" y="112672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6" name="Google Shape;2976;p51"/>
                <p:cNvSpPr/>
                <p:nvPr/>
              </p:nvSpPr>
              <p:spPr>
                <a:xfrm rot="948924">
                  <a:off x="1133484" y="2157248"/>
                  <a:ext cx="627405" cy="2012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317" h="3324578" extrusionOk="0">
                      <a:moveTo>
                        <a:pt x="1035233" y="3311604"/>
                      </a:moveTo>
                      <a:cubicBezTo>
                        <a:pt x="1014176" y="3201438"/>
                        <a:pt x="985322" y="3092424"/>
                        <a:pt x="957145" y="2983886"/>
                      </a:cubicBezTo>
                      <a:cubicBezTo>
                        <a:pt x="928942" y="2875254"/>
                        <a:pt x="899322" y="2767004"/>
                        <a:pt x="868282" y="2659136"/>
                      </a:cubicBezTo>
                      <a:cubicBezTo>
                        <a:pt x="806090" y="2442248"/>
                        <a:pt x="738993" y="2226794"/>
                        <a:pt x="669458" y="2012151"/>
                      </a:cubicBezTo>
                      <a:cubicBezTo>
                        <a:pt x="600175" y="1798284"/>
                        <a:pt x="528464" y="1585212"/>
                        <a:pt x="456689" y="1372169"/>
                      </a:cubicBezTo>
                      <a:cubicBezTo>
                        <a:pt x="384894" y="1159067"/>
                        <a:pt x="313028" y="945982"/>
                        <a:pt x="243451" y="732144"/>
                      </a:cubicBezTo>
                      <a:cubicBezTo>
                        <a:pt x="173911" y="518417"/>
                        <a:pt x="106653" y="303927"/>
                        <a:pt x="44090" y="88050"/>
                      </a:cubicBezTo>
                      <a:cubicBezTo>
                        <a:pt x="36200" y="60822"/>
                        <a:pt x="28385" y="33571"/>
                        <a:pt x="20646" y="6296"/>
                      </a:cubicBezTo>
                      <a:cubicBezTo>
                        <a:pt x="18827" y="498"/>
                        <a:pt x="12645" y="-2730"/>
                        <a:pt x="6838" y="-914"/>
                      </a:cubicBezTo>
                      <a:cubicBezTo>
                        <a:pt x="1314" y="814"/>
                        <a:pt x="-1928" y="6517"/>
                        <a:pt x="-584" y="12141"/>
                      </a:cubicBezTo>
                      <a:cubicBezTo>
                        <a:pt x="60798" y="228343"/>
                        <a:pt x="127088" y="443116"/>
                        <a:pt x="196007" y="657032"/>
                      </a:cubicBezTo>
                      <a:cubicBezTo>
                        <a:pt x="265287" y="872063"/>
                        <a:pt x="337182" y="1086240"/>
                        <a:pt x="409292" y="1300337"/>
                      </a:cubicBezTo>
                      <a:cubicBezTo>
                        <a:pt x="481055" y="1513404"/>
                        <a:pt x="553038" y="1726404"/>
                        <a:pt x="622883" y="1940109"/>
                      </a:cubicBezTo>
                      <a:cubicBezTo>
                        <a:pt x="692658" y="2153601"/>
                        <a:pt x="760304" y="2367810"/>
                        <a:pt x="823404" y="2583371"/>
                      </a:cubicBezTo>
                      <a:cubicBezTo>
                        <a:pt x="886470" y="2798814"/>
                        <a:pt x="945000" y="3015636"/>
                        <a:pt x="996710" y="3234090"/>
                      </a:cubicBezTo>
                      <a:cubicBezTo>
                        <a:pt x="1003239" y="3261676"/>
                        <a:pt x="1010122" y="3289155"/>
                        <a:pt x="1017356" y="3316525"/>
                      </a:cubicBezTo>
                      <a:cubicBezTo>
                        <a:pt x="1020433" y="3328173"/>
                        <a:pt x="1037445" y="3323179"/>
                        <a:pt x="1035233" y="331160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7" name="Google Shape;2977;p51"/>
                <p:cNvSpPr/>
                <p:nvPr/>
              </p:nvSpPr>
              <p:spPr>
                <a:xfrm rot="948924">
                  <a:off x="1430167" y="2031536"/>
                  <a:ext cx="1488211" cy="336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8153" h="555049" extrusionOk="0">
                      <a:moveTo>
                        <a:pt x="6340" y="479820"/>
                      </a:moveTo>
                      <a:cubicBezTo>
                        <a:pt x="175718" y="546284"/>
                        <a:pt x="359304" y="568378"/>
                        <a:pt x="539645" y="544001"/>
                      </a:cubicBezTo>
                      <a:cubicBezTo>
                        <a:pt x="701279" y="522110"/>
                        <a:pt x="853166" y="459992"/>
                        <a:pt x="997691" y="386675"/>
                      </a:cubicBezTo>
                      <a:cubicBezTo>
                        <a:pt x="1140415" y="314274"/>
                        <a:pt x="1277371" y="230984"/>
                        <a:pt x="1421348" y="160988"/>
                      </a:cubicBezTo>
                      <a:cubicBezTo>
                        <a:pt x="1565456" y="90929"/>
                        <a:pt x="1718690" y="34683"/>
                        <a:pt x="1879744" y="23042"/>
                      </a:cubicBezTo>
                      <a:cubicBezTo>
                        <a:pt x="2054060" y="10571"/>
                        <a:pt x="2228488" y="45692"/>
                        <a:pt x="2384348" y="124640"/>
                      </a:cubicBezTo>
                      <a:cubicBezTo>
                        <a:pt x="2403599" y="134452"/>
                        <a:pt x="2422491" y="144916"/>
                        <a:pt x="2441023" y="156035"/>
                      </a:cubicBezTo>
                      <a:cubicBezTo>
                        <a:pt x="2446378" y="158918"/>
                        <a:pt x="2453060" y="156918"/>
                        <a:pt x="2455946" y="151570"/>
                      </a:cubicBezTo>
                      <a:cubicBezTo>
                        <a:pt x="2458692" y="146481"/>
                        <a:pt x="2457026" y="140139"/>
                        <a:pt x="2452133" y="137051"/>
                      </a:cubicBezTo>
                      <a:cubicBezTo>
                        <a:pt x="2302880" y="48337"/>
                        <a:pt x="2132804" y="586"/>
                        <a:pt x="1959125" y="-1368"/>
                      </a:cubicBezTo>
                      <a:cubicBezTo>
                        <a:pt x="1795345" y="-3149"/>
                        <a:pt x="1637528" y="40594"/>
                        <a:pt x="1488491" y="105790"/>
                      </a:cubicBezTo>
                      <a:cubicBezTo>
                        <a:pt x="1341410" y="170130"/>
                        <a:pt x="1203374" y="252651"/>
                        <a:pt x="1062042" y="328278"/>
                      </a:cubicBezTo>
                      <a:cubicBezTo>
                        <a:pt x="921502" y="403482"/>
                        <a:pt x="775878" y="472999"/>
                        <a:pt x="619361" y="507607"/>
                      </a:cubicBezTo>
                      <a:cubicBezTo>
                        <a:pt x="439243" y="546906"/>
                        <a:pt x="251931" y="538055"/>
                        <a:pt x="76333" y="481949"/>
                      </a:cubicBezTo>
                      <a:cubicBezTo>
                        <a:pt x="54663" y="475023"/>
                        <a:pt x="33244" y="467390"/>
                        <a:pt x="12074" y="459048"/>
                      </a:cubicBezTo>
                      <a:cubicBezTo>
                        <a:pt x="-863" y="453979"/>
                        <a:pt x="-6434" y="474782"/>
                        <a:pt x="6340" y="4798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8" name="Google Shape;2978;p51"/>
                <p:cNvSpPr/>
                <p:nvPr/>
              </p:nvSpPr>
              <p:spPr>
                <a:xfrm rot="948924">
                  <a:off x="2982981" y="1761569"/>
                  <a:ext cx="1281231" cy="756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275" h="1249866" extrusionOk="0">
                      <a:moveTo>
                        <a:pt x="17141" y="1242248"/>
                      </a:moveTo>
                      <a:cubicBezTo>
                        <a:pt x="69629" y="1103159"/>
                        <a:pt x="161144" y="985039"/>
                        <a:pt x="276283" y="891726"/>
                      </a:cubicBezTo>
                      <a:cubicBezTo>
                        <a:pt x="397651" y="793365"/>
                        <a:pt x="540135" y="725063"/>
                        <a:pt x="688503" y="678008"/>
                      </a:cubicBezTo>
                      <a:cubicBezTo>
                        <a:pt x="862516" y="622821"/>
                        <a:pt x="1043480" y="594599"/>
                        <a:pt x="1223535" y="567268"/>
                      </a:cubicBezTo>
                      <a:cubicBezTo>
                        <a:pt x="1314406" y="553474"/>
                        <a:pt x="1406550" y="542368"/>
                        <a:pt x="1496008" y="520913"/>
                      </a:cubicBezTo>
                      <a:cubicBezTo>
                        <a:pt x="1540653" y="510528"/>
                        <a:pt x="1584088" y="495503"/>
                        <a:pt x="1625600" y="476084"/>
                      </a:cubicBezTo>
                      <a:cubicBezTo>
                        <a:pt x="1665437" y="456630"/>
                        <a:pt x="1703644" y="434006"/>
                        <a:pt x="1739847" y="408433"/>
                      </a:cubicBezTo>
                      <a:cubicBezTo>
                        <a:pt x="1872255" y="316877"/>
                        <a:pt x="2003010" y="208302"/>
                        <a:pt x="2086042" y="68342"/>
                      </a:cubicBezTo>
                      <a:cubicBezTo>
                        <a:pt x="2096262" y="51117"/>
                        <a:pt x="2105653" y="33447"/>
                        <a:pt x="2114218" y="15333"/>
                      </a:cubicBezTo>
                      <a:cubicBezTo>
                        <a:pt x="2120253" y="2615"/>
                        <a:pt x="2101279" y="-8556"/>
                        <a:pt x="2095209" y="4236"/>
                      </a:cubicBezTo>
                      <a:cubicBezTo>
                        <a:pt x="2024799" y="152616"/>
                        <a:pt x="1899079" y="264677"/>
                        <a:pt x="1768946" y="360644"/>
                      </a:cubicBezTo>
                      <a:cubicBezTo>
                        <a:pt x="1695465" y="414833"/>
                        <a:pt x="1618323" y="462998"/>
                        <a:pt x="1530107" y="489080"/>
                      </a:cubicBezTo>
                      <a:cubicBezTo>
                        <a:pt x="1442408" y="515009"/>
                        <a:pt x="1350338" y="525922"/>
                        <a:pt x="1260139" y="539626"/>
                      </a:cubicBezTo>
                      <a:cubicBezTo>
                        <a:pt x="1078693" y="567193"/>
                        <a:pt x="896180" y="593560"/>
                        <a:pt x="719745" y="645474"/>
                      </a:cubicBezTo>
                      <a:cubicBezTo>
                        <a:pt x="567807" y="690180"/>
                        <a:pt x="421353" y="754861"/>
                        <a:pt x="294164" y="850141"/>
                      </a:cubicBezTo>
                      <a:cubicBezTo>
                        <a:pt x="177207" y="937755"/>
                        <a:pt x="75580" y="1050639"/>
                        <a:pt x="18466" y="1186329"/>
                      </a:cubicBezTo>
                      <a:cubicBezTo>
                        <a:pt x="11408" y="1203095"/>
                        <a:pt x="5122" y="1220125"/>
                        <a:pt x="-392" y="1237421"/>
                      </a:cubicBezTo>
                      <a:cubicBezTo>
                        <a:pt x="-3992" y="1248715"/>
                        <a:pt x="13084" y="1253001"/>
                        <a:pt x="17141" y="124224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9" name="Google Shape;2979;p51"/>
                <p:cNvSpPr/>
                <p:nvPr/>
              </p:nvSpPr>
              <p:spPr>
                <a:xfrm rot="948924">
                  <a:off x="4056178" y="2009133"/>
                  <a:ext cx="736721" cy="1989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879" h="3286066" extrusionOk="0">
                      <a:moveTo>
                        <a:pt x="1215778" y="3275042"/>
                      </a:moveTo>
                      <a:cubicBezTo>
                        <a:pt x="1155376" y="3056109"/>
                        <a:pt x="1084971" y="2839411"/>
                        <a:pt x="1014933" y="2623393"/>
                      </a:cubicBezTo>
                      <a:cubicBezTo>
                        <a:pt x="945143" y="2408143"/>
                        <a:pt x="872731" y="2193768"/>
                        <a:pt x="797699" y="1980270"/>
                      </a:cubicBezTo>
                      <a:cubicBezTo>
                        <a:pt x="722263" y="1765812"/>
                        <a:pt x="644284" y="1552272"/>
                        <a:pt x="563759" y="1339647"/>
                      </a:cubicBezTo>
                      <a:cubicBezTo>
                        <a:pt x="483613" y="1128019"/>
                        <a:pt x="400931" y="917370"/>
                        <a:pt x="315717" y="707701"/>
                      </a:cubicBezTo>
                      <a:cubicBezTo>
                        <a:pt x="230577" y="498137"/>
                        <a:pt x="142968" y="289596"/>
                        <a:pt x="52894" y="82078"/>
                      </a:cubicBezTo>
                      <a:cubicBezTo>
                        <a:pt x="41630" y="56128"/>
                        <a:pt x="30329" y="30196"/>
                        <a:pt x="18989" y="4280"/>
                      </a:cubicBezTo>
                      <a:cubicBezTo>
                        <a:pt x="13376" y="-8550"/>
                        <a:pt x="-5441" y="2540"/>
                        <a:pt x="134" y="15287"/>
                      </a:cubicBezTo>
                      <a:cubicBezTo>
                        <a:pt x="91264" y="223693"/>
                        <a:pt x="179915" y="433154"/>
                        <a:pt x="266086" y="643673"/>
                      </a:cubicBezTo>
                      <a:cubicBezTo>
                        <a:pt x="351789" y="853119"/>
                        <a:pt x="435005" y="1063555"/>
                        <a:pt x="515733" y="1274982"/>
                      </a:cubicBezTo>
                      <a:cubicBezTo>
                        <a:pt x="596489" y="1486381"/>
                        <a:pt x="674737" y="1698714"/>
                        <a:pt x="750474" y="1911980"/>
                      </a:cubicBezTo>
                      <a:cubicBezTo>
                        <a:pt x="825852" y="2124240"/>
                        <a:pt x="898834" y="2337335"/>
                        <a:pt x="969418" y="2551264"/>
                      </a:cubicBezTo>
                      <a:cubicBezTo>
                        <a:pt x="1040316" y="2766171"/>
                        <a:pt x="1108967" y="2981809"/>
                        <a:pt x="1175367" y="3198178"/>
                      </a:cubicBezTo>
                      <a:cubicBezTo>
                        <a:pt x="1183668" y="3225238"/>
                        <a:pt x="1192030" y="3252250"/>
                        <a:pt x="1200737" y="3279182"/>
                      </a:cubicBezTo>
                      <a:cubicBezTo>
                        <a:pt x="1202027" y="3283290"/>
                        <a:pt x="1206407" y="3285576"/>
                        <a:pt x="1210521" y="3284288"/>
                      </a:cubicBezTo>
                      <a:cubicBezTo>
                        <a:pt x="1214433" y="3283063"/>
                        <a:pt x="1216730" y="3279024"/>
                        <a:pt x="1215778" y="32750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0" name="Google Shape;2980;p51"/>
                <p:cNvSpPr/>
                <p:nvPr/>
              </p:nvSpPr>
              <p:spPr>
                <a:xfrm rot="948924">
                  <a:off x="4268313" y="2154580"/>
                  <a:ext cx="751222" cy="2016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832" h="3331120" extrusionOk="0">
                      <a:moveTo>
                        <a:pt x="1239521" y="3318969"/>
                      </a:moveTo>
                      <a:cubicBezTo>
                        <a:pt x="1201814" y="3209608"/>
                        <a:pt x="1158043" y="3102104"/>
                        <a:pt x="1116579" y="2994107"/>
                      </a:cubicBezTo>
                      <a:cubicBezTo>
                        <a:pt x="1074664" y="2884938"/>
                        <a:pt x="1032750" y="2775770"/>
                        <a:pt x="990837" y="2666600"/>
                      </a:cubicBezTo>
                      <a:cubicBezTo>
                        <a:pt x="907385" y="2449284"/>
                        <a:pt x="823816" y="2232013"/>
                        <a:pt x="740128" y="2014788"/>
                      </a:cubicBezTo>
                      <a:cubicBezTo>
                        <a:pt x="656955" y="1798549"/>
                        <a:pt x="573792" y="1582305"/>
                        <a:pt x="490643" y="1366056"/>
                      </a:cubicBezTo>
                      <a:cubicBezTo>
                        <a:pt x="409268" y="1154278"/>
                        <a:pt x="326993" y="942794"/>
                        <a:pt x="249708" y="729481"/>
                      </a:cubicBezTo>
                      <a:cubicBezTo>
                        <a:pt x="172990" y="517731"/>
                        <a:pt x="101440" y="303951"/>
                        <a:pt x="41912" y="86694"/>
                      </a:cubicBezTo>
                      <a:cubicBezTo>
                        <a:pt x="34577" y="59923"/>
                        <a:pt x="27430" y="33103"/>
                        <a:pt x="20470" y="6232"/>
                      </a:cubicBezTo>
                      <a:cubicBezTo>
                        <a:pt x="18664" y="481"/>
                        <a:pt x="12533" y="-2720"/>
                        <a:pt x="6774" y="-917"/>
                      </a:cubicBezTo>
                      <a:cubicBezTo>
                        <a:pt x="1296" y="797"/>
                        <a:pt x="-1919" y="6452"/>
                        <a:pt x="-587" y="12029"/>
                      </a:cubicBezTo>
                      <a:cubicBezTo>
                        <a:pt x="55948" y="230085"/>
                        <a:pt x="125116" y="444625"/>
                        <a:pt x="200411" y="656886"/>
                      </a:cubicBezTo>
                      <a:cubicBezTo>
                        <a:pt x="275964" y="869872"/>
                        <a:pt x="357563" y="1080639"/>
                        <a:pt x="438805" y="1291505"/>
                      </a:cubicBezTo>
                      <a:cubicBezTo>
                        <a:pt x="522498" y="1508735"/>
                        <a:pt x="606138" y="1725986"/>
                        <a:pt x="689726" y="1943258"/>
                      </a:cubicBezTo>
                      <a:cubicBezTo>
                        <a:pt x="773740" y="2161546"/>
                        <a:pt x="857754" y="2379832"/>
                        <a:pt x="941769" y="2598119"/>
                      </a:cubicBezTo>
                      <a:cubicBezTo>
                        <a:pt x="1025395" y="2815396"/>
                        <a:pt x="1109246" y="3032590"/>
                        <a:pt x="1193321" y="3249698"/>
                      </a:cubicBezTo>
                      <a:cubicBezTo>
                        <a:pt x="1203206" y="3275138"/>
                        <a:pt x="1213355" y="3300372"/>
                        <a:pt x="1224043" y="3325486"/>
                      </a:cubicBezTo>
                      <a:cubicBezTo>
                        <a:pt x="1227775" y="3334254"/>
                        <a:pt x="1242632" y="3327998"/>
                        <a:pt x="1239520" y="33189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1" name="Google Shape;2981;p51"/>
                <p:cNvSpPr/>
                <p:nvPr/>
              </p:nvSpPr>
              <p:spPr>
                <a:xfrm rot="948924">
                  <a:off x="4319731" y="1979159"/>
                  <a:ext cx="263351" cy="8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990" h="147502" extrusionOk="0">
                      <a:moveTo>
                        <a:pt x="518" y="7538"/>
                      </a:moveTo>
                      <a:cubicBezTo>
                        <a:pt x="12074" y="19845"/>
                        <a:pt x="32241" y="24929"/>
                        <a:pt x="47711" y="30613"/>
                      </a:cubicBezTo>
                      <a:cubicBezTo>
                        <a:pt x="65506" y="37150"/>
                        <a:pt x="83345" y="43568"/>
                        <a:pt x="101227" y="49867"/>
                      </a:cubicBezTo>
                      <a:cubicBezTo>
                        <a:pt x="135774" y="62032"/>
                        <a:pt x="170648" y="73333"/>
                        <a:pt x="205576" y="84356"/>
                      </a:cubicBezTo>
                      <a:cubicBezTo>
                        <a:pt x="276656" y="106786"/>
                        <a:pt x="348307" y="127261"/>
                        <a:pt x="420531" y="145780"/>
                      </a:cubicBezTo>
                      <a:cubicBezTo>
                        <a:pt x="426450" y="147189"/>
                        <a:pt x="432392" y="143539"/>
                        <a:pt x="433802" y="137628"/>
                      </a:cubicBezTo>
                      <a:cubicBezTo>
                        <a:pt x="435142" y="132008"/>
                        <a:pt x="431903" y="126309"/>
                        <a:pt x="426383" y="124580"/>
                      </a:cubicBezTo>
                      <a:cubicBezTo>
                        <a:pt x="354818" y="106174"/>
                        <a:pt x="283748" y="85967"/>
                        <a:pt x="213172" y="63958"/>
                      </a:cubicBezTo>
                      <a:cubicBezTo>
                        <a:pt x="178200" y="53048"/>
                        <a:pt x="143453" y="41489"/>
                        <a:pt x="108699" y="29912"/>
                      </a:cubicBezTo>
                      <a:cubicBezTo>
                        <a:pt x="91331" y="24127"/>
                        <a:pt x="74001" y="18229"/>
                        <a:pt x="56710" y="12218"/>
                      </a:cubicBezTo>
                      <a:cubicBezTo>
                        <a:pt x="40672" y="6643"/>
                        <a:pt x="21398" y="-3000"/>
                        <a:pt x="4142" y="-1199"/>
                      </a:cubicBezTo>
                      <a:cubicBezTo>
                        <a:pt x="1273" y="-1106"/>
                        <a:pt x="-977" y="1293"/>
                        <a:pt x="-884" y="4159"/>
                      </a:cubicBezTo>
                      <a:cubicBezTo>
                        <a:pt x="-843" y="5418"/>
                        <a:pt x="-345" y="6620"/>
                        <a:pt x="518" y="753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2" name="Google Shape;2982;p51"/>
                <p:cNvSpPr/>
                <p:nvPr/>
              </p:nvSpPr>
              <p:spPr>
                <a:xfrm rot="948924">
                  <a:off x="939036" y="2357530"/>
                  <a:ext cx="710544" cy="1999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641" h="3302891" extrusionOk="0">
                      <a:moveTo>
                        <a:pt x="1172178" y="3291625"/>
                      </a:moveTo>
                      <a:cubicBezTo>
                        <a:pt x="1128939" y="3188646"/>
                        <a:pt x="1079645" y="3088146"/>
                        <a:pt x="1035377" y="2985557"/>
                      </a:cubicBezTo>
                      <a:cubicBezTo>
                        <a:pt x="990235" y="2880943"/>
                        <a:pt x="947138" y="2775480"/>
                        <a:pt x="906086" y="2669168"/>
                      </a:cubicBezTo>
                      <a:cubicBezTo>
                        <a:pt x="824019" y="2457579"/>
                        <a:pt x="748770" y="2243434"/>
                        <a:pt x="677430" y="2028018"/>
                      </a:cubicBezTo>
                      <a:cubicBezTo>
                        <a:pt x="606247" y="1813079"/>
                        <a:pt x="538857" y="1596912"/>
                        <a:pt x="472013" y="1380596"/>
                      </a:cubicBezTo>
                      <a:cubicBezTo>
                        <a:pt x="404812" y="1163122"/>
                        <a:pt x="338163" y="945472"/>
                        <a:pt x="268769" y="728683"/>
                      </a:cubicBezTo>
                      <a:cubicBezTo>
                        <a:pt x="199750" y="513068"/>
                        <a:pt x="128012" y="298283"/>
                        <a:pt x="50373" y="85597"/>
                      </a:cubicBezTo>
                      <a:cubicBezTo>
                        <a:pt x="40676" y="59030"/>
                        <a:pt x="30884" y="32499"/>
                        <a:pt x="20996" y="6001"/>
                      </a:cubicBezTo>
                      <a:cubicBezTo>
                        <a:pt x="16115" y="-7088"/>
                        <a:pt x="-5085" y="-1424"/>
                        <a:pt x="-147" y="11823"/>
                      </a:cubicBezTo>
                      <a:cubicBezTo>
                        <a:pt x="79296" y="224888"/>
                        <a:pt x="152496" y="440211"/>
                        <a:pt x="222508" y="656533"/>
                      </a:cubicBezTo>
                      <a:cubicBezTo>
                        <a:pt x="292596" y="873091"/>
                        <a:pt x="359548" y="1090642"/>
                        <a:pt x="426654" y="1308134"/>
                      </a:cubicBezTo>
                      <a:cubicBezTo>
                        <a:pt x="493421" y="1524525"/>
                        <a:pt x="560342" y="1740883"/>
                        <a:pt x="630667" y="1956153"/>
                      </a:cubicBezTo>
                      <a:cubicBezTo>
                        <a:pt x="701148" y="2171903"/>
                        <a:pt x="775057" y="2386583"/>
                        <a:pt x="855610" y="2598807"/>
                      </a:cubicBezTo>
                      <a:cubicBezTo>
                        <a:pt x="935655" y="2809693"/>
                        <a:pt x="1021699" y="3018824"/>
                        <a:pt x="1119142" y="3222341"/>
                      </a:cubicBezTo>
                      <a:cubicBezTo>
                        <a:pt x="1131362" y="3247864"/>
                        <a:pt x="1143917" y="3272988"/>
                        <a:pt x="1157597" y="3297763"/>
                      </a:cubicBezTo>
                      <a:cubicBezTo>
                        <a:pt x="1161841" y="3305448"/>
                        <a:pt x="1175737" y="3300103"/>
                        <a:pt x="1172178" y="329162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3" name="Google Shape;2983;p51"/>
                <p:cNvSpPr/>
                <p:nvPr/>
              </p:nvSpPr>
              <p:spPr>
                <a:xfrm rot="948924">
                  <a:off x="1257941" y="2076147"/>
                  <a:ext cx="145271" cy="253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952" h="418931" extrusionOk="0">
                      <a:moveTo>
                        <a:pt x="16058" y="413443"/>
                      </a:moveTo>
                      <a:cubicBezTo>
                        <a:pt x="26355" y="396263"/>
                        <a:pt x="35647" y="378500"/>
                        <a:pt x="43888" y="360247"/>
                      </a:cubicBezTo>
                      <a:cubicBezTo>
                        <a:pt x="52436" y="343524"/>
                        <a:pt x="61141" y="326883"/>
                        <a:pt x="69822" y="310229"/>
                      </a:cubicBezTo>
                      <a:cubicBezTo>
                        <a:pt x="87478" y="276357"/>
                        <a:pt x="105564" y="242714"/>
                        <a:pt x="124077" y="209298"/>
                      </a:cubicBezTo>
                      <a:cubicBezTo>
                        <a:pt x="142603" y="175892"/>
                        <a:pt x="161562" y="142732"/>
                        <a:pt x="180957" y="109816"/>
                      </a:cubicBezTo>
                      <a:cubicBezTo>
                        <a:pt x="190494" y="93630"/>
                        <a:pt x="200135" y="77506"/>
                        <a:pt x="209881" y="61444"/>
                      </a:cubicBezTo>
                      <a:cubicBezTo>
                        <a:pt x="215079" y="52877"/>
                        <a:pt x="220305" y="44328"/>
                        <a:pt x="225562" y="35798"/>
                      </a:cubicBezTo>
                      <a:cubicBezTo>
                        <a:pt x="231478" y="28201"/>
                        <a:pt x="236000" y="19618"/>
                        <a:pt x="238918" y="10446"/>
                      </a:cubicBezTo>
                      <a:cubicBezTo>
                        <a:pt x="240231" y="3644"/>
                        <a:pt x="232503" y="-5067"/>
                        <a:pt x="225563" y="193"/>
                      </a:cubicBezTo>
                      <a:cubicBezTo>
                        <a:pt x="218717" y="6271"/>
                        <a:pt x="213096" y="13598"/>
                        <a:pt x="208999" y="21780"/>
                      </a:cubicBezTo>
                      <a:cubicBezTo>
                        <a:pt x="203742" y="30310"/>
                        <a:pt x="198514" y="38858"/>
                        <a:pt x="193316" y="47424"/>
                      </a:cubicBezTo>
                      <a:cubicBezTo>
                        <a:pt x="183570" y="63485"/>
                        <a:pt x="173928" y="79609"/>
                        <a:pt x="164388" y="95794"/>
                      </a:cubicBezTo>
                      <a:cubicBezTo>
                        <a:pt x="144356" y="129783"/>
                        <a:pt x="124787" y="164038"/>
                        <a:pt x="105680" y="198558"/>
                      </a:cubicBezTo>
                      <a:cubicBezTo>
                        <a:pt x="86878" y="232527"/>
                        <a:pt x="68531" y="266742"/>
                        <a:pt x="50636" y="301202"/>
                      </a:cubicBezTo>
                      <a:cubicBezTo>
                        <a:pt x="41697" y="318439"/>
                        <a:pt x="33012" y="335811"/>
                        <a:pt x="24385" y="353205"/>
                      </a:cubicBezTo>
                      <a:cubicBezTo>
                        <a:pt x="14877" y="370370"/>
                        <a:pt x="6597" y="388185"/>
                        <a:pt x="-395" y="406517"/>
                      </a:cubicBezTo>
                      <a:cubicBezTo>
                        <a:pt x="-3710" y="416616"/>
                        <a:pt x="10617" y="421575"/>
                        <a:pt x="16059" y="41344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4" name="Google Shape;2984;p51"/>
                <p:cNvSpPr/>
                <p:nvPr/>
              </p:nvSpPr>
              <p:spPr>
                <a:xfrm rot="948924">
                  <a:off x="842859" y="2252980"/>
                  <a:ext cx="742059" cy="2173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5697" h="3589673" extrusionOk="0">
                      <a:moveTo>
                        <a:pt x="1224133" y="3576943"/>
                      </a:moveTo>
                      <a:cubicBezTo>
                        <a:pt x="1129368" y="3357075"/>
                        <a:pt x="1045125" y="3133227"/>
                        <a:pt x="967806" y="2906682"/>
                      </a:cubicBezTo>
                      <a:cubicBezTo>
                        <a:pt x="889309" y="2676685"/>
                        <a:pt x="815583" y="2445057"/>
                        <a:pt x="740496" y="2213935"/>
                      </a:cubicBezTo>
                      <a:cubicBezTo>
                        <a:pt x="664081" y="1978725"/>
                        <a:pt x="587518" y="1743563"/>
                        <a:pt x="510809" y="1508449"/>
                      </a:cubicBezTo>
                      <a:cubicBezTo>
                        <a:pt x="433864" y="1272156"/>
                        <a:pt x="356841" y="1035890"/>
                        <a:pt x="279739" y="799649"/>
                      </a:cubicBezTo>
                      <a:lnTo>
                        <a:pt x="49538" y="94305"/>
                      </a:lnTo>
                      <a:lnTo>
                        <a:pt x="20762" y="6138"/>
                      </a:lnTo>
                      <a:cubicBezTo>
                        <a:pt x="16426" y="-7147"/>
                        <a:pt x="-4665" y="-1463"/>
                        <a:pt x="-294" y="11935"/>
                      </a:cubicBezTo>
                      <a:lnTo>
                        <a:pt x="230908" y="720699"/>
                      </a:lnTo>
                      <a:cubicBezTo>
                        <a:pt x="307977" y="956956"/>
                        <a:pt x="385105" y="1193194"/>
                        <a:pt x="462293" y="1429413"/>
                      </a:cubicBezTo>
                      <a:lnTo>
                        <a:pt x="695082" y="2141436"/>
                      </a:lnTo>
                      <a:cubicBezTo>
                        <a:pt x="770932" y="2373438"/>
                        <a:pt x="845953" y="2605761"/>
                        <a:pt x="923938" y="2837057"/>
                      </a:cubicBezTo>
                      <a:cubicBezTo>
                        <a:pt x="999755" y="3061921"/>
                        <a:pt x="1079794" y="3285610"/>
                        <a:pt x="1174801" y="3503198"/>
                      </a:cubicBezTo>
                      <a:cubicBezTo>
                        <a:pt x="1186682" y="3530406"/>
                        <a:pt x="1198867" y="3557475"/>
                        <a:pt x="1211357" y="3584400"/>
                      </a:cubicBezTo>
                      <a:cubicBezTo>
                        <a:pt x="1215404" y="3593104"/>
                        <a:pt x="1227827" y="3585514"/>
                        <a:pt x="1224133" y="357694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5" name="Google Shape;2985;p51"/>
                <p:cNvSpPr/>
                <p:nvPr/>
              </p:nvSpPr>
              <p:spPr>
                <a:xfrm rot="948924">
                  <a:off x="1161910" y="2161696"/>
                  <a:ext cx="169848" cy="66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46" h="110514" extrusionOk="0">
                      <a:moveTo>
                        <a:pt x="9210" y="108739"/>
                      </a:moveTo>
                      <a:cubicBezTo>
                        <a:pt x="55880" y="96152"/>
                        <a:pt x="101580" y="78910"/>
                        <a:pt x="147065" y="62636"/>
                      </a:cubicBezTo>
                      <a:cubicBezTo>
                        <a:pt x="169285" y="54686"/>
                        <a:pt x="191436" y="46547"/>
                        <a:pt x="213516" y="38220"/>
                      </a:cubicBezTo>
                      <a:cubicBezTo>
                        <a:pt x="224856" y="33948"/>
                        <a:pt x="236181" y="29631"/>
                        <a:pt x="247489" y="25273"/>
                      </a:cubicBezTo>
                      <a:cubicBezTo>
                        <a:pt x="258323" y="21097"/>
                        <a:pt x="270174" y="18479"/>
                        <a:pt x="277941" y="9467"/>
                      </a:cubicBezTo>
                      <a:cubicBezTo>
                        <a:pt x="280346" y="6898"/>
                        <a:pt x="280210" y="2869"/>
                        <a:pt x="277637" y="467"/>
                      </a:cubicBezTo>
                      <a:cubicBezTo>
                        <a:pt x="276510" y="-585"/>
                        <a:pt x="275040" y="-1193"/>
                        <a:pt x="273498" y="-1246"/>
                      </a:cubicBezTo>
                      <a:cubicBezTo>
                        <a:pt x="261826" y="-2530"/>
                        <a:pt x="251353" y="3561"/>
                        <a:pt x="240656" y="7679"/>
                      </a:cubicBezTo>
                      <a:cubicBezTo>
                        <a:pt x="229942" y="11804"/>
                        <a:pt x="219213" y="15890"/>
                        <a:pt x="208469" y="19939"/>
                      </a:cubicBezTo>
                      <a:cubicBezTo>
                        <a:pt x="185786" y="28485"/>
                        <a:pt x="163047" y="36881"/>
                        <a:pt x="140252" y="45128"/>
                      </a:cubicBezTo>
                      <a:cubicBezTo>
                        <a:pt x="95276" y="61410"/>
                        <a:pt x="49422" y="75571"/>
                        <a:pt x="4803" y="92776"/>
                      </a:cubicBezTo>
                      <a:cubicBezTo>
                        <a:pt x="-4940" y="96532"/>
                        <a:pt x="-1318" y="111580"/>
                        <a:pt x="9210" y="10874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6" name="Google Shape;2986;p51"/>
                <p:cNvSpPr/>
                <p:nvPr/>
              </p:nvSpPr>
              <p:spPr>
                <a:xfrm rot="948924">
                  <a:off x="803515" y="2305825"/>
                  <a:ext cx="742251" cy="2167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6014" h="3580240" extrusionOk="0">
                      <a:moveTo>
                        <a:pt x="1224637" y="3569914"/>
                      </a:moveTo>
                      <a:cubicBezTo>
                        <a:pt x="1141099" y="3340295"/>
                        <a:pt x="1054953" y="3111633"/>
                        <a:pt x="971908" y="2881828"/>
                      </a:cubicBezTo>
                      <a:cubicBezTo>
                        <a:pt x="888459" y="2650905"/>
                        <a:pt x="806546" y="2419437"/>
                        <a:pt x="726167" y="2187422"/>
                      </a:cubicBezTo>
                      <a:cubicBezTo>
                        <a:pt x="646159" y="1956513"/>
                        <a:pt x="567639" y="1725097"/>
                        <a:pt x="490609" y="1493173"/>
                      </a:cubicBezTo>
                      <a:cubicBezTo>
                        <a:pt x="413541" y="1261262"/>
                        <a:pt x="338006" y="1028852"/>
                        <a:pt x="264003" y="795941"/>
                      </a:cubicBezTo>
                      <a:cubicBezTo>
                        <a:pt x="189647" y="561917"/>
                        <a:pt x="116757" y="327443"/>
                        <a:pt x="45333" y="92518"/>
                      </a:cubicBezTo>
                      <a:cubicBezTo>
                        <a:pt x="36499" y="63578"/>
                        <a:pt x="27689" y="34632"/>
                        <a:pt x="18903" y="5677"/>
                      </a:cubicBezTo>
                      <a:cubicBezTo>
                        <a:pt x="17235" y="347"/>
                        <a:pt x="11556" y="-2623"/>
                        <a:pt x="6219" y="-957"/>
                      </a:cubicBezTo>
                      <a:cubicBezTo>
                        <a:pt x="1136" y="629"/>
                        <a:pt x="-1847" y="5877"/>
                        <a:pt x="-607" y="11049"/>
                      </a:cubicBezTo>
                      <a:cubicBezTo>
                        <a:pt x="69632" y="245112"/>
                        <a:pt x="141699" y="478620"/>
                        <a:pt x="215592" y="711572"/>
                      </a:cubicBezTo>
                      <a:cubicBezTo>
                        <a:pt x="289604" y="945700"/>
                        <a:pt x="365253" y="1179303"/>
                        <a:pt x="442540" y="1412383"/>
                      </a:cubicBezTo>
                      <a:cubicBezTo>
                        <a:pt x="519375" y="1644385"/>
                        <a:pt x="597801" y="1875851"/>
                        <a:pt x="677817" y="2106781"/>
                      </a:cubicBezTo>
                      <a:cubicBezTo>
                        <a:pt x="757813" y="2337719"/>
                        <a:pt x="839346" y="2568118"/>
                        <a:pt x="922414" y="2797979"/>
                      </a:cubicBezTo>
                      <a:cubicBezTo>
                        <a:pt x="1005865" y="3028939"/>
                        <a:pt x="1090404" y="3259540"/>
                        <a:pt x="1177737" y="3489067"/>
                      </a:cubicBezTo>
                      <a:cubicBezTo>
                        <a:pt x="1188506" y="3517369"/>
                        <a:pt x="1199383" y="3545627"/>
                        <a:pt x="1210370" y="3573840"/>
                      </a:cubicBezTo>
                      <a:cubicBezTo>
                        <a:pt x="1213773" y="3582548"/>
                        <a:pt x="1227923" y="3578944"/>
                        <a:pt x="1224637" y="356991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7" name="Google Shape;2987;p51"/>
                <p:cNvSpPr/>
                <p:nvPr/>
              </p:nvSpPr>
              <p:spPr>
                <a:xfrm rot="948924">
                  <a:off x="1120880" y="2191317"/>
                  <a:ext cx="33488" cy="7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4" h="117372" extrusionOk="0">
                      <a:moveTo>
                        <a:pt x="12279" y="112640"/>
                      </a:moveTo>
                      <a:cubicBezTo>
                        <a:pt x="22735" y="97055"/>
                        <a:pt x="31271" y="80268"/>
                        <a:pt x="37699" y="62641"/>
                      </a:cubicBezTo>
                      <a:cubicBezTo>
                        <a:pt x="44664" y="45346"/>
                        <a:pt x="50183" y="27505"/>
                        <a:pt x="54203" y="9301"/>
                      </a:cubicBezTo>
                      <a:cubicBezTo>
                        <a:pt x="56514" y="-1447"/>
                        <a:pt x="40245" y="-6067"/>
                        <a:pt x="37615" y="4734"/>
                      </a:cubicBezTo>
                      <a:cubicBezTo>
                        <a:pt x="33488" y="22264"/>
                        <a:pt x="28248" y="39512"/>
                        <a:pt x="21927" y="56377"/>
                      </a:cubicBezTo>
                      <a:cubicBezTo>
                        <a:pt x="15502" y="73141"/>
                        <a:pt x="7228" y="89073"/>
                        <a:pt x="-35" y="105451"/>
                      </a:cubicBezTo>
                      <a:cubicBezTo>
                        <a:pt x="-1901" y="108918"/>
                        <a:pt x="-600" y="113239"/>
                        <a:pt x="2872" y="115102"/>
                      </a:cubicBezTo>
                      <a:cubicBezTo>
                        <a:pt x="6169" y="116872"/>
                        <a:pt x="10275" y="115797"/>
                        <a:pt x="12278" y="11264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8" name="Google Shape;2988;p51"/>
                <p:cNvSpPr/>
                <p:nvPr/>
              </p:nvSpPr>
              <p:spPr>
                <a:xfrm rot="948924">
                  <a:off x="4289608" y="2074050"/>
                  <a:ext cx="835155" cy="2142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468" h="3538265" extrusionOk="0">
                      <a:moveTo>
                        <a:pt x="1378308" y="3529585"/>
                      </a:moveTo>
                      <a:cubicBezTo>
                        <a:pt x="1310305" y="3296352"/>
                        <a:pt x="1228808" y="3066712"/>
                        <a:pt x="1146189" y="2838306"/>
                      </a:cubicBezTo>
                      <a:cubicBezTo>
                        <a:pt x="1063467" y="2609612"/>
                        <a:pt x="976687" y="2382400"/>
                        <a:pt x="887722" y="2156061"/>
                      </a:cubicBezTo>
                      <a:cubicBezTo>
                        <a:pt x="798754" y="1929713"/>
                        <a:pt x="708596" y="1703822"/>
                        <a:pt x="617247" y="1478386"/>
                      </a:cubicBezTo>
                      <a:cubicBezTo>
                        <a:pt x="524203" y="1247990"/>
                        <a:pt x="430812" y="1017734"/>
                        <a:pt x="337077" y="787618"/>
                      </a:cubicBezTo>
                      <a:cubicBezTo>
                        <a:pt x="243003" y="556183"/>
                        <a:pt x="148962" y="324732"/>
                        <a:pt x="54957" y="93267"/>
                      </a:cubicBezTo>
                      <a:cubicBezTo>
                        <a:pt x="43057" y="63920"/>
                        <a:pt x="31148" y="34579"/>
                        <a:pt x="19226" y="5242"/>
                      </a:cubicBezTo>
                      <a:cubicBezTo>
                        <a:pt x="14435" y="-6544"/>
                        <a:pt x="-4973" y="-1390"/>
                        <a:pt x="-112" y="10567"/>
                      </a:cubicBezTo>
                      <a:cubicBezTo>
                        <a:pt x="93988" y="242011"/>
                        <a:pt x="188155" y="473426"/>
                        <a:pt x="282390" y="704813"/>
                      </a:cubicBezTo>
                      <a:cubicBezTo>
                        <a:pt x="376324" y="935797"/>
                        <a:pt x="470373" y="1166733"/>
                        <a:pt x="564538" y="1397621"/>
                      </a:cubicBezTo>
                      <a:cubicBezTo>
                        <a:pt x="656629" y="1622856"/>
                        <a:pt x="748988" y="1847942"/>
                        <a:pt x="838559" y="2074197"/>
                      </a:cubicBezTo>
                      <a:cubicBezTo>
                        <a:pt x="928081" y="2300332"/>
                        <a:pt x="1015605" y="2527274"/>
                        <a:pt x="1099335" y="2755617"/>
                      </a:cubicBezTo>
                      <a:cubicBezTo>
                        <a:pt x="1183042" y="2983898"/>
                        <a:pt x="1262463" y="3213676"/>
                        <a:pt x="1337598" y="3444950"/>
                      </a:cubicBezTo>
                      <a:cubicBezTo>
                        <a:pt x="1347127" y="3474289"/>
                        <a:pt x="1357063" y="3503489"/>
                        <a:pt x="1366876" y="3532733"/>
                      </a:cubicBezTo>
                      <a:cubicBezTo>
                        <a:pt x="1369281" y="3539897"/>
                        <a:pt x="1380459" y="3536966"/>
                        <a:pt x="1378308" y="35295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9" name="Google Shape;2989;p51"/>
                <p:cNvSpPr/>
                <p:nvPr/>
              </p:nvSpPr>
              <p:spPr>
                <a:xfrm rot="948924">
                  <a:off x="4427588" y="1979209"/>
                  <a:ext cx="215091" cy="6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277" h="102895" extrusionOk="0">
                      <a:moveTo>
                        <a:pt x="5760" y="101329"/>
                      </a:moveTo>
                      <a:cubicBezTo>
                        <a:pt x="65230" y="91502"/>
                        <a:pt x="123285" y="74505"/>
                        <a:pt x="178656" y="50713"/>
                      </a:cubicBezTo>
                      <a:cubicBezTo>
                        <a:pt x="228005" y="29933"/>
                        <a:pt x="288065" y="-305"/>
                        <a:pt x="341518" y="23943"/>
                      </a:cubicBezTo>
                      <a:cubicBezTo>
                        <a:pt x="351300" y="28380"/>
                        <a:pt x="359885" y="13951"/>
                        <a:pt x="350021" y="9417"/>
                      </a:cubicBezTo>
                      <a:cubicBezTo>
                        <a:pt x="295169" y="-15795"/>
                        <a:pt x="237242" y="7965"/>
                        <a:pt x="185703" y="30129"/>
                      </a:cubicBezTo>
                      <a:cubicBezTo>
                        <a:pt x="156663" y="42897"/>
                        <a:pt x="126942" y="54064"/>
                        <a:pt x="96677" y="63580"/>
                      </a:cubicBezTo>
                      <a:cubicBezTo>
                        <a:pt x="65516" y="73114"/>
                        <a:pt x="33736" y="80426"/>
                        <a:pt x="2893" y="90942"/>
                      </a:cubicBezTo>
                      <a:cubicBezTo>
                        <a:pt x="50" y="91835"/>
                        <a:pt x="-1531" y="94861"/>
                        <a:pt x="-638" y="97701"/>
                      </a:cubicBezTo>
                      <a:cubicBezTo>
                        <a:pt x="211" y="100398"/>
                        <a:pt x="3005" y="101982"/>
                        <a:pt x="5760" y="10132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0" name="Google Shape;2990;p51"/>
                <p:cNvSpPr/>
                <p:nvPr/>
              </p:nvSpPr>
              <p:spPr>
                <a:xfrm rot="948924">
                  <a:off x="1622220" y="1717137"/>
                  <a:ext cx="3442896" cy="3346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6806" h="5527368" extrusionOk="0">
                      <a:moveTo>
                        <a:pt x="5685325" y="3535901"/>
                      </a:moveTo>
                      <a:cubicBezTo>
                        <a:pt x="5596161" y="3303214"/>
                        <a:pt x="5506909" y="3070559"/>
                        <a:pt x="5417570" y="2837939"/>
                      </a:cubicBezTo>
                      <a:cubicBezTo>
                        <a:pt x="5328567" y="2606443"/>
                        <a:pt x="5239665" y="2374907"/>
                        <a:pt x="5150863" y="2143330"/>
                      </a:cubicBezTo>
                      <a:cubicBezTo>
                        <a:pt x="5061789" y="1911324"/>
                        <a:pt x="4972806" y="1679283"/>
                        <a:pt x="4883916" y="1447205"/>
                      </a:cubicBezTo>
                      <a:cubicBezTo>
                        <a:pt x="4796231" y="1218696"/>
                        <a:pt x="4708207" y="990311"/>
                        <a:pt x="4618083" y="762749"/>
                      </a:cubicBezTo>
                      <a:cubicBezTo>
                        <a:pt x="4528150" y="535671"/>
                        <a:pt x="4437335" y="308679"/>
                        <a:pt x="4340163" y="84574"/>
                      </a:cubicBezTo>
                      <a:cubicBezTo>
                        <a:pt x="4328181" y="56941"/>
                        <a:pt x="4316035" y="29411"/>
                        <a:pt x="4303493" y="2026"/>
                      </a:cubicBezTo>
                      <a:cubicBezTo>
                        <a:pt x="4300194" y="-5177"/>
                        <a:pt x="4287537" y="16"/>
                        <a:pt x="4290543" y="7479"/>
                      </a:cubicBezTo>
                      <a:lnTo>
                        <a:pt x="4290542" y="7481"/>
                      </a:lnTo>
                      <a:cubicBezTo>
                        <a:pt x="4381915" y="234427"/>
                        <a:pt x="4478487" y="459240"/>
                        <a:pt x="4568980" y="686579"/>
                      </a:cubicBezTo>
                      <a:cubicBezTo>
                        <a:pt x="4659495" y="913978"/>
                        <a:pt x="4747802" y="1142246"/>
                        <a:pt x="4835559" y="1370718"/>
                      </a:cubicBezTo>
                      <a:cubicBezTo>
                        <a:pt x="4924106" y="1601250"/>
                        <a:pt x="5012492" y="1831843"/>
                        <a:pt x="5100716" y="2062498"/>
                      </a:cubicBezTo>
                      <a:cubicBezTo>
                        <a:pt x="5189768" y="2295205"/>
                        <a:pt x="5278815" y="2527915"/>
                        <a:pt x="5367858" y="2760627"/>
                      </a:cubicBezTo>
                      <a:cubicBezTo>
                        <a:pt x="5456487" y="2992243"/>
                        <a:pt x="5545153" y="3223845"/>
                        <a:pt x="5633855" y="3455432"/>
                      </a:cubicBezTo>
                      <a:lnTo>
                        <a:pt x="5666674" y="3541036"/>
                      </a:lnTo>
                      <a:cubicBezTo>
                        <a:pt x="5666753" y="3541242"/>
                        <a:pt x="5666868" y="3541403"/>
                        <a:pt x="5666956" y="3541599"/>
                      </a:cubicBezTo>
                      <a:cubicBezTo>
                        <a:pt x="5640709" y="3535701"/>
                        <a:pt x="5614463" y="3529802"/>
                        <a:pt x="5588219" y="3523903"/>
                      </a:cubicBezTo>
                      <a:cubicBezTo>
                        <a:pt x="5582307" y="3522519"/>
                        <a:pt x="5576389" y="3526182"/>
                        <a:pt x="5575003" y="3532086"/>
                      </a:cubicBezTo>
                      <a:cubicBezTo>
                        <a:pt x="5574965" y="3532245"/>
                        <a:pt x="5574932" y="3532404"/>
                        <a:pt x="5574902" y="3532564"/>
                      </a:cubicBezTo>
                      <a:cubicBezTo>
                        <a:pt x="5421069" y="3607628"/>
                        <a:pt x="5266687" y="3681553"/>
                        <a:pt x="5111754" y="3754340"/>
                      </a:cubicBezTo>
                      <a:cubicBezTo>
                        <a:pt x="4956747" y="3827150"/>
                        <a:pt x="4801202" y="3898802"/>
                        <a:pt x="4645119" y="3969297"/>
                      </a:cubicBezTo>
                      <a:cubicBezTo>
                        <a:pt x="4489752" y="4039469"/>
                        <a:pt x="4333869" y="4108487"/>
                        <a:pt x="4177469" y="4176350"/>
                      </a:cubicBezTo>
                      <a:cubicBezTo>
                        <a:pt x="4019804" y="4244762"/>
                        <a:pt x="3861633" y="4311989"/>
                        <a:pt x="3702952" y="4378032"/>
                      </a:cubicBezTo>
                      <a:cubicBezTo>
                        <a:pt x="3544829" y="4443836"/>
                        <a:pt x="3386243" y="4508517"/>
                        <a:pt x="3227193" y="4572077"/>
                      </a:cubicBezTo>
                      <a:cubicBezTo>
                        <a:pt x="3209624" y="4579104"/>
                        <a:pt x="3192143" y="4586313"/>
                        <a:pt x="3174750" y="4593705"/>
                      </a:cubicBezTo>
                      <a:cubicBezTo>
                        <a:pt x="3174455" y="4593421"/>
                        <a:pt x="3174144" y="4593155"/>
                        <a:pt x="3173820" y="4592905"/>
                      </a:cubicBezTo>
                      <a:cubicBezTo>
                        <a:pt x="3097546" y="4525543"/>
                        <a:pt x="2995879" y="4494319"/>
                        <a:pt x="2894882" y="4507238"/>
                      </a:cubicBezTo>
                      <a:cubicBezTo>
                        <a:pt x="2794863" y="4521334"/>
                        <a:pt x="2706231" y="4578944"/>
                        <a:pt x="2652830" y="4664569"/>
                      </a:cubicBezTo>
                      <a:cubicBezTo>
                        <a:pt x="2624578" y="4709097"/>
                        <a:pt x="2606905" y="4759490"/>
                        <a:pt x="2601164" y="4811892"/>
                      </a:cubicBezTo>
                      <a:cubicBezTo>
                        <a:pt x="2263578" y="4869217"/>
                        <a:pt x="1927612" y="4935146"/>
                        <a:pt x="1593265" y="5009684"/>
                      </a:cubicBezTo>
                      <a:cubicBezTo>
                        <a:pt x="1256761" y="5084768"/>
                        <a:pt x="922364" y="5168557"/>
                        <a:pt x="590071" y="5261057"/>
                      </a:cubicBezTo>
                      <a:cubicBezTo>
                        <a:pt x="402404" y="5313361"/>
                        <a:pt x="215964" y="5369213"/>
                        <a:pt x="30968" y="5430268"/>
                      </a:cubicBezTo>
                      <a:cubicBezTo>
                        <a:pt x="27653" y="5431304"/>
                        <a:pt x="25805" y="5434826"/>
                        <a:pt x="26843" y="5438138"/>
                      </a:cubicBezTo>
                      <a:cubicBezTo>
                        <a:pt x="27830" y="5441291"/>
                        <a:pt x="31093" y="5443140"/>
                        <a:pt x="34309" y="5442371"/>
                      </a:cubicBezTo>
                      <a:lnTo>
                        <a:pt x="34309" y="5442369"/>
                      </a:lnTo>
                      <a:cubicBezTo>
                        <a:pt x="365405" y="5346400"/>
                        <a:pt x="696824" y="5251290"/>
                        <a:pt x="1030982" y="5166400"/>
                      </a:cubicBezTo>
                      <a:cubicBezTo>
                        <a:pt x="1365143" y="5081509"/>
                        <a:pt x="1701357" y="5005307"/>
                        <a:pt x="2039625" y="4937793"/>
                      </a:cubicBezTo>
                      <a:cubicBezTo>
                        <a:pt x="2230149" y="4899771"/>
                        <a:pt x="2421203" y="4864537"/>
                        <a:pt x="2612783" y="4832094"/>
                      </a:cubicBezTo>
                      <a:cubicBezTo>
                        <a:pt x="2617479" y="4843328"/>
                        <a:pt x="2622141" y="4854575"/>
                        <a:pt x="2626925" y="4865772"/>
                      </a:cubicBezTo>
                      <a:cubicBezTo>
                        <a:pt x="2456938" y="4893388"/>
                        <a:pt x="2287390" y="4923539"/>
                        <a:pt x="2118281" y="4956227"/>
                      </a:cubicBezTo>
                      <a:cubicBezTo>
                        <a:pt x="1944219" y="4989928"/>
                        <a:pt x="1770713" y="5026342"/>
                        <a:pt x="1597763" y="5065471"/>
                      </a:cubicBezTo>
                      <a:cubicBezTo>
                        <a:pt x="1425669" y="5104402"/>
                        <a:pt x="1254208" y="5145998"/>
                        <a:pt x="1083379" y="5190261"/>
                      </a:cubicBezTo>
                      <a:cubicBezTo>
                        <a:pt x="911759" y="5234730"/>
                        <a:pt x="740867" y="5281886"/>
                        <a:pt x="570703" y="5331729"/>
                      </a:cubicBezTo>
                      <a:cubicBezTo>
                        <a:pt x="401333" y="5381373"/>
                        <a:pt x="233013" y="5434327"/>
                        <a:pt x="65744" y="5490591"/>
                      </a:cubicBezTo>
                      <a:cubicBezTo>
                        <a:pt x="44790" y="5497680"/>
                        <a:pt x="24121" y="5505446"/>
                        <a:pt x="3481" y="5513389"/>
                      </a:cubicBezTo>
                      <a:cubicBezTo>
                        <a:pt x="-4009" y="5516272"/>
                        <a:pt x="-1203" y="5527912"/>
                        <a:pt x="6869" y="5525662"/>
                      </a:cubicBezTo>
                      <a:lnTo>
                        <a:pt x="6869" y="5525664"/>
                      </a:lnTo>
                      <a:cubicBezTo>
                        <a:pt x="91775" y="5502011"/>
                        <a:pt x="175487" y="5473947"/>
                        <a:pt x="259759" y="5448121"/>
                      </a:cubicBezTo>
                      <a:cubicBezTo>
                        <a:pt x="344095" y="5422276"/>
                        <a:pt x="428529" y="5396740"/>
                        <a:pt x="513058" y="5371516"/>
                      </a:cubicBezTo>
                      <a:cubicBezTo>
                        <a:pt x="683022" y="5321107"/>
                        <a:pt x="853740" y="5273324"/>
                        <a:pt x="1025211" y="5228169"/>
                      </a:cubicBezTo>
                      <a:cubicBezTo>
                        <a:pt x="1195836" y="5183244"/>
                        <a:pt x="1367132" y="5140973"/>
                        <a:pt x="1539098" y="5101360"/>
                      </a:cubicBezTo>
                      <a:cubicBezTo>
                        <a:pt x="1711864" y="5061562"/>
                        <a:pt x="1885225" y="5024466"/>
                        <a:pt x="2059181" y="4990074"/>
                      </a:cubicBezTo>
                      <a:cubicBezTo>
                        <a:pt x="2232275" y="4955853"/>
                        <a:pt x="2405876" y="4924327"/>
                        <a:pt x="2579982" y="4895496"/>
                      </a:cubicBezTo>
                      <a:cubicBezTo>
                        <a:pt x="2601740" y="4891894"/>
                        <a:pt x="2623507" y="4888332"/>
                        <a:pt x="2645282" y="4884814"/>
                      </a:cubicBezTo>
                      <a:cubicBezTo>
                        <a:pt x="2650884" y="4883416"/>
                        <a:pt x="2654290" y="4877745"/>
                        <a:pt x="2652889" y="4872150"/>
                      </a:cubicBezTo>
                      <a:cubicBezTo>
                        <a:pt x="2652810" y="4871833"/>
                        <a:pt x="2652716" y="4871521"/>
                        <a:pt x="2652608" y="4871214"/>
                      </a:cubicBezTo>
                      <a:cubicBezTo>
                        <a:pt x="2656444" y="4876486"/>
                        <a:pt x="2665979" y="4877605"/>
                        <a:pt x="2667086" y="4869493"/>
                      </a:cubicBezTo>
                      <a:cubicBezTo>
                        <a:pt x="2669423" y="4846063"/>
                        <a:pt x="2673666" y="4822861"/>
                        <a:pt x="2679774" y="4800119"/>
                      </a:cubicBezTo>
                      <a:cubicBezTo>
                        <a:pt x="2686588" y="4777840"/>
                        <a:pt x="2696233" y="4756525"/>
                        <a:pt x="2708476" y="4736697"/>
                      </a:cubicBezTo>
                      <a:cubicBezTo>
                        <a:pt x="2733126" y="4696388"/>
                        <a:pt x="2768206" y="4663465"/>
                        <a:pt x="2810020" y="4641394"/>
                      </a:cubicBezTo>
                      <a:cubicBezTo>
                        <a:pt x="2897605" y="4597676"/>
                        <a:pt x="3002166" y="4605581"/>
                        <a:pt x="3082161" y="4661971"/>
                      </a:cubicBezTo>
                      <a:cubicBezTo>
                        <a:pt x="3099997" y="4674713"/>
                        <a:pt x="3123667" y="4697715"/>
                        <a:pt x="3147660" y="4686852"/>
                      </a:cubicBezTo>
                      <a:cubicBezTo>
                        <a:pt x="3149493" y="4688908"/>
                        <a:pt x="3152426" y="4689589"/>
                        <a:pt x="3154979" y="4688547"/>
                      </a:cubicBezTo>
                      <a:lnTo>
                        <a:pt x="3154980" y="4688549"/>
                      </a:lnTo>
                      <a:cubicBezTo>
                        <a:pt x="3322258" y="4621886"/>
                        <a:pt x="3487785" y="4551063"/>
                        <a:pt x="3653253" y="4480055"/>
                      </a:cubicBezTo>
                      <a:cubicBezTo>
                        <a:pt x="3819472" y="4408725"/>
                        <a:pt x="3985420" y="4336770"/>
                        <a:pt x="4151097" y="4264190"/>
                      </a:cubicBezTo>
                      <a:cubicBezTo>
                        <a:pt x="4314529" y="4192594"/>
                        <a:pt x="4477650" y="4120297"/>
                        <a:pt x="4640461" y="4047298"/>
                      </a:cubicBezTo>
                      <a:cubicBezTo>
                        <a:pt x="4803732" y="3973925"/>
                        <a:pt x="4966487" y="3899418"/>
                        <a:pt x="5128722" y="3823774"/>
                      </a:cubicBezTo>
                      <a:cubicBezTo>
                        <a:pt x="5290875" y="3747993"/>
                        <a:pt x="5452283" y="3670649"/>
                        <a:pt x="5612947" y="3591742"/>
                      </a:cubicBezTo>
                      <a:cubicBezTo>
                        <a:pt x="5632837" y="3581952"/>
                        <a:pt x="5652712" y="3572133"/>
                        <a:pt x="5672574" y="3562285"/>
                      </a:cubicBezTo>
                      <a:cubicBezTo>
                        <a:pt x="5677611" y="3559183"/>
                        <a:pt x="5679305" y="3552668"/>
                        <a:pt x="5676417" y="3547510"/>
                      </a:cubicBezTo>
                      <a:cubicBezTo>
                        <a:pt x="5681108" y="3548037"/>
                        <a:pt x="5685339" y="3544665"/>
                        <a:pt x="5685866" y="3539980"/>
                      </a:cubicBezTo>
                      <a:cubicBezTo>
                        <a:pt x="5686021" y="3538597"/>
                        <a:pt x="5685836" y="3537196"/>
                        <a:pt x="5685325" y="3535901"/>
                      </a:cubicBezTo>
                      <a:close/>
                      <a:moveTo>
                        <a:pt x="3147073" y="4644011"/>
                      </a:moveTo>
                      <a:cubicBezTo>
                        <a:pt x="3144451" y="4655400"/>
                        <a:pt x="3144212" y="4671173"/>
                        <a:pt x="3128848" y="4666274"/>
                      </a:cubicBezTo>
                      <a:cubicBezTo>
                        <a:pt x="3119232" y="4662461"/>
                        <a:pt x="3110363" y="4656990"/>
                        <a:pt x="3102643" y="4650113"/>
                      </a:cubicBezTo>
                      <a:cubicBezTo>
                        <a:pt x="3092496" y="4642186"/>
                        <a:pt x="3081785" y="4635005"/>
                        <a:pt x="3070598" y="4628626"/>
                      </a:cubicBezTo>
                      <a:cubicBezTo>
                        <a:pt x="3028761" y="4605161"/>
                        <a:pt x="2981762" y="4592394"/>
                        <a:pt x="2933788" y="4591463"/>
                      </a:cubicBezTo>
                      <a:cubicBezTo>
                        <a:pt x="2837985" y="4589566"/>
                        <a:pt x="2748020" y="4637300"/>
                        <a:pt x="2695971" y="4717643"/>
                      </a:cubicBezTo>
                      <a:cubicBezTo>
                        <a:pt x="2681688" y="4739434"/>
                        <a:pt x="2670403" y="4763042"/>
                        <a:pt x="2662418" y="4787834"/>
                      </a:cubicBezTo>
                      <a:cubicBezTo>
                        <a:pt x="2653449" y="4813119"/>
                        <a:pt x="2649556" y="4839922"/>
                        <a:pt x="2650961" y="4866710"/>
                      </a:cubicBezTo>
                      <a:cubicBezTo>
                        <a:pt x="2642131" y="4846169"/>
                        <a:pt x="2633235" y="4825671"/>
                        <a:pt x="2624048" y="4805279"/>
                      </a:cubicBezTo>
                      <a:lnTo>
                        <a:pt x="2624035" y="4805258"/>
                      </a:lnTo>
                      <a:cubicBezTo>
                        <a:pt x="2636379" y="4718840"/>
                        <a:pt x="2682499" y="4640825"/>
                        <a:pt x="2752302" y="4588283"/>
                      </a:cubicBezTo>
                      <a:cubicBezTo>
                        <a:pt x="2829422" y="4531489"/>
                        <a:pt x="2928048" y="4512386"/>
                        <a:pt x="3020838" y="4536272"/>
                      </a:cubicBezTo>
                      <a:cubicBezTo>
                        <a:pt x="3070747" y="4548574"/>
                        <a:pt x="3116999" y="4572584"/>
                        <a:pt x="3155755" y="4606310"/>
                      </a:cubicBezTo>
                      <a:cubicBezTo>
                        <a:pt x="3152861" y="4618877"/>
                        <a:pt x="3149968" y="4631445"/>
                        <a:pt x="3147073" y="4644011"/>
                      </a:cubicBezTo>
                      <a:close/>
                      <a:moveTo>
                        <a:pt x="5180091" y="3775576"/>
                      </a:moveTo>
                      <a:cubicBezTo>
                        <a:pt x="5018101" y="3851728"/>
                        <a:pt x="4855491" y="3926546"/>
                        <a:pt x="4692262" y="4000030"/>
                      </a:cubicBezTo>
                      <a:cubicBezTo>
                        <a:pt x="4529848" y="4073324"/>
                        <a:pt x="4367035" y="4145724"/>
                        <a:pt x="4203822" y="4217231"/>
                      </a:cubicBezTo>
                      <a:cubicBezTo>
                        <a:pt x="4038213" y="4289963"/>
                        <a:pt x="3872332" y="4362072"/>
                        <a:pt x="3706177" y="4433558"/>
                      </a:cubicBezTo>
                      <a:cubicBezTo>
                        <a:pt x="3540851" y="4504686"/>
                        <a:pt x="3374873" y="4574327"/>
                        <a:pt x="3210057" y="4646620"/>
                      </a:cubicBezTo>
                      <a:cubicBezTo>
                        <a:pt x="3194616" y="4653393"/>
                        <a:pt x="3179196" y="4660214"/>
                        <a:pt x="3163794" y="4667080"/>
                      </a:cubicBezTo>
                      <a:cubicBezTo>
                        <a:pt x="3164855" y="4663937"/>
                        <a:pt x="3165715" y="4660670"/>
                        <a:pt x="3166480" y="4657372"/>
                      </a:cubicBezTo>
                      <a:cubicBezTo>
                        <a:pt x="3169811" y="4643008"/>
                        <a:pt x="3173121" y="4628640"/>
                        <a:pt x="3176407" y="4614264"/>
                      </a:cubicBezTo>
                      <a:cubicBezTo>
                        <a:pt x="3177120" y="4614184"/>
                        <a:pt x="3177821" y="4614020"/>
                        <a:pt x="3178495" y="4613773"/>
                      </a:cubicBezTo>
                      <a:lnTo>
                        <a:pt x="3178496" y="4613775"/>
                      </a:lnTo>
                      <a:cubicBezTo>
                        <a:pt x="3258824" y="4584379"/>
                        <a:pt x="3337911" y="4551173"/>
                        <a:pt x="3417174" y="4519035"/>
                      </a:cubicBezTo>
                      <a:cubicBezTo>
                        <a:pt x="3496531" y="4486858"/>
                        <a:pt x="3575767" y="4454386"/>
                        <a:pt x="3654882" y="4421618"/>
                      </a:cubicBezTo>
                      <a:cubicBezTo>
                        <a:pt x="3812552" y="4356318"/>
                        <a:pt x="3969733" y="4289857"/>
                        <a:pt x="4126425" y="4222232"/>
                      </a:cubicBezTo>
                      <a:cubicBezTo>
                        <a:pt x="4283667" y="4154371"/>
                        <a:pt x="4440396" y="4085340"/>
                        <a:pt x="4596612" y="4015139"/>
                      </a:cubicBezTo>
                      <a:cubicBezTo>
                        <a:pt x="4752823" y="3944943"/>
                        <a:pt x="4908504" y="3873585"/>
                        <a:pt x="5063656" y="3801068"/>
                      </a:cubicBezTo>
                      <a:cubicBezTo>
                        <a:pt x="5219505" y="3728223"/>
                        <a:pt x="5374803" y="3654215"/>
                        <a:pt x="5529549" y="3579043"/>
                      </a:cubicBezTo>
                      <a:cubicBezTo>
                        <a:pt x="5548453" y="3569860"/>
                        <a:pt x="5567350" y="3560658"/>
                        <a:pt x="5586238" y="3551439"/>
                      </a:cubicBezTo>
                      <a:cubicBezTo>
                        <a:pt x="5588280" y="3550521"/>
                        <a:pt x="5589948" y="3548936"/>
                        <a:pt x="5590968" y="3546945"/>
                      </a:cubicBezTo>
                      <a:cubicBezTo>
                        <a:pt x="5605450" y="3550201"/>
                        <a:pt x="5619933" y="3553457"/>
                        <a:pt x="5634417" y="3556713"/>
                      </a:cubicBezTo>
                      <a:cubicBezTo>
                        <a:pt x="5483713" y="3631181"/>
                        <a:pt x="5332272" y="3704136"/>
                        <a:pt x="5180091" y="377557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1" name="Google Shape;2991;p51"/>
                <p:cNvSpPr/>
                <p:nvPr/>
              </p:nvSpPr>
              <p:spPr>
                <a:xfrm rot="948924">
                  <a:off x="3806581" y="1682340"/>
                  <a:ext cx="394475" cy="500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574" h="826170" extrusionOk="0">
                      <a:moveTo>
                        <a:pt x="649745" y="565514"/>
                      </a:moveTo>
                      <a:cubicBezTo>
                        <a:pt x="591658" y="430174"/>
                        <a:pt x="566237" y="283095"/>
                        <a:pt x="575534" y="136141"/>
                      </a:cubicBezTo>
                      <a:cubicBezTo>
                        <a:pt x="578229" y="94330"/>
                        <a:pt x="583800" y="52753"/>
                        <a:pt x="592211" y="11705"/>
                      </a:cubicBezTo>
                      <a:cubicBezTo>
                        <a:pt x="593605" y="6017"/>
                        <a:pt x="590118" y="277"/>
                        <a:pt x="584423" y="-1116"/>
                      </a:cubicBezTo>
                      <a:cubicBezTo>
                        <a:pt x="580923" y="-1971"/>
                        <a:pt x="577229" y="-997"/>
                        <a:pt x="574609" y="1473"/>
                      </a:cubicBezTo>
                      <a:cubicBezTo>
                        <a:pt x="476551" y="98665"/>
                        <a:pt x="395019" y="211175"/>
                        <a:pt x="333224" y="334575"/>
                      </a:cubicBezTo>
                      <a:cubicBezTo>
                        <a:pt x="232402" y="277650"/>
                        <a:pt x="142256" y="203660"/>
                        <a:pt x="66808" y="115906"/>
                      </a:cubicBezTo>
                      <a:cubicBezTo>
                        <a:pt x="63073" y="112300"/>
                        <a:pt x="57118" y="112402"/>
                        <a:pt x="53508" y="116132"/>
                      </a:cubicBezTo>
                      <a:cubicBezTo>
                        <a:pt x="52451" y="117223"/>
                        <a:pt x="51676" y="118553"/>
                        <a:pt x="51247" y="120009"/>
                      </a:cubicBezTo>
                      <a:cubicBezTo>
                        <a:pt x="-12203" y="299108"/>
                        <a:pt x="-17882" y="493557"/>
                        <a:pt x="35008" y="676045"/>
                      </a:cubicBezTo>
                      <a:cubicBezTo>
                        <a:pt x="49172" y="726984"/>
                        <a:pt x="69330" y="776066"/>
                        <a:pt x="95060" y="822268"/>
                      </a:cubicBezTo>
                      <a:cubicBezTo>
                        <a:pt x="97998" y="827382"/>
                        <a:pt x="107311" y="823897"/>
                        <a:pt x="104916" y="818119"/>
                      </a:cubicBezTo>
                      <a:cubicBezTo>
                        <a:pt x="69341" y="732260"/>
                        <a:pt x="40102" y="645211"/>
                        <a:pt x="26728" y="552938"/>
                      </a:cubicBezTo>
                      <a:cubicBezTo>
                        <a:pt x="13442" y="461082"/>
                        <a:pt x="14454" y="367728"/>
                        <a:pt x="29728" y="276181"/>
                      </a:cubicBezTo>
                      <a:cubicBezTo>
                        <a:pt x="37518" y="230228"/>
                        <a:pt x="48948" y="184964"/>
                        <a:pt x="63911" y="140817"/>
                      </a:cubicBezTo>
                      <a:cubicBezTo>
                        <a:pt x="140302" y="227962"/>
                        <a:pt x="231070" y="301400"/>
                        <a:pt x="332283" y="357950"/>
                      </a:cubicBezTo>
                      <a:cubicBezTo>
                        <a:pt x="337225" y="360766"/>
                        <a:pt x="343514" y="359119"/>
                        <a:pt x="346437" y="354244"/>
                      </a:cubicBezTo>
                      <a:cubicBezTo>
                        <a:pt x="403080" y="239236"/>
                        <a:pt x="476973" y="133538"/>
                        <a:pt x="565563" y="40804"/>
                      </a:cubicBezTo>
                      <a:cubicBezTo>
                        <a:pt x="542648" y="179196"/>
                        <a:pt x="550502" y="320930"/>
                        <a:pt x="588569" y="455952"/>
                      </a:cubicBezTo>
                      <a:cubicBezTo>
                        <a:pt x="600239" y="496891"/>
                        <a:pt x="614713" y="536981"/>
                        <a:pt x="631890" y="575937"/>
                      </a:cubicBezTo>
                      <a:cubicBezTo>
                        <a:pt x="637234" y="588114"/>
                        <a:pt x="654936" y="577575"/>
                        <a:pt x="649745" y="5655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2" name="Google Shape;2992;p51"/>
                <p:cNvGrpSpPr/>
                <p:nvPr/>
              </p:nvGrpSpPr>
              <p:grpSpPr>
                <a:xfrm rot="944005">
                  <a:off x="1463593" y="2014335"/>
                  <a:ext cx="3022108" cy="1904768"/>
                  <a:chOff x="3232242" y="1839056"/>
                  <a:chExt cx="4993787" cy="3147474"/>
                </a:xfrm>
              </p:grpSpPr>
              <p:sp>
                <p:nvSpPr>
                  <p:cNvPr id="2993" name="Google Shape;2993;p51"/>
                  <p:cNvSpPr/>
                  <p:nvPr/>
                </p:nvSpPr>
                <p:spPr>
                  <a:xfrm>
                    <a:off x="5640609" y="1839056"/>
                    <a:ext cx="1893041" cy="794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3041" h="794475" extrusionOk="0">
                        <a:moveTo>
                          <a:pt x="1882872" y="-800"/>
                        </a:moveTo>
                        <a:cubicBezTo>
                          <a:pt x="1811049" y="29135"/>
                          <a:pt x="1739012" y="58561"/>
                          <a:pt x="1667110" y="88309"/>
                        </a:cubicBezTo>
                        <a:cubicBezTo>
                          <a:pt x="1633834" y="101290"/>
                          <a:pt x="1602001" y="117698"/>
                          <a:pt x="1572129" y="137266"/>
                        </a:cubicBezTo>
                        <a:cubicBezTo>
                          <a:pt x="1543512" y="156794"/>
                          <a:pt x="1516207" y="178447"/>
                          <a:pt x="1485523" y="194787"/>
                        </a:cubicBezTo>
                        <a:cubicBezTo>
                          <a:pt x="1367956" y="257397"/>
                          <a:pt x="1232718" y="268896"/>
                          <a:pt x="1102313" y="279540"/>
                        </a:cubicBezTo>
                        <a:cubicBezTo>
                          <a:pt x="958744" y="291257"/>
                          <a:pt x="815161" y="305469"/>
                          <a:pt x="674977" y="339995"/>
                        </a:cubicBezTo>
                        <a:cubicBezTo>
                          <a:pt x="540868" y="373025"/>
                          <a:pt x="409757" y="422063"/>
                          <a:pt x="292256" y="495300"/>
                        </a:cubicBezTo>
                        <a:cubicBezTo>
                          <a:pt x="186377" y="561294"/>
                          <a:pt x="91878" y="646198"/>
                          <a:pt x="23390" y="750963"/>
                        </a:cubicBezTo>
                        <a:cubicBezTo>
                          <a:pt x="14968" y="763845"/>
                          <a:pt x="6949" y="776973"/>
                          <a:pt x="-667" y="790350"/>
                        </a:cubicBezTo>
                        <a:cubicBezTo>
                          <a:pt x="-1148" y="791243"/>
                          <a:pt x="-813" y="792357"/>
                          <a:pt x="82" y="792836"/>
                        </a:cubicBezTo>
                        <a:cubicBezTo>
                          <a:pt x="932" y="793293"/>
                          <a:pt x="1990" y="793016"/>
                          <a:pt x="2506" y="792201"/>
                        </a:cubicBezTo>
                        <a:cubicBezTo>
                          <a:pt x="72144" y="688393"/>
                          <a:pt x="167010" y="602161"/>
                          <a:pt x="272294" y="535389"/>
                        </a:cubicBezTo>
                        <a:cubicBezTo>
                          <a:pt x="386032" y="463255"/>
                          <a:pt x="512731" y="414453"/>
                          <a:pt x="643147" y="382039"/>
                        </a:cubicBezTo>
                        <a:cubicBezTo>
                          <a:pt x="782695" y="347354"/>
                          <a:pt x="924734" y="331800"/>
                          <a:pt x="1067480" y="317479"/>
                        </a:cubicBezTo>
                        <a:cubicBezTo>
                          <a:pt x="1196520" y="304534"/>
                          <a:pt x="1330219" y="289249"/>
                          <a:pt x="1448820" y="233062"/>
                        </a:cubicBezTo>
                        <a:cubicBezTo>
                          <a:pt x="1478612" y="218955"/>
                          <a:pt x="1507184" y="202410"/>
                          <a:pt x="1534242" y="183594"/>
                        </a:cubicBezTo>
                        <a:cubicBezTo>
                          <a:pt x="1563253" y="163392"/>
                          <a:pt x="1590774" y="141011"/>
                          <a:pt x="1622396" y="124853"/>
                        </a:cubicBezTo>
                        <a:cubicBezTo>
                          <a:pt x="1655697" y="107837"/>
                          <a:pt x="1691071" y="94731"/>
                          <a:pt x="1725615" y="80494"/>
                        </a:cubicBezTo>
                        <a:cubicBezTo>
                          <a:pt x="1761660" y="65639"/>
                          <a:pt x="1797704" y="50783"/>
                          <a:pt x="1833748" y="35927"/>
                        </a:cubicBezTo>
                        <a:cubicBezTo>
                          <a:pt x="1851479" y="28619"/>
                          <a:pt x="1869230" y="21362"/>
                          <a:pt x="1887000" y="14157"/>
                        </a:cubicBezTo>
                        <a:cubicBezTo>
                          <a:pt x="1896159" y="10425"/>
                          <a:pt x="1892072" y="-4634"/>
                          <a:pt x="1882872" y="-800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4" name="Google Shape;2994;p51"/>
                  <p:cNvSpPr/>
                  <p:nvPr/>
                </p:nvSpPr>
                <p:spPr>
                  <a:xfrm>
                    <a:off x="5893028" y="2286944"/>
                    <a:ext cx="1757714" cy="714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7714" h="714437" extrusionOk="0">
                        <a:moveTo>
                          <a:pt x="1734892" y="2088"/>
                        </a:moveTo>
                        <a:cubicBezTo>
                          <a:pt x="1713194" y="23835"/>
                          <a:pt x="1683027" y="34969"/>
                          <a:pt x="1652381" y="32539"/>
                        </a:cubicBezTo>
                        <a:cubicBezTo>
                          <a:pt x="1635060" y="31037"/>
                          <a:pt x="1618944" y="23355"/>
                          <a:pt x="1601490" y="22358"/>
                        </a:cubicBezTo>
                        <a:cubicBezTo>
                          <a:pt x="1584739" y="21720"/>
                          <a:pt x="1568544" y="28425"/>
                          <a:pt x="1557158" y="40711"/>
                        </a:cubicBezTo>
                        <a:cubicBezTo>
                          <a:pt x="1546448" y="51474"/>
                          <a:pt x="1538038" y="64472"/>
                          <a:pt x="1528227" y="76038"/>
                        </a:cubicBezTo>
                        <a:cubicBezTo>
                          <a:pt x="1518790" y="87167"/>
                          <a:pt x="1508811" y="97807"/>
                          <a:pt x="1498292" y="107958"/>
                        </a:cubicBezTo>
                        <a:cubicBezTo>
                          <a:pt x="1477960" y="127554"/>
                          <a:pt x="1455860" y="145234"/>
                          <a:pt x="1432274" y="160774"/>
                        </a:cubicBezTo>
                        <a:cubicBezTo>
                          <a:pt x="1333657" y="225984"/>
                          <a:pt x="1215064" y="256431"/>
                          <a:pt x="1098935" y="271334"/>
                        </a:cubicBezTo>
                        <a:cubicBezTo>
                          <a:pt x="965838" y="288412"/>
                          <a:pt x="831184" y="283805"/>
                          <a:pt x="697507" y="293084"/>
                        </a:cubicBezTo>
                        <a:cubicBezTo>
                          <a:pt x="559556" y="302659"/>
                          <a:pt x="419358" y="325782"/>
                          <a:pt x="298224" y="396237"/>
                        </a:cubicBezTo>
                        <a:cubicBezTo>
                          <a:pt x="242486" y="429311"/>
                          <a:pt x="191356" y="469576"/>
                          <a:pt x="146154" y="515993"/>
                        </a:cubicBezTo>
                        <a:cubicBezTo>
                          <a:pt x="99956" y="561864"/>
                          <a:pt x="59179" y="612876"/>
                          <a:pt x="24627" y="668030"/>
                        </a:cubicBezTo>
                        <a:cubicBezTo>
                          <a:pt x="16059" y="682034"/>
                          <a:pt x="7713" y="696184"/>
                          <a:pt x="-606" y="710336"/>
                        </a:cubicBezTo>
                        <a:cubicBezTo>
                          <a:pt x="-1822" y="712406"/>
                          <a:pt x="1223" y="714088"/>
                          <a:pt x="2566" y="712188"/>
                        </a:cubicBezTo>
                        <a:cubicBezTo>
                          <a:pt x="21937" y="684810"/>
                          <a:pt x="43061" y="658745"/>
                          <a:pt x="63783" y="632389"/>
                        </a:cubicBezTo>
                        <a:cubicBezTo>
                          <a:pt x="84156" y="606478"/>
                          <a:pt x="105382" y="581283"/>
                          <a:pt x="127997" y="557287"/>
                        </a:cubicBezTo>
                        <a:cubicBezTo>
                          <a:pt x="171996" y="509741"/>
                          <a:pt x="221716" y="467815"/>
                          <a:pt x="276027" y="432466"/>
                        </a:cubicBezTo>
                        <a:cubicBezTo>
                          <a:pt x="393698" y="357409"/>
                          <a:pt x="530161" y="328467"/>
                          <a:pt x="667808" y="318603"/>
                        </a:cubicBezTo>
                        <a:cubicBezTo>
                          <a:pt x="802469" y="308954"/>
                          <a:pt x="937957" y="314856"/>
                          <a:pt x="1072327" y="300585"/>
                        </a:cubicBezTo>
                        <a:cubicBezTo>
                          <a:pt x="1190360" y="288050"/>
                          <a:pt x="1309816" y="261785"/>
                          <a:pt x="1413750" y="202389"/>
                        </a:cubicBezTo>
                        <a:cubicBezTo>
                          <a:pt x="1464644" y="173808"/>
                          <a:pt x="1510014" y="136372"/>
                          <a:pt x="1547718" y="91848"/>
                        </a:cubicBezTo>
                        <a:cubicBezTo>
                          <a:pt x="1556613" y="79428"/>
                          <a:pt x="1566354" y="67634"/>
                          <a:pt x="1576870" y="56549"/>
                        </a:cubicBezTo>
                        <a:cubicBezTo>
                          <a:pt x="1590277" y="44359"/>
                          <a:pt x="1605402" y="47704"/>
                          <a:pt x="1621455" y="52172"/>
                        </a:cubicBezTo>
                        <a:cubicBezTo>
                          <a:pt x="1652232" y="61864"/>
                          <a:pt x="1685468" y="60218"/>
                          <a:pt x="1715132" y="47533"/>
                        </a:cubicBezTo>
                        <a:cubicBezTo>
                          <a:pt x="1729545" y="41161"/>
                          <a:pt x="1742529" y="31963"/>
                          <a:pt x="1753315" y="20486"/>
                        </a:cubicBezTo>
                        <a:cubicBezTo>
                          <a:pt x="1758231" y="15234"/>
                          <a:pt x="1757952" y="6997"/>
                          <a:pt x="1752694" y="2088"/>
                        </a:cubicBezTo>
                        <a:cubicBezTo>
                          <a:pt x="1747684" y="-2589"/>
                          <a:pt x="1739901" y="-2589"/>
                          <a:pt x="1734892" y="2088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5" name="Google Shape;2995;p51"/>
                  <p:cNvSpPr/>
                  <p:nvPr/>
                </p:nvSpPr>
                <p:spPr>
                  <a:xfrm>
                    <a:off x="6079586" y="2783385"/>
                    <a:ext cx="1660474" cy="6520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0474" h="652017" extrusionOk="0">
                        <a:moveTo>
                          <a:pt x="1636740" y="6835"/>
                        </a:moveTo>
                        <a:cubicBezTo>
                          <a:pt x="1628174" y="53734"/>
                          <a:pt x="1577583" y="73901"/>
                          <a:pt x="1539330" y="92473"/>
                        </a:cubicBezTo>
                        <a:cubicBezTo>
                          <a:pt x="1512698" y="105168"/>
                          <a:pt x="1487322" y="120339"/>
                          <a:pt x="1463539" y="137787"/>
                        </a:cubicBezTo>
                        <a:cubicBezTo>
                          <a:pt x="1437707" y="156958"/>
                          <a:pt x="1412845" y="177418"/>
                          <a:pt x="1385245" y="194078"/>
                        </a:cubicBezTo>
                        <a:cubicBezTo>
                          <a:pt x="1279996" y="257606"/>
                          <a:pt x="1153194" y="269682"/>
                          <a:pt x="1032752" y="266453"/>
                        </a:cubicBezTo>
                        <a:cubicBezTo>
                          <a:pt x="896332" y="262797"/>
                          <a:pt x="760613" y="238994"/>
                          <a:pt x="623894" y="246898"/>
                        </a:cubicBezTo>
                        <a:cubicBezTo>
                          <a:pt x="558371" y="250007"/>
                          <a:pt x="493672" y="262808"/>
                          <a:pt x="431911" y="284881"/>
                        </a:cubicBezTo>
                        <a:cubicBezTo>
                          <a:pt x="377643" y="305210"/>
                          <a:pt x="326103" y="332167"/>
                          <a:pt x="278464" y="365136"/>
                        </a:cubicBezTo>
                        <a:cubicBezTo>
                          <a:pt x="181477" y="431571"/>
                          <a:pt x="97098" y="517833"/>
                          <a:pt x="25950" y="611002"/>
                        </a:cubicBezTo>
                        <a:cubicBezTo>
                          <a:pt x="17036" y="622673"/>
                          <a:pt x="8247" y="634438"/>
                          <a:pt x="-417" y="646296"/>
                        </a:cubicBezTo>
                        <a:cubicBezTo>
                          <a:pt x="-2306" y="648874"/>
                          <a:pt x="1974" y="652198"/>
                          <a:pt x="4041" y="649730"/>
                        </a:cubicBezTo>
                        <a:cubicBezTo>
                          <a:pt x="80626" y="558329"/>
                          <a:pt x="161851" y="468738"/>
                          <a:pt x="258573" y="398083"/>
                        </a:cubicBezTo>
                        <a:cubicBezTo>
                          <a:pt x="306215" y="362689"/>
                          <a:pt x="358044" y="333294"/>
                          <a:pt x="412888" y="310563"/>
                        </a:cubicBezTo>
                        <a:cubicBezTo>
                          <a:pt x="472805" y="286650"/>
                          <a:pt x="536063" y="272130"/>
                          <a:pt x="600421" y="267516"/>
                        </a:cubicBezTo>
                        <a:cubicBezTo>
                          <a:pt x="739604" y="256827"/>
                          <a:pt x="877674" y="282634"/>
                          <a:pt x="1016400" y="288457"/>
                        </a:cubicBezTo>
                        <a:cubicBezTo>
                          <a:pt x="1137657" y="293546"/>
                          <a:pt x="1265013" y="284491"/>
                          <a:pt x="1374400" y="227351"/>
                        </a:cubicBezTo>
                        <a:cubicBezTo>
                          <a:pt x="1430836" y="197872"/>
                          <a:pt x="1475425" y="150528"/>
                          <a:pt x="1532449" y="122319"/>
                        </a:cubicBezTo>
                        <a:cubicBezTo>
                          <a:pt x="1573616" y="101954"/>
                          <a:pt x="1625671" y="85693"/>
                          <a:pt x="1649739" y="43231"/>
                        </a:cubicBezTo>
                        <a:cubicBezTo>
                          <a:pt x="1655377" y="32964"/>
                          <a:pt x="1658721" y="21599"/>
                          <a:pt x="1659540" y="9917"/>
                        </a:cubicBezTo>
                        <a:cubicBezTo>
                          <a:pt x="1660725" y="-2987"/>
                          <a:pt x="1639089" y="-6023"/>
                          <a:pt x="1636740" y="6835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6" name="Google Shape;2996;p51"/>
                  <p:cNvSpPr/>
                  <p:nvPr/>
                </p:nvSpPr>
                <p:spPr>
                  <a:xfrm>
                    <a:off x="6356282" y="3459667"/>
                    <a:ext cx="1611453" cy="445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1453" h="445576" extrusionOk="0">
                        <a:moveTo>
                          <a:pt x="1600381" y="-609"/>
                        </a:moveTo>
                        <a:cubicBezTo>
                          <a:pt x="1574469" y="13446"/>
                          <a:pt x="1549873" y="29591"/>
                          <a:pt x="1524241" y="44132"/>
                        </a:cubicBezTo>
                        <a:cubicBezTo>
                          <a:pt x="1499046" y="58425"/>
                          <a:pt x="1473209" y="71643"/>
                          <a:pt x="1446815" y="83584"/>
                        </a:cubicBezTo>
                        <a:cubicBezTo>
                          <a:pt x="1285029" y="155619"/>
                          <a:pt x="1107168" y="184067"/>
                          <a:pt x="930947" y="166095"/>
                        </a:cubicBezTo>
                        <a:cubicBezTo>
                          <a:pt x="811370" y="154643"/>
                          <a:pt x="693302" y="130197"/>
                          <a:pt x="573289" y="122744"/>
                        </a:cubicBezTo>
                        <a:cubicBezTo>
                          <a:pt x="459483" y="115674"/>
                          <a:pt x="341515" y="125192"/>
                          <a:pt x="238664" y="178205"/>
                        </a:cubicBezTo>
                        <a:cubicBezTo>
                          <a:pt x="184253" y="206249"/>
                          <a:pt x="136300" y="245225"/>
                          <a:pt x="89154" y="283819"/>
                        </a:cubicBezTo>
                        <a:cubicBezTo>
                          <a:pt x="51342" y="314773"/>
                          <a:pt x="7454" y="354497"/>
                          <a:pt x="111" y="405551"/>
                        </a:cubicBezTo>
                        <a:cubicBezTo>
                          <a:pt x="-1535" y="417230"/>
                          <a:pt x="-1143" y="429104"/>
                          <a:pt x="1271" y="440649"/>
                        </a:cubicBezTo>
                        <a:cubicBezTo>
                          <a:pt x="2535" y="446865"/>
                          <a:pt x="11464" y="444075"/>
                          <a:pt x="10612" y="438076"/>
                        </a:cubicBezTo>
                        <a:cubicBezTo>
                          <a:pt x="2899" y="383708"/>
                          <a:pt x="46741" y="338859"/>
                          <a:pt x="84495" y="306357"/>
                        </a:cubicBezTo>
                        <a:cubicBezTo>
                          <a:pt x="129202" y="266430"/>
                          <a:pt x="177726" y="230981"/>
                          <a:pt x="229367" y="200522"/>
                        </a:cubicBezTo>
                        <a:cubicBezTo>
                          <a:pt x="279376" y="172609"/>
                          <a:pt x="334079" y="154074"/>
                          <a:pt x="390771" y="145831"/>
                        </a:cubicBezTo>
                        <a:cubicBezTo>
                          <a:pt x="447733" y="138315"/>
                          <a:pt x="505359" y="137234"/>
                          <a:pt x="562563" y="142610"/>
                        </a:cubicBezTo>
                        <a:cubicBezTo>
                          <a:pt x="680453" y="151859"/>
                          <a:pt x="796358" y="177221"/>
                          <a:pt x="913869" y="189802"/>
                        </a:cubicBezTo>
                        <a:cubicBezTo>
                          <a:pt x="1029338" y="203388"/>
                          <a:pt x="1146276" y="197406"/>
                          <a:pt x="1259751" y="172107"/>
                        </a:cubicBezTo>
                        <a:cubicBezTo>
                          <a:pt x="1372421" y="145866"/>
                          <a:pt x="1479474" y="99690"/>
                          <a:pt x="1575843" y="35762"/>
                        </a:cubicBezTo>
                        <a:cubicBezTo>
                          <a:pt x="1587333" y="27930"/>
                          <a:pt x="1598238" y="19276"/>
                          <a:pt x="1608475" y="9869"/>
                        </a:cubicBezTo>
                        <a:cubicBezTo>
                          <a:pt x="1614263" y="4666"/>
                          <a:pt x="1606879" y="-4135"/>
                          <a:pt x="1600381" y="-609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7" name="Google Shape;2997;p51"/>
                  <p:cNvSpPr/>
                  <p:nvPr/>
                </p:nvSpPr>
                <p:spPr>
                  <a:xfrm>
                    <a:off x="6533018" y="3848573"/>
                    <a:ext cx="1693011" cy="552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3011" h="552727" extrusionOk="0">
                        <a:moveTo>
                          <a:pt x="1672598" y="1362"/>
                        </a:moveTo>
                        <a:cubicBezTo>
                          <a:pt x="1625046" y="40834"/>
                          <a:pt x="1573839" y="75698"/>
                          <a:pt x="1519672" y="105480"/>
                        </a:cubicBezTo>
                        <a:cubicBezTo>
                          <a:pt x="1465205" y="134657"/>
                          <a:pt x="1407644" y="157662"/>
                          <a:pt x="1348059" y="174065"/>
                        </a:cubicBezTo>
                        <a:cubicBezTo>
                          <a:pt x="1289028" y="190429"/>
                          <a:pt x="1228340" y="200101"/>
                          <a:pt x="1167140" y="202899"/>
                        </a:cubicBezTo>
                        <a:cubicBezTo>
                          <a:pt x="1099861" y="204982"/>
                          <a:pt x="1032544" y="200112"/>
                          <a:pt x="966268" y="188364"/>
                        </a:cubicBezTo>
                        <a:cubicBezTo>
                          <a:pt x="895293" y="176792"/>
                          <a:pt x="824859" y="161875"/>
                          <a:pt x="753398" y="153399"/>
                        </a:cubicBezTo>
                        <a:cubicBezTo>
                          <a:pt x="578478" y="130607"/>
                          <a:pt x="401157" y="170941"/>
                          <a:pt x="253375" y="267136"/>
                        </a:cubicBezTo>
                        <a:cubicBezTo>
                          <a:pt x="159771" y="327098"/>
                          <a:pt x="74288" y="408133"/>
                          <a:pt x="19188" y="505343"/>
                        </a:cubicBezTo>
                        <a:cubicBezTo>
                          <a:pt x="12136" y="517782"/>
                          <a:pt x="5664" y="530417"/>
                          <a:pt x="-248" y="543435"/>
                        </a:cubicBezTo>
                        <a:cubicBezTo>
                          <a:pt x="-1647" y="546032"/>
                          <a:pt x="-672" y="549271"/>
                          <a:pt x="1929" y="550669"/>
                        </a:cubicBezTo>
                        <a:cubicBezTo>
                          <a:pt x="4401" y="551997"/>
                          <a:pt x="7480" y="551191"/>
                          <a:pt x="8981" y="548822"/>
                        </a:cubicBezTo>
                        <a:cubicBezTo>
                          <a:pt x="38671" y="501181"/>
                          <a:pt x="72503" y="456242"/>
                          <a:pt x="110084" y="414527"/>
                        </a:cubicBezTo>
                        <a:cubicBezTo>
                          <a:pt x="148372" y="373004"/>
                          <a:pt x="191279" y="335977"/>
                          <a:pt x="237970" y="304166"/>
                        </a:cubicBezTo>
                        <a:cubicBezTo>
                          <a:pt x="330777" y="240796"/>
                          <a:pt x="436454" y="198677"/>
                          <a:pt x="547448" y="180818"/>
                        </a:cubicBezTo>
                        <a:cubicBezTo>
                          <a:pt x="606689" y="171851"/>
                          <a:pt x="666821" y="170310"/>
                          <a:pt x="726445" y="176230"/>
                        </a:cubicBezTo>
                        <a:cubicBezTo>
                          <a:pt x="797482" y="182811"/>
                          <a:pt x="867421" y="197410"/>
                          <a:pt x="937647" y="209478"/>
                        </a:cubicBezTo>
                        <a:cubicBezTo>
                          <a:pt x="1004636" y="222259"/>
                          <a:pt x="1072653" y="228903"/>
                          <a:pt x="1140852" y="229329"/>
                        </a:cubicBezTo>
                        <a:cubicBezTo>
                          <a:pt x="1202458" y="228514"/>
                          <a:pt x="1263789" y="220957"/>
                          <a:pt x="1323746" y="206792"/>
                        </a:cubicBezTo>
                        <a:cubicBezTo>
                          <a:pt x="1444428" y="178363"/>
                          <a:pt x="1557442" y="123973"/>
                          <a:pt x="1654898" y="47417"/>
                        </a:cubicBezTo>
                        <a:cubicBezTo>
                          <a:pt x="1666718" y="38110"/>
                          <a:pt x="1677669" y="27665"/>
                          <a:pt x="1688542" y="17282"/>
                        </a:cubicBezTo>
                        <a:cubicBezTo>
                          <a:pt x="1699239" y="7065"/>
                          <a:pt x="1683621" y="-7596"/>
                          <a:pt x="1672598" y="1362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8" name="Google Shape;2998;p51"/>
                  <p:cNvSpPr/>
                  <p:nvPr/>
                </p:nvSpPr>
                <p:spPr>
                  <a:xfrm>
                    <a:off x="7521820" y="4456791"/>
                    <a:ext cx="446361" cy="641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361" h="64171" extrusionOk="0">
                        <a:moveTo>
                          <a:pt x="439179" y="-1315"/>
                        </a:moveTo>
                        <a:cubicBezTo>
                          <a:pt x="411105" y="4444"/>
                          <a:pt x="383862" y="13934"/>
                          <a:pt x="356065" y="20976"/>
                        </a:cubicBezTo>
                        <a:cubicBezTo>
                          <a:pt x="328250" y="28021"/>
                          <a:pt x="300154" y="33817"/>
                          <a:pt x="271779" y="38360"/>
                        </a:cubicBezTo>
                        <a:cubicBezTo>
                          <a:pt x="215123" y="47398"/>
                          <a:pt x="157795" y="51567"/>
                          <a:pt x="100425" y="50819"/>
                        </a:cubicBezTo>
                        <a:cubicBezTo>
                          <a:pt x="67867" y="50405"/>
                          <a:pt x="35421" y="49066"/>
                          <a:pt x="3040" y="45541"/>
                        </a:cubicBezTo>
                        <a:cubicBezTo>
                          <a:pt x="-1407" y="45057"/>
                          <a:pt x="-2501" y="52776"/>
                          <a:pt x="1974" y="53403"/>
                        </a:cubicBezTo>
                        <a:cubicBezTo>
                          <a:pt x="117515" y="69830"/>
                          <a:pt x="235111" y="64575"/>
                          <a:pt x="348721" y="37908"/>
                        </a:cubicBezTo>
                        <a:cubicBezTo>
                          <a:pt x="381211" y="31529"/>
                          <a:pt x="412845" y="21384"/>
                          <a:pt x="442978" y="7677"/>
                        </a:cubicBezTo>
                        <a:cubicBezTo>
                          <a:pt x="448200" y="5052"/>
                          <a:pt x="444398" y="-2387"/>
                          <a:pt x="439179" y="-1315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9" name="Google Shape;2999;p51"/>
                  <p:cNvSpPr/>
                  <p:nvPr/>
                </p:nvSpPr>
                <p:spPr>
                  <a:xfrm>
                    <a:off x="3232242" y="2727402"/>
                    <a:ext cx="1810780" cy="510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0780" h="510064" extrusionOk="0">
                        <a:moveTo>
                          <a:pt x="1804990" y="47720"/>
                        </a:moveTo>
                        <a:cubicBezTo>
                          <a:pt x="1754373" y="14307"/>
                          <a:pt x="1689622" y="2853"/>
                          <a:pt x="1629943" y="-652"/>
                        </a:cubicBezTo>
                        <a:cubicBezTo>
                          <a:pt x="1568072" y="-3691"/>
                          <a:pt x="1506090" y="2300"/>
                          <a:pt x="1445951" y="17131"/>
                        </a:cubicBezTo>
                        <a:cubicBezTo>
                          <a:pt x="1319406" y="47185"/>
                          <a:pt x="1204112" y="112167"/>
                          <a:pt x="1091271" y="174619"/>
                        </a:cubicBezTo>
                        <a:cubicBezTo>
                          <a:pt x="974263" y="239379"/>
                          <a:pt x="856037" y="301211"/>
                          <a:pt x="733094" y="354100"/>
                        </a:cubicBezTo>
                        <a:cubicBezTo>
                          <a:pt x="617598" y="403785"/>
                          <a:pt x="498002" y="450513"/>
                          <a:pt x="374385" y="475517"/>
                        </a:cubicBezTo>
                        <a:cubicBezTo>
                          <a:pt x="263898" y="497864"/>
                          <a:pt x="145029" y="500322"/>
                          <a:pt x="41041" y="451387"/>
                        </a:cubicBezTo>
                        <a:cubicBezTo>
                          <a:pt x="28287" y="445355"/>
                          <a:pt x="15901" y="438579"/>
                          <a:pt x="3946" y="431093"/>
                        </a:cubicBezTo>
                        <a:cubicBezTo>
                          <a:pt x="214" y="428767"/>
                          <a:pt x="-2790" y="434353"/>
                          <a:pt x="574" y="436853"/>
                        </a:cubicBezTo>
                        <a:cubicBezTo>
                          <a:pt x="92624" y="505202"/>
                          <a:pt x="209818" y="517332"/>
                          <a:pt x="320802" y="503693"/>
                        </a:cubicBezTo>
                        <a:cubicBezTo>
                          <a:pt x="443077" y="488664"/>
                          <a:pt x="560300" y="446459"/>
                          <a:pt x="674129" y="401034"/>
                        </a:cubicBezTo>
                        <a:cubicBezTo>
                          <a:pt x="799091" y="350783"/>
                          <a:pt x="920930" y="293113"/>
                          <a:pt x="1038997" y="228336"/>
                        </a:cubicBezTo>
                        <a:cubicBezTo>
                          <a:pt x="1154053" y="165608"/>
                          <a:pt x="1267912" y="98748"/>
                          <a:pt x="1393807" y="59645"/>
                        </a:cubicBezTo>
                        <a:cubicBezTo>
                          <a:pt x="1509942" y="23573"/>
                          <a:pt x="1637219" y="11285"/>
                          <a:pt x="1753690" y="52928"/>
                        </a:cubicBezTo>
                        <a:cubicBezTo>
                          <a:pt x="1767936" y="58022"/>
                          <a:pt x="1782321" y="62626"/>
                          <a:pt x="1796626" y="67536"/>
                        </a:cubicBezTo>
                        <a:cubicBezTo>
                          <a:pt x="1808755" y="71699"/>
                          <a:pt x="1814822" y="54211"/>
                          <a:pt x="1804990" y="47720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0" name="Google Shape;3000;p51"/>
                  <p:cNvSpPr/>
                  <p:nvPr/>
                </p:nvSpPr>
                <p:spPr>
                  <a:xfrm>
                    <a:off x="3395320" y="3211069"/>
                    <a:ext cx="1805901" cy="481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901" h="481761" extrusionOk="0">
                        <a:moveTo>
                          <a:pt x="1795544" y="20950"/>
                        </a:moveTo>
                        <a:cubicBezTo>
                          <a:pt x="1739372" y="1217"/>
                          <a:pt x="1676416" y="-3214"/>
                          <a:pt x="1617258" y="-837"/>
                        </a:cubicBezTo>
                        <a:cubicBezTo>
                          <a:pt x="1556504" y="2029"/>
                          <a:pt x="1496299" y="12023"/>
                          <a:pt x="1437884" y="28938"/>
                        </a:cubicBezTo>
                        <a:cubicBezTo>
                          <a:pt x="1318272" y="62731"/>
                          <a:pt x="1207934" y="120334"/>
                          <a:pt x="1100529" y="181704"/>
                        </a:cubicBezTo>
                        <a:cubicBezTo>
                          <a:pt x="992897" y="243205"/>
                          <a:pt x="887216" y="308915"/>
                          <a:pt x="773677" y="359297"/>
                        </a:cubicBezTo>
                        <a:cubicBezTo>
                          <a:pt x="660950" y="409218"/>
                          <a:pt x="541061" y="441120"/>
                          <a:pt x="418406" y="453832"/>
                        </a:cubicBezTo>
                        <a:cubicBezTo>
                          <a:pt x="295718" y="466075"/>
                          <a:pt x="171886" y="459976"/>
                          <a:pt x="50999" y="435738"/>
                        </a:cubicBezTo>
                        <a:cubicBezTo>
                          <a:pt x="35752" y="432732"/>
                          <a:pt x="20591" y="429612"/>
                          <a:pt x="5283" y="426927"/>
                        </a:cubicBezTo>
                        <a:cubicBezTo>
                          <a:pt x="2587" y="426290"/>
                          <a:pt x="-114" y="427957"/>
                          <a:pt x="-752" y="430648"/>
                        </a:cubicBezTo>
                        <a:cubicBezTo>
                          <a:pt x="-1356" y="433201"/>
                          <a:pt x="114" y="435787"/>
                          <a:pt x="2619" y="436577"/>
                        </a:cubicBezTo>
                        <a:cubicBezTo>
                          <a:pt x="59847" y="456885"/>
                          <a:pt x="121614" y="466545"/>
                          <a:pt x="181785" y="473365"/>
                        </a:cubicBezTo>
                        <a:cubicBezTo>
                          <a:pt x="242844" y="480143"/>
                          <a:pt x="304353" y="481986"/>
                          <a:pt x="365710" y="478877"/>
                        </a:cubicBezTo>
                        <a:cubicBezTo>
                          <a:pt x="489041" y="473139"/>
                          <a:pt x="610678" y="447880"/>
                          <a:pt x="726077" y="404045"/>
                        </a:cubicBezTo>
                        <a:cubicBezTo>
                          <a:pt x="842034" y="359679"/>
                          <a:pt x="949383" y="296833"/>
                          <a:pt x="1056495" y="234813"/>
                        </a:cubicBezTo>
                        <a:cubicBezTo>
                          <a:pt x="1163237" y="173007"/>
                          <a:pt x="1271088" y="111685"/>
                          <a:pt x="1388310" y="71740"/>
                        </a:cubicBezTo>
                        <a:cubicBezTo>
                          <a:pt x="1501719" y="33092"/>
                          <a:pt x="1625033" y="12582"/>
                          <a:pt x="1743833" y="36900"/>
                        </a:cubicBezTo>
                        <a:cubicBezTo>
                          <a:pt x="1758725" y="39949"/>
                          <a:pt x="1773559" y="43509"/>
                          <a:pt x="1788351" y="47003"/>
                        </a:cubicBezTo>
                        <a:cubicBezTo>
                          <a:pt x="1795627" y="48725"/>
                          <a:pt x="1802924" y="44230"/>
                          <a:pt x="1804648" y="36963"/>
                        </a:cubicBezTo>
                        <a:cubicBezTo>
                          <a:pt x="1806283" y="30068"/>
                          <a:pt x="1802311" y="23081"/>
                          <a:pt x="1795544" y="20950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1" name="Google Shape;3001;p51"/>
                  <p:cNvSpPr/>
                  <p:nvPr/>
                </p:nvSpPr>
                <p:spPr>
                  <a:xfrm>
                    <a:off x="3598035" y="3798304"/>
                    <a:ext cx="1909236" cy="5427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9236" h="542714" extrusionOk="0">
                        <a:moveTo>
                          <a:pt x="1904931" y="39440"/>
                        </a:moveTo>
                        <a:cubicBezTo>
                          <a:pt x="1830219" y="-25118"/>
                          <a:pt x="1709357" y="-8413"/>
                          <a:pt x="1640163" y="56236"/>
                        </a:cubicBezTo>
                        <a:cubicBezTo>
                          <a:pt x="1623106" y="72231"/>
                          <a:pt x="1609360" y="91415"/>
                          <a:pt x="1599706" y="112699"/>
                        </a:cubicBezTo>
                        <a:cubicBezTo>
                          <a:pt x="1492650" y="94459"/>
                          <a:pt x="1383175" y="95702"/>
                          <a:pt x="1276562" y="116368"/>
                        </a:cubicBezTo>
                        <a:cubicBezTo>
                          <a:pt x="1165975" y="137607"/>
                          <a:pt x="1060448" y="179677"/>
                          <a:pt x="965617" y="240329"/>
                        </a:cubicBezTo>
                        <a:cubicBezTo>
                          <a:pt x="867235" y="303575"/>
                          <a:pt x="780142" y="383227"/>
                          <a:pt x="674642" y="435327"/>
                        </a:cubicBezTo>
                        <a:cubicBezTo>
                          <a:pt x="577604" y="482767"/>
                          <a:pt x="472082" y="510442"/>
                          <a:pt x="364225" y="516742"/>
                        </a:cubicBezTo>
                        <a:cubicBezTo>
                          <a:pt x="256295" y="523232"/>
                          <a:pt x="148116" y="509064"/>
                          <a:pt x="45511" y="475002"/>
                        </a:cubicBezTo>
                        <a:cubicBezTo>
                          <a:pt x="32828" y="470784"/>
                          <a:pt x="20167" y="466518"/>
                          <a:pt x="7525" y="462206"/>
                        </a:cubicBezTo>
                        <a:cubicBezTo>
                          <a:pt x="3881" y="461313"/>
                          <a:pt x="203" y="463540"/>
                          <a:pt x="-691" y="467179"/>
                        </a:cubicBezTo>
                        <a:cubicBezTo>
                          <a:pt x="-1390" y="470026"/>
                          <a:pt x="-179" y="473001"/>
                          <a:pt x="2313" y="474552"/>
                        </a:cubicBezTo>
                        <a:cubicBezTo>
                          <a:pt x="50960" y="497587"/>
                          <a:pt x="102335" y="514367"/>
                          <a:pt x="155210" y="524494"/>
                        </a:cubicBezTo>
                        <a:cubicBezTo>
                          <a:pt x="207696" y="535349"/>
                          <a:pt x="261132" y="540970"/>
                          <a:pt x="314730" y="541274"/>
                        </a:cubicBezTo>
                        <a:cubicBezTo>
                          <a:pt x="422865" y="542037"/>
                          <a:pt x="530122" y="521840"/>
                          <a:pt x="630553" y="481804"/>
                        </a:cubicBezTo>
                        <a:cubicBezTo>
                          <a:pt x="682051" y="461030"/>
                          <a:pt x="731319" y="435124"/>
                          <a:pt x="777611" y="404481"/>
                        </a:cubicBezTo>
                        <a:cubicBezTo>
                          <a:pt x="827923" y="371280"/>
                          <a:pt x="875340" y="334000"/>
                          <a:pt x="924380" y="299004"/>
                        </a:cubicBezTo>
                        <a:cubicBezTo>
                          <a:pt x="1016321" y="231810"/>
                          <a:pt x="1119972" y="182275"/>
                          <a:pt x="1230048" y="152927"/>
                        </a:cubicBezTo>
                        <a:cubicBezTo>
                          <a:pt x="1338682" y="124837"/>
                          <a:pt x="1451717" y="117904"/>
                          <a:pt x="1562977" y="132504"/>
                        </a:cubicBezTo>
                        <a:cubicBezTo>
                          <a:pt x="1576714" y="134342"/>
                          <a:pt x="1590394" y="136595"/>
                          <a:pt x="1604025" y="139107"/>
                        </a:cubicBezTo>
                        <a:cubicBezTo>
                          <a:pt x="1610766" y="140717"/>
                          <a:pt x="1617605" y="136840"/>
                          <a:pt x="1619673" y="130233"/>
                        </a:cubicBezTo>
                        <a:cubicBezTo>
                          <a:pt x="1649904" y="51461"/>
                          <a:pt x="1746187" y="10433"/>
                          <a:pt x="1826108" y="27981"/>
                        </a:cubicBezTo>
                        <a:cubicBezTo>
                          <a:pt x="1849564" y="33211"/>
                          <a:pt x="1871704" y="43173"/>
                          <a:pt x="1891168" y="57253"/>
                        </a:cubicBezTo>
                        <a:cubicBezTo>
                          <a:pt x="1901577" y="64739"/>
                          <a:pt x="1914662" y="47850"/>
                          <a:pt x="1904931" y="39440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2" name="Google Shape;3002;p51"/>
                  <p:cNvSpPr/>
                  <p:nvPr/>
                </p:nvSpPr>
                <p:spPr>
                  <a:xfrm>
                    <a:off x="3827923" y="4422471"/>
                    <a:ext cx="1740319" cy="564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0319" h="564059" extrusionOk="0">
                        <a:moveTo>
                          <a:pt x="1732619" y="17102"/>
                        </a:moveTo>
                        <a:cubicBezTo>
                          <a:pt x="1676440" y="-2123"/>
                          <a:pt x="1615182" y="-4318"/>
                          <a:pt x="1556430" y="1236"/>
                        </a:cubicBezTo>
                        <a:cubicBezTo>
                          <a:pt x="1496528" y="7305"/>
                          <a:pt x="1437629" y="20876"/>
                          <a:pt x="1381120" y="41629"/>
                        </a:cubicBezTo>
                        <a:cubicBezTo>
                          <a:pt x="1266059" y="83028"/>
                          <a:pt x="1162399" y="147542"/>
                          <a:pt x="1062427" y="216882"/>
                        </a:cubicBezTo>
                        <a:cubicBezTo>
                          <a:pt x="962393" y="286266"/>
                          <a:pt x="864867" y="360001"/>
                          <a:pt x="758038" y="418924"/>
                        </a:cubicBezTo>
                        <a:cubicBezTo>
                          <a:pt x="651013" y="478406"/>
                          <a:pt x="533776" y="517336"/>
                          <a:pt x="412395" y="533701"/>
                        </a:cubicBezTo>
                        <a:cubicBezTo>
                          <a:pt x="291236" y="549028"/>
                          <a:pt x="168307" y="542535"/>
                          <a:pt x="49444" y="514527"/>
                        </a:cubicBezTo>
                        <a:cubicBezTo>
                          <a:pt x="34694" y="511140"/>
                          <a:pt x="19998" y="507498"/>
                          <a:pt x="5283" y="503963"/>
                        </a:cubicBezTo>
                        <a:cubicBezTo>
                          <a:pt x="2587" y="503326"/>
                          <a:pt x="-115" y="504993"/>
                          <a:pt x="-751" y="507684"/>
                        </a:cubicBezTo>
                        <a:cubicBezTo>
                          <a:pt x="-1356" y="510237"/>
                          <a:pt x="115" y="512823"/>
                          <a:pt x="2620" y="513612"/>
                        </a:cubicBezTo>
                        <a:cubicBezTo>
                          <a:pt x="59761" y="534600"/>
                          <a:pt x="119230" y="548623"/>
                          <a:pt x="179737" y="555379"/>
                        </a:cubicBezTo>
                        <a:cubicBezTo>
                          <a:pt x="240370" y="562973"/>
                          <a:pt x="301604" y="564615"/>
                          <a:pt x="362558" y="560280"/>
                        </a:cubicBezTo>
                        <a:cubicBezTo>
                          <a:pt x="484077" y="551990"/>
                          <a:pt x="602924" y="520793"/>
                          <a:pt x="712817" y="468338"/>
                        </a:cubicBezTo>
                        <a:cubicBezTo>
                          <a:pt x="822875" y="415812"/>
                          <a:pt x="922381" y="344581"/>
                          <a:pt x="1021777" y="274668"/>
                        </a:cubicBezTo>
                        <a:cubicBezTo>
                          <a:pt x="1121688" y="204391"/>
                          <a:pt x="1222798" y="134772"/>
                          <a:pt x="1335451" y="86168"/>
                        </a:cubicBezTo>
                        <a:cubicBezTo>
                          <a:pt x="1443928" y="39362"/>
                          <a:pt x="1564929" y="11320"/>
                          <a:pt x="1683204" y="29409"/>
                        </a:cubicBezTo>
                        <a:cubicBezTo>
                          <a:pt x="1697934" y="31661"/>
                          <a:pt x="1712733" y="33409"/>
                          <a:pt x="1727426" y="35917"/>
                        </a:cubicBezTo>
                        <a:cubicBezTo>
                          <a:pt x="1732686" y="37145"/>
                          <a:pt x="1737945" y="33882"/>
                          <a:pt x="1739174" y="28630"/>
                        </a:cubicBezTo>
                        <a:cubicBezTo>
                          <a:pt x="1740335" y="23668"/>
                          <a:pt x="1737481" y="18648"/>
                          <a:pt x="1732619" y="17102"/>
                        </a:cubicBezTo>
                        <a:close/>
                      </a:path>
                    </a:pathLst>
                  </a:custGeom>
                  <a:solidFill>
                    <a:srgbClr val="F1BFBF">
                      <a:alpha val="402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03" name="Google Shape;3003;p51"/>
                <p:cNvSpPr/>
                <p:nvPr/>
              </p:nvSpPr>
              <p:spPr>
                <a:xfrm rot="983114">
                  <a:off x="1221631" y="4424243"/>
                  <a:ext cx="30299" cy="59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7" h="31872" extrusionOk="0">
                      <a:moveTo>
                        <a:pt x="7766" y="16513"/>
                      </a:moveTo>
                      <a:cubicBezTo>
                        <a:pt x="5985" y="19662"/>
                        <a:pt x="3656" y="22467"/>
                        <a:pt x="888" y="24797"/>
                      </a:cubicBezTo>
                      <a:cubicBezTo>
                        <a:pt x="1780" y="27165"/>
                        <a:pt x="2658" y="29539"/>
                        <a:pt x="3551" y="31907"/>
                      </a:cubicBezTo>
                      <a:lnTo>
                        <a:pt x="5607" y="31131"/>
                      </a:lnTo>
                      <a:cubicBezTo>
                        <a:pt x="10926" y="23602"/>
                        <a:pt x="14228" y="14837"/>
                        <a:pt x="15199" y="5670"/>
                      </a:cubicBezTo>
                      <a:lnTo>
                        <a:pt x="15183" y="5625"/>
                      </a:lnTo>
                      <a:cubicBezTo>
                        <a:pt x="15784" y="5463"/>
                        <a:pt x="16414" y="5241"/>
                        <a:pt x="17016" y="5079"/>
                      </a:cubicBezTo>
                      <a:lnTo>
                        <a:pt x="16295" y="2752"/>
                      </a:lnTo>
                      <a:cubicBezTo>
                        <a:pt x="15890" y="1848"/>
                        <a:pt x="15502" y="939"/>
                        <a:pt x="15098" y="35"/>
                      </a:cubicBezTo>
                      <a:cubicBezTo>
                        <a:pt x="13223" y="5763"/>
                        <a:pt x="10766" y="11284"/>
                        <a:pt x="7766" y="16513"/>
                      </a:cubicBezTo>
                      <a:close/>
                    </a:path>
                  </a:pathLst>
                </a:custGeom>
                <a:solidFill>
                  <a:srgbClr val="9DCCC9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04" name="Google Shape;3004;p51"/>
                <p:cNvGrpSpPr/>
                <p:nvPr/>
              </p:nvGrpSpPr>
              <p:grpSpPr>
                <a:xfrm rot="7308726">
                  <a:off x="1589814" y="3432985"/>
                  <a:ext cx="660338" cy="253005"/>
                  <a:chOff x="3314646" y="4362453"/>
                  <a:chExt cx="333577" cy="127806"/>
                </a:xfrm>
              </p:grpSpPr>
              <p:sp>
                <p:nvSpPr>
                  <p:cNvPr id="3005" name="Google Shape;3005;p51"/>
                  <p:cNvSpPr/>
                  <p:nvPr/>
                </p:nvSpPr>
                <p:spPr>
                  <a:xfrm>
                    <a:off x="3318971" y="4363437"/>
                    <a:ext cx="326322" cy="123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322" h="123787" extrusionOk="0">
                        <a:moveTo>
                          <a:pt x="888" y="4868"/>
                        </a:moveTo>
                        <a:lnTo>
                          <a:pt x="2915" y="35"/>
                        </a:lnTo>
                        <a:cubicBezTo>
                          <a:pt x="58028" y="8885"/>
                          <a:pt x="112962" y="18907"/>
                          <a:pt x="167717" y="30100"/>
                        </a:cubicBezTo>
                        <a:cubicBezTo>
                          <a:pt x="159157" y="44445"/>
                          <a:pt x="150597" y="58790"/>
                          <a:pt x="142036" y="73135"/>
                        </a:cubicBezTo>
                        <a:cubicBezTo>
                          <a:pt x="204908" y="85524"/>
                          <a:pt x="266796" y="102464"/>
                          <a:pt x="327211" y="123822"/>
                        </a:cubicBezTo>
                        <a:cubicBezTo>
                          <a:pt x="251031" y="120954"/>
                          <a:pt x="175073" y="113786"/>
                          <a:pt x="99701" y="102352"/>
                        </a:cubicBezTo>
                        <a:cubicBezTo>
                          <a:pt x="106192" y="86148"/>
                          <a:pt x="113417" y="70248"/>
                          <a:pt x="121379" y="54650"/>
                        </a:cubicBezTo>
                        <a:cubicBezTo>
                          <a:pt x="81128" y="38228"/>
                          <a:pt x="40964" y="21634"/>
                          <a:pt x="888" y="486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6" name="Google Shape;3006;p51"/>
                  <p:cNvSpPr/>
                  <p:nvPr/>
                </p:nvSpPr>
                <p:spPr>
                  <a:xfrm>
                    <a:off x="3314646" y="4362453"/>
                    <a:ext cx="333577" cy="127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577" h="127806" extrusionOk="0">
                        <a:moveTo>
                          <a:pt x="332347" y="121877"/>
                        </a:moveTo>
                        <a:cubicBezTo>
                          <a:pt x="285361" y="105277"/>
                          <a:pt x="237477" y="91337"/>
                          <a:pt x="188922" y="80125"/>
                        </a:cubicBezTo>
                        <a:cubicBezTo>
                          <a:pt x="176365" y="77229"/>
                          <a:pt x="163767" y="74525"/>
                          <a:pt x="151127" y="72014"/>
                        </a:cubicBezTo>
                        <a:cubicBezTo>
                          <a:pt x="158963" y="58881"/>
                          <a:pt x="166783" y="45738"/>
                          <a:pt x="174586" y="32585"/>
                        </a:cubicBezTo>
                        <a:cubicBezTo>
                          <a:pt x="175395" y="31167"/>
                          <a:pt x="174902" y="29363"/>
                          <a:pt x="173484" y="28554"/>
                        </a:cubicBezTo>
                        <a:cubicBezTo>
                          <a:pt x="173279" y="28437"/>
                          <a:pt x="173061" y="28345"/>
                          <a:pt x="172834" y="28280"/>
                        </a:cubicBezTo>
                        <a:cubicBezTo>
                          <a:pt x="129840" y="19603"/>
                          <a:pt x="86736" y="11647"/>
                          <a:pt x="43425" y="4712"/>
                        </a:cubicBezTo>
                        <a:cubicBezTo>
                          <a:pt x="31404" y="2786"/>
                          <a:pt x="19329" y="1302"/>
                          <a:pt x="7223" y="40"/>
                        </a:cubicBezTo>
                        <a:cubicBezTo>
                          <a:pt x="6141" y="-73"/>
                          <a:pt x="5911" y="1704"/>
                          <a:pt x="6966" y="1935"/>
                        </a:cubicBezTo>
                        <a:cubicBezTo>
                          <a:pt x="49310" y="11217"/>
                          <a:pt x="92166" y="18235"/>
                          <a:pt x="134706" y="26578"/>
                        </a:cubicBezTo>
                        <a:cubicBezTo>
                          <a:pt x="145617" y="28718"/>
                          <a:pt x="156518" y="30910"/>
                          <a:pt x="167408" y="33154"/>
                        </a:cubicBezTo>
                        <a:cubicBezTo>
                          <a:pt x="159514" y="46294"/>
                          <a:pt x="151627" y="59438"/>
                          <a:pt x="143749" y="72588"/>
                        </a:cubicBezTo>
                        <a:cubicBezTo>
                          <a:pt x="142915" y="74049"/>
                          <a:pt x="143423" y="75910"/>
                          <a:pt x="144885" y="76745"/>
                        </a:cubicBezTo>
                        <a:cubicBezTo>
                          <a:pt x="145096" y="76865"/>
                          <a:pt x="145321" y="76960"/>
                          <a:pt x="145556" y="77028"/>
                        </a:cubicBezTo>
                        <a:cubicBezTo>
                          <a:pt x="194447" y="86672"/>
                          <a:pt x="242756" y="99063"/>
                          <a:pt x="290252" y="114144"/>
                        </a:cubicBezTo>
                        <a:cubicBezTo>
                          <a:pt x="297128" y="116329"/>
                          <a:pt x="303985" y="118571"/>
                          <a:pt x="310823" y="120871"/>
                        </a:cubicBezTo>
                        <a:cubicBezTo>
                          <a:pt x="258612" y="118365"/>
                          <a:pt x="206551" y="113865"/>
                          <a:pt x="154638" y="107371"/>
                        </a:cubicBezTo>
                        <a:cubicBezTo>
                          <a:pt x="139150" y="105424"/>
                          <a:pt x="123687" y="103284"/>
                          <a:pt x="108251" y="100951"/>
                        </a:cubicBezTo>
                        <a:cubicBezTo>
                          <a:pt x="114325" y="86086"/>
                          <a:pt x="121006" y="71492"/>
                          <a:pt x="128295" y="57169"/>
                        </a:cubicBezTo>
                        <a:cubicBezTo>
                          <a:pt x="129117" y="55677"/>
                          <a:pt x="128574" y="53800"/>
                          <a:pt x="127081" y="52978"/>
                        </a:cubicBezTo>
                        <a:cubicBezTo>
                          <a:pt x="126893" y="52874"/>
                          <a:pt x="126694" y="52790"/>
                          <a:pt x="126487" y="52727"/>
                        </a:cubicBezTo>
                        <a:cubicBezTo>
                          <a:pt x="85769" y="36059"/>
                          <a:pt x="45115" y="19235"/>
                          <a:pt x="4524" y="2255"/>
                        </a:cubicBezTo>
                        <a:cubicBezTo>
                          <a:pt x="907" y="742"/>
                          <a:pt x="-670" y="6639"/>
                          <a:pt x="2903" y="8136"/>
                        </a:cubicBezTo>
                        <a:cubicBezTo>
                          <a:pt x="42378" y="24670"/>
                          <a:pt x="81928" y="41022"/>
                          <a:pt x="121553" y="57193"/>
                        </a:cubicBezTo>
                        <a:cubicBezTo>
                          <a:pt x="114133" y="72022"/>
                          <a:pt x="107337" y="87139"/>
                          <a:pt x="101167" y="102542"/>
                        </a:cubicBezTo>
                        <a:cubicBezTo>
                          <a:pt x="100730" y="104133"/>
                          <a:pt x="101664" y="105778"/>
                          <a:pt x="103255" y="106218"/>
                        </a:cubicBezTo>
                        <a:cubicBezTo>
                          <a:pt x="162048" y="115080"/>
                          <a:pt x="221140" y="121428"/>
                          <a:pt x="280531" y="125262"/>
                        </a:cubicBezTo>
                        <a:cubicBezTo>
                          <a:pt x="297522" y="126336"/>
                          <a:pt x="314525" y="127194"/>
                          <a:pt x="331540" y="127838"/>
                        </a:cubicBezTo>
                        <a:cubicBezTo>
                          <a:pt x="335124" y="127974"/>
                          <a:pt x="335441" y="122969"/>
                          <a:pt x="332347" y="12187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07" name="Google Shape;3007;p51"/>
                <p:cNvGrpSpPr/>
                <p:nvPr/>
              </p:nvGrpSpPr>
              <p:grpSpPr>
                <a:xfrm rot="982775">
                  <a:off x="3633660" y="2632714"/>
                  <a:ext cx="427740" cy="480947"/>
                  <a:chOff x="4907319" y="4515390"/>
                  <a:chExt cx="216092" cy="242960"/>
                </a:xfrm>
              </p:grpSpPr>
              <p:sp>
                <p:nvSpPr>
                  <p:cNvPr id="3008" name="Google Shape;3008;p51"/>
                  <p:cNvSpPr/>
                  <p:nvPr/>
                </p:nvSpPr>
                <p:spPr>
                  <a:xfrm>
                    <a:off x="4910974" y="4518811"/>
                    <a:ext cx="208892" cy="236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892" h="236959" extrusionOk="0">
                        <a:moveTo>
                          <a:pt x="8741" y="43855"/>
                        </a:moveTo>
                        <a:cubicBezTo>
                          <a:pt x="-5631" y="61356"/>
                          <a:pt x="2183" y="87616"/>
                          <a:pt x="12613" y="107702"/>
                        </a:cubicBezTo>
                        <a:cubicBezTo>
                          <a:pt x="39692" y="159682"/>
                          <a:pt x="79647" y="203856"/>
                          <a:pt x="128664" y="236007"/>
                        </a:cubicBezTo>
                        <a:lnTo>
                          <a:pt x="130161" y="236994"/>
                        </a:lnTo>
                        <a:cubicBezTo>
                          <a:pt x="167936" y="179002"/>
                          <a:pt x="205430" y="116806"/>
                          <a:pt x="209522" y="47689"/>
                        </a:cubicBezTo>
                        <a:cubicBezTo>
                          <a:pt x="210131" y="37708"/>
                          <a:pt x="209916" y="27366"/>
                          <a:pt x="206051" y="18138"/>
                        </a:cubicBezTo>
                        <a:cubicBezTo>
                          <a:pt x="202139" y="8917"/>
                          <a:pt x="193828" y="969"/>
                          <a:pt x="183857" y="116"/>
                        </a:cubicBezTo>
                        <a:cubicBezTo>
                          <a:pt x="171000" y="-989"/>
                          <a:pt x="160112" y="9342"/>
                          <a:pt x="152148" y="19534"/>
                        </a:cubicBezTo>
                        <a:cubicBezTo>
                          <a:pt x="137515" y="38257"/>
                          <a:pt x="126005" y="59221"/>
                          <a:pt x="118063" y="81615"/>
                        </a:cubicBezTo>
                        <a:cubicBezTo>
                          <a:pt x="106147" y="58555"/>
                          <a:pt x="85445" y="41261"/>
                          <a:pt x="60626" y="33637"/>
                        </a:cubicBezTo>
                        <a:cubicBezTo>
                          <a:pt x="42694" y="28210"/>
                          <a:pt x="20620" y="29422"/>
                          <a:pt x="8741" y="4385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9" name="Google Shape;3009;p51"/>
                  <p:cNvSpPr/>
                  <p:nvPr/>
                </p:nvSpPr>
                <p:spPr>
                  <a:xfrm>
                    <a:off x="4907319" y="4515390"/>
                    <a:ext cx="216092" cy="2429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092" h="242960" extrusionOk="0">
                        <a:moveTo>
                          <a:pt x="214815" y="25882"/>
                        </a:moveTo>
                        <a:cubicBezTo>
                          <a:pt x="211854" y="15056"/>
                          <a:pt x="204471" y="5036"/>
                          <a:pt x="193551" y="1312"/>
                        </a:cubicBezTo>
                        <a:cubicBezTo>
                          <a:pt x="182533" y="-2446"/>
                          <a:pt x="171512" y="2593"/>
                          <a:pt x="163243" y="9831"/>
                        </a:cubicBezTo>
                        <a:cubicBezTo>
                          <a:pt x="152676" y="19082"/>
                          <a:pt x="144517" y="31788"/>
                          <a:pt x="137361" y="43742"/>
                        </a:cubicBezTo>
                        <a:cubicBezTo>
                          <a:pt x="131041" y="54368"/>
                          <a:pt x="125607" y="65496"/>
                          <a:pt x="121114" y="77013"/>
                        </a:cubicBezTo>
                        <a:cubicBezTo>
                          <a:pt x="109177" y="57662"/>
                          <a:pt x="91037" y="42920"/>
                          <a:pt x="69649" y="35189"/>
                        </a:cubicBezTo>
                        <a:cubicBezTo>
                          <a:pt x="48857" y="27740"/>
                          <a:pt x="20580" y="27963"/>
                          <a:pt x="7231" y="48500"/>
                        </a:cubicBezTo>
                        <a:cubicBezTo>
                          <a:pt x="-6773" y="70044"/>
                          <a:pt x="5236" y="98178"/>
                          <a:pt x="16119" y="118238"/>
                        </a:cubicBezTo>
                        <a:cubicBezTo>
                          <a:pt x="43446" y="168430"/>
                          <a:pt x="82762" y="211092"/>
                          <a:pt x="130569" y="242424"/>
                        </a:cubicBezTo>
                        <a:cubicBezTo>
                          <a:pt x="131587" y="243175"/>
                          <a:pt x="132973" y="243187"/>
                          <a:pt x="134005" y="242454"/>
                        </a:cubicBezTo>
                        <a:cubicBezTo>
                          <a:pt x="134372" y="242393"/>
                          <a:pt x="134704" y="242197"/>
                          <a:pt x="134933" y="241903"/>
                        </a:cubicBezTo>
                        <a:cubicBezTo>
                          <a:pt x="151491" y="221553"/>
                          <a:pt x="164999" y="198220"/>
                          <a:pt x="177360" y="175134"/>
                        </a:cubicBezTo>
                        <a:cubicBezTo>
                          <a:pt x="190026" y="152132"/>
                          <a:pt x="200190" y="127840"/>
                          <a:pt x="207680" y="102674"/>
                        </a:cubicBezTo>
                        <a:cubicBezTo>
                          <a:pt x="211197" y="90358"/>
                          <a:pt x="213759" y="77790"/>
                          <a:pt x="215345" y="65081"/>
                        </a:cubicBezTo>
                        <a:cubicBezTo>
                          <a:pt x="216933" y="52271"/>
                          <a:pt x="218266" y="38502"/>
                          <a:pt x="214815" y="25882"/>
                        </a:cubicBezTo>
                        <a:close/>
                        <a:moveTo>
                          <a:pt x="208456" y="65081"/>
                        </a:moveTo>
                        <a:cubicBezTo>
                          <a:pt x="206928" y="76997"/>
                          <a:pt x="204497" y="88780"/>
                          <a:pt x="201185" y="100328"/>
                        </a:cubicBezTo>
                        <a:cubicBezTo>
                          <a:pt x="194307" y="123720"/>
                          <a:pt x="185016" y="146333"/>
                          <a:pt x="173460" y="167804"/>
                        </a:cubicBezTo>
                        <a:cubicBezTo>
                          <a:pt x="167024" y="180074"/>
                          <a:pt x="160135" y="192100"/>
                          <a:pt x="152959" y="203951"/>
                        </a:cubicBezTo>
                        <a:cubicBezTo>
                          <a:pt x="146468" y="214671"/>
                          <a:pt x="139802" y="225301"/>
                          <a:pt x="133926" y="236370"/>
                        </a:cubicBezTo>
                        <a:cubicBezTo>
                          <a:pt x="92062" y="208829"/>
                          <a:pt x="56799" y="172386"/>
                          <a:pt x="30658" y="129643"/>
                        </a:cubicBezTo>
                        <a:cubicBezTo>
                          <a:pt x="24042" y="119346"/>
                          <a:pt x="18352" y="108484"/>
                          <a:pt x="13653" y="97183"/>
                        </a:cubicBezTo>
                        <a:cubicBezTo>
                          <a:pt x="9572" y="86661"/>
                          <a:pt x="6423" y="74699"/>
                          <a:pt x="8646" y="63384"/>
                        </a:cubicBezTo>
                        <a:cubicBezTo>
                          <a:pt x="10635" y="52730"/>
                          <a:pt x="18116" y="43925"/>
                          <a:pt x="28312" y="40239"/>
                        </a:cubicBezTo>
                        <a:cubicBezTo>
                          <a:pt x="38570" y="36860"/>
                          <a:pt x="49598" y="36586"/>
                          <a:pt x="60011" y="39452"/>
                        </a:cubicBezTo>
                        <a:cubicBezTo>
                          <a:pt x="85411" y="46192"/>
                          <a:pt x="106756" y="63392"/>
                          <a:pt x="118737" y="86773"/>
                        </a:cubicBezTo>
                        <a:cubicBezTo>
                          <a:pt x="119754" y="88409"/>
                          <a:pt x="121906" y="88912"/>
                          <a:pt x="123543" y="87895"/>
                        </a:cubicBezTo>
                        <a:cubicBezTo>
                          <a:pt x="124261" y="87449"/>
                          <a:pt x="124792" y="86758"/>
                          <a:pt x="125039" y="85950"/>
                        </a:cubicBezTo>
                        <a:cubicBezTo>
                          <a:pt x="133088" y="62659"/>
                          <a:pt x="145263" y="41006"/>
                          <a:pt x="160983" y="22025"/>
                        </a:cubicBezTo>
                        <a:cubicBezTo>
                          <a:pt x="167586" y="14286"/>
                          <a:pt x="176893" y="5640"/>
                          <a:pt x="187938" y="7044"/>
                        </a:cubicBezTo>
                        <a:cubicBezTo>
                          <a:pt x="198436" y="8378"/>
                          <a:pt x="205572" y="18171"/>
                          <a:pt x="208171" y="27713"/>
                        </a:cubicBezTo>
                        <a:cubicBezTo>
                          <a:pt x="211434" y="39695"/>
                          <a:pt x="209963" y="52926"/>
                          <a:pt x="208456" y="6508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10" name="Google Shape;3010;p51"/>
                <p:cNvGrpSpPr/>
                <p:nvPr/>
              </p:nvGrpSpPr>
              <p:grpSpPr>
                <a:xfrm rot="982775">
                  <a:off x="3216127" y="2979242"/>
                  <a:ext cx="207926" cy="212172"/>
                  <a:chOff x="4737418" y="4761234"/>
                  <a:chExt cx="105043" cy="107183"/>
                </a:xfrm>
              </p:grpSpPr>
              <p:sp>
                <p:nvSpPr>
                  <p:cNvPr id="3011" name="Google Shape;3011;p51"/>
                  <p:cNvSpPr/>
                  <p:nvPr/>
                </p:nvSpPr>
                <p:spPr>
                  <a:xfrm>
                    <a:off x="4740659" y="4764321"/>
                    <a:ext cx="98625" cy="1011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625" h="101192" extrusionOk="0">
                        <a:moveTo>
                          <a:pt x="21057" y="78464"/>
                        </a:moveTo>
                        <a:cubicBezTo>
                          <a:pt x="41413" y="90619"/>
                          <a:pt x="64149" y="98247"/>
                          <a:pt x="87719" y="100831"/>
                        </a:cubicBezTo>
                        <a:lnTo>
                          <a:pt x="89190" y="101227"/>
                        </a:lnTo>
                        <a:cubicBezTo>
                          <a:pt x="95794" y="77080"/>
                          <a:pt x="102044" y="52054"/>
                          <a:pt x="98476" y="27285"/>
                        </a:cubicBezTo>
                        <a:cubicBezTo>
                          <a:pt x="97835" y="19966"/>
                          <a:pt x="95142" y="12977"/>
                          <a:pt x="90706" y="7119"/>
                        </a:cubicBezTo>
                        <a:cubicBezTo>
                          <a:pt x="85960" y="1561"/>
                          <a:pt x="77916" y="-1674"/>
                          <a:pt x="71104" y="974"/>
                        </a:cubicBezTo>
                        <a:cubicBezTo>
                          <a:pt x="64937" y="3363"/>
                          <a:pt x="61279" y="9747"/>
                          <a:pt x="59072" y="15991"/>
                        </a:cubicBezTo>
                        <a:cubicBezTo>
                          <a:pt x="55808" y="25262"/>
                          <a:pt x="54612" y="35134"/>
                          <a:pt x="55568" y="44916"/>
                        </a:cubicBezTo>
                        <a:cubicBezTo>
                          <a:pt x="46781" y="38049"/>
                          <a:pt x="36587" y="31993"/>
                          <a:pt x="25442" y="31757"/>
                        </a:cubicBezTo>
                        <a:cubicBezTo>
                          <a:pt x="14278" y="31526"/>
                          <a:pt x="2356" y="38978"/>
                          <a:pt x="1022" y="50053"/>
                        </a:cubicBezTo>
                        <a:cubicBezTo>
                          <a:pt x="-452" y="62249"/>
                          <a:pt x="10507" y="72166"/>
                          <a:pt x="21057" y="784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2" name="Google Shape;3012;p51"/>
                  <p:cNvSpPr/>
                  <p:nvPr/>
                </p:nvSpPr>
                <p:spPr>
                  <a:xfrm>
                    <a:off x="4795038" y="4764322"/>
                    <a:ext cx="26455" cy="45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55" h="45329" extrusionOk="0">
                        <a:moveTo>
                          <a:pt x="22478" y="5649"/>
                        </a:moveTo>
                        <a:cubicBezTo>
                          <a:pt x="13061" y="16769"/>
                          <a:pt x="7771" y="30797"/>
                          <a:pt x="7501" y="45364"/>
                        </a:cubicBezTo>
                        <a:cubicBezTo>
                          <a:pt x="5389" y="44838"/>
                          <a:pt x="3248" y="44207"/>
                          <a:pt x="1092" y="43547"/>
                        </a:cubicBezTo>
                        <a:cubicBezTo>
                          <a:pt x="364" y="34211"/>
                          <a:pt x="1591" y="24825"/>
                          <a:pt x="4693" y="15990"/>
                        </a:cubicBezTo>
                        <a:cubicBezTo>
                          <a:pt x="6900" y="9745"/>
                          <a:pt x="10558" y="3361"/>
                          <a:pt x="16726" y="972"/>
                        </a:cubicBezTo>
                        <a:cubicBezTo>
                          <a:pt x="20155" y="-282"/>
                          <a:pt x="23918" y="-278"/>
                          <a:pt x="27344" y="984"/>
                        </a:cubicBezTo>
                        <a:cubicBezTo>
                          <a:pt x="25575" y="2378"/>
                          <a:pt x="23945" y="3940"/>
                          <a:pt x="22478" y="5649"/>
                        </a:cubicBezTo>
                        <a:close/>
                      </a:path>
                    </a:pathLst>
                  </a:custGeom>
                  <a:solidFill>
                    <a:srgbClr val="E58989">
                      <a:alpha val="2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3" name="Google Shape;3013;p51"/>
                  <p:cNvSpPr/>
                  <p:nvPr/>
                </p:nvSpPr>
                <p:spPr>
                  <a:xfrm>
                    <a:off x="4737418" y="4761234"/>
                    <a:ext cx="105043" cy="1071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043" h="107183" extrusionOk="0">
                        <a:moveTo>
                          <a:pt x="104697" y="28522"/>
                        </a:moveTo>
                        <a:cubicBezTo>
                          <a:pt x="103100" y="18274"/>
                          <a:pt x="98899" y="7292"/>
                          <a:pt x="89087" y="2332"/>
                        </a:cubicBezTo>
                        <a:cubicBezTo>
                          <a:pt x="80085" y="-2503"/>
                          <a:pt x="68872" y="525"/>
                          <a:pt x="63530" y="9235"/>
                        </a:cubicBezTo>
                        <a:cubicBezTo>
                          <a:pt x="57406" y="18269"/>
                          <a:pt x="55200" y="30339"/>
                          <a:pt x="55295" y="41479"/>
                        </a:cubicBezTo>
                        <a:cubicBezTo>
                          <a:pt x="46772" y="35657"/>
                          <a:pt x="37037" y="31000"/>
                          <a:pt x="26581" y="31661"/>
                        </a:cubicBezTo>
                        <a:cubicBezTo>
                          <a:pt x="16303" y="32311"/>
                          <a:pt x="5787" y="38316"/>
                          <a:pt x="2118" y="48308"/>
                        </a:cubicBezTo>
                        <a:cubicBezTo>
                          <a:pt x="-1924" y="59317"/>
                          <a:pt x="4613" y="70160"/>
                          <a:pt x="12762" y="77227"/>
                        </a:cubicBezTo>
                        <a:cubicBezTo>
                          <a:pt x="22542" y="85710"/>
                          <a:pt x="34936" y="91488"/>
                          <a:pt x="46870" y="96247"/>
                        </a:cubicBezTo>
                        <a:cubicBezTo>
                          <a:pt x="61013" y="101834"/>
                          <a:pt x="75842" y="105496"/>
                          <a:pt x="90960" y="107135"/>
                        </a:cubicBezTo>
                        <a:cubicBezTo>
                          <a:pt x="91191" y="107162"/>
                          <a:pt x="91424" y="107164"/>
                          <a:pt x="91656" y="107144"/>
                        </a:cubicBezTo>
                        <a:cubicBezTo>
                          <a:pt x="92810" y="107445"/>
                          <a:pt x="93999" y="106799"/>
                          <a:pt x="94374" y="105668"/>
                        </a:cubicBezTo>
                        <a:cubicBezTo>
                          <a:pt x="99224" y="93252"/>
                          <a:pt x="102530" y="80287"/>
                          <a:pt x="104219" y="67065"/>
                        </a:cubicBezTo>
                        <a:cubicBezTo>
                          <a:pt x="106330" y="54315"/>
                          <a:pt x="106491" y="41320"/>
                          <a:pt x="104697" y="28522"/>
                        </a:cubicBezTo>
                        <a:close/>
                        <a:moveTo>
                          <a:pt x="97705" y="67103"/>
                        </a:moveTo>
                        <a:cubicBezTo>
                          <a:pt x="95906" y="78396"/>
                          <a:pt x="92607" y="89400"/>
                          <a:pt x="90685" y="100650"/>
                        </a:cubicBezTo>
                        <a:cubicBezTo>
                          <a:pt x="67785" y="98067"/>
                          <a:pt x="45704" y="90607"/>
                          <a:pt x="25930" y="78774"/>
                        </a:cubicBezTo>
                        <a:cubicBezTo>
                          <a:pt x="18120" y="74069"/>
                          <a:pt x="8632" y="66960"/>
                          <a:pt x="7458" y="57172"/>
                        </a:cubicBezTo>
                        <a:cubicBezTo>
                          <a:pt x="6326" y="47737"/>
                          <a:pt x="14359" y="40757"/>
                          <a:pt x="22842" y="38706"/>
                        </a:cubicBezTo>
                        <a:cubicBezTo>
                          <a:pt x="35049" y="35753"/>
                          <a:pt x="47270" y="43118"/>
                          <a:pt x="56529" y="50292"/>
                        </a:cubicBezTo>
                        <a:cubicBezTo>
                          <a:pt x="58465" y="51792"/>
                          <a:pt x="62330" y="51130"/>
                          <a:pt x="62047" y="48008"/>
                        </a:cubicBezTo>
                        <a:cubicBezTo>
                          <a:pt x="60916" y="37569"/>
                          <a:pt x="62435" y="27013"/>
                          <a:pt x="66462" y="17315"/>
                        </a:cubicBezTo>
                        <a:cubicBezTo>
                          <a:pt x="67975" y="13138"/>
                          <a:pt x="70911" y="9627"/>
                          <a:pt x="74754" y="7398"/>
                        </a:cubicBezTo>
                        <a:cubicBezTo>
                          <a:pt x="78791" y="5735"/>
                          <a:pt x="83390" y="6180"/>
                          <a:pt x="87034" y="8585"/>
                        </a:cubicBezTo>
                        <a:cubicBezTo>
                          <a:pt x="95452" y="13557"/>
                          <a:pt x="97831" y="24303"/>
                          <a:pt x="98863" y="33303"/>
                        </a:cubicBezTo>
                        <a:cubicBezTo>
                          <a:pt x="100009" y="44570"/>
                          <a:pt x="99620" y="55940"/>
                          <a:pt x="97705" y="67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14" name="Google Shape;3014;p51"/>
                <p:cNvGrpSpPr/>
                <p:nvPr/>
              </p:nvGrpSpPr>
              <p:grpSpPr>
                <a:xfrm rot="982775">
                  <a:off x="3743017" y="3460354"/>
                  <a:ext cx="211552" cy="216096"/>
                  <a:chOff x="5061578" y="4919055"/>
                  <a:chExt cx="106875" cy="109165"/>
                </a:xfrm>
              </p:grpSpPr>
              <p:sp>
                <p:nvSpPr>
                  <p:cNvPr id="3015" name="Google Shape;3015;p51"/>
                  <p:cNvSpPr/>
                  <p:nvPr/>
                </p:nvSpPr>
                <p:spPr>
                  <a:xfrm>
                    <a:off x="5064818" y="4922298"/>
                    <a:ext cx="100401" cy="103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401" h="103357" extrusionOk="0">
                        <a:moveTo>
                          <a:pt x="1633" y="36208"/>
                        </a:moveTo>
                        <a:cubicBezTo>
                          <a:pt x="5061" y="59662"/>
                          <a:pt x="13503" y="82102"/>
                          <a:pt x="26384" y="102002"/>
                        </a:cubicBezTo>
                        <a:lnTo>
                          <a:pt x="27005" y="103392"/>
                        </a:lnTo>
                        <a:cubicBezTo>
                          <a:pt x="49905" y="93262"/>
                          <a:pt x="73263" y="82301"/>
                          <a:pt x="90222" y="63894"/>
                        </a:cubicBezTo>
                        <a:cubicBezTo>
                          <a:pt x="95494" y="58775"/>
                          <a:pt x="99214" y="52273"/>
                          <a:pt x="100956" y="45136"/>
                        </a:cubicBezTo>
                        <a:cubicBezTo>
                          <a:pt x="102270" y="37947"/>
                          <a:pt x="99699" y="29670"/>
                          <a:pt x="93344" y="26063"/>
                        </a:cubicBezTo>
                        <a:cubicBezTo>
                          <a:pt x="87597" y="22791"/>
                          <a:pt x="80334" y="23988"/>
                          <a:pt x="74098" y="26221"/>
                        </a:cubicBezTo>
                        <a:cubicBezTo>
                          <a:pt x="64845" y="29545"/>
                          <a:pt x="56432" y="34853"/>
                          <a:pt x="49449" y="41771"/>
                        </a:cubicBezTo>
                        <a:cubicBezTo>
                          <a:pt x="49227" y="30624"/>
                          <a:pt x="47486" y="18898"/>
                          <a:pt x="40631" y="10111"/>
                        </a:cubicBezTo>
                        <a:cubicBezTo>
                          <a:pt x="33760" y="1312"/>
                          <a:pt x="20451" y="-3223"/>
                          <a:pt x="11018" y="2738"/>
                        </a:cubicBezTo>
                        <a:cubicBezTo>
                          <a:pt x="627" y="9297"/>
                          <a:pt x="-144" y="24053"/>
                          <a:pt x="1633" y="3620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6" name="Google Shape;3016;p51"/>
                  <p:cNvSpPr/>
                  <p:nvPr/>
                </p:nvSpPr>
                <p:spPr>
                  <a:xfrm>
                    <a:off x="5114378" y="4946311"/>
                    <a:ext cx="49592" cy="2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592" h="22900" extrusionOk="0">
                        <a:moveTo>
                          <a:pt x="43789" y="9462"/>
                        </a:moveTo>
                        <a:cubicBezTo>
                          <a:pt x="29217" y="9186"/>
                          <a:pt x="14996" y="13945"/>
                          <a:pt x="3526" y="22935"/>
                        </a:cubicBezTo>
                        <a:cubicBezTo>
                          <a:pt x="2600" y="20966"/>
                          <a:pt x="1738" y="18908"/>
                          <a:pt x="888" y="16820"/>
                        </a:cubicBezTo>
                        <a:cubicBezTo>
                          <a:pt x="7670" y="10360"/>
                          <a:pt x="15724" y="5384"/>
                          <a:pt x="24537" y="2208"/>
                        </a:cubicBezTo>
                        <a:cubicBezTo>
                          <a:pt x="30774" y="-25"/>
                          <a:pt x="38036" y="-1221"/>
                          <a:pt x="43784" y="2050"/>
                        </a:cubicBezTo>
                        <a:cubicBezTo>
                          <a:pt x="46922" y="3916"/>
                          <a:pt x="49295" y="6835"/>
                          <a:pt x="50481" y="10288"/>
                        </a:cubicBezTo>
                        <a:cubicBezTo>
                          <a:pt x="48282" y="9797"/>
                          <a:pt x="46041" y="9521"/>
                          <a:pt x="43789" y="9462"/>
                        </a:cubicBezTo>
                        <a:close/>
                      </a:path>
                    </a:pathLst>
                  </a:custGeom>
                  <a:solidFill>
                    <a:srgbClr val="E58989">
                      <a:alpha val="2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7" name="Google Shape;3017;p51"/>
                  <p:cNvSpPr/>
                  <p:nvPr/>
                </p:nvSpPr>
                <p:spPr>
                  <a:xfrm>
                    <a:off x="5061578" y="4919055"/>
                    <a:ext cx="106875" cy="1091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875" h="109165" extrusionOk="0">
                        <a:moveTo>
                          <a:pt x="107681" y="42875"/>
                        </a:moveTo>
                        <a:cubicBezTo>
                          <a:pt x="106728" y="31565"/>
                          <a:pt x="98258" y="23302"/>
                          <a:pt x="86646" y="24124"/>
                        </a:cubicBezTo>
                        <a:cubicBezTo>
                          <a:pt x="75415" y="24919"/>
                          <a:pt x="64390" y="30840"/>
                          <a:pt x="55552" y="38123"/>
                        </a:cubicBezTo>
                        <a:cubicBezTo>
                          <a:pt x="54671" y="28010"/>
                          <a:pt x="52101" y="17873"/>
                          <a:pt x="45331" y="10072"/>
                        </a:cubicBezTo>
                        <a:cubicBezTo>
                          <a:pt x="38421" y="2110"/>
                          <a:pt x="26182" y="-2508"/>
                          <a:pt x="16022" y="1514"/>
                        </a:cubicBezTo>
                        <a:cubicBezTo>
                          <a:pt x="5446" y="5700"/>
                          <a:pt x="1423" y="16835"/>
                          <a:pt x="951" y="27413"/>
                        </a:cubicBezTo>
                        <a:cubicBezTo>
                          <a:pt x="394" y="39889"/>
                          <a:pt x="3622" y="52908"/>
                          <a:pt x="7250" y="64745"/>
                        </a:cubicBezTo>
                        <a:cubicBezTo>
                          <a:pt x="11821" y="79616"/>
                          <a:pt x="18413" y="93790"/>
                          <a:pt x="26843" y="106868"/>
                        </a:cubicBezTo>
                        <a:cubicBezTo>
                          <a:pt x="27020" y="107138"/>
                          <a:pt x="27235" y="107381"/>
                          <a:pt x="27480" y="107591"/>
                        </a:cubicBezTo>
                        <a:cubicBezTo>
                          <a:pt x="27736" y="108706"/>
                          <a:pt x="28849" y="109403"/>
                          <a:pt x="29965" y="109146"/>
                        </a:cubicBezTo>
                        <a:cubicBezTo>
                          <a:pt x="30016" y="109135"/>
                          <a:pt x="30067" y="109121"/>
                          <a:pt x="30117" y="109105"/>
                        </a:cubicBezTo>
                        <a:cubicBezTo>
                          <a:pt x="41812" y="105353"/>
                          <a:pt x="53043" y="100286"/>
                          <a:pt x="63595" y="94002"/>
                        </a:cubicBezTo>
                        <a:cubicBezTo>
                          <a:pt x="74295" y="88139"/>
                          <a:pt x="84158" y="80866"/>
                          <a:pt x="92921" y="72377"/>
                        </a:cubicBezTo>
                        <a:cubicBezTo>
                          <a:pt x="100671" y="64651"/>
                          <a:pt x="108662" y="54503"/>
                          <a:pt x="107681" y="42875"/>
                        </a:cubicBezTo>
                        <a:close/>
                        <a:moveTo>
                          <a:pt x="85400" y="70625"/>
                        </a:moveTo>
                        <a:cubicBezTo>
                          <a:pt x="77752" y="77495"/>
                          <a:pt x="69339" y="83464"/>
                          <a:pt x="60327" y="88412"/>
                        </a:cubicBezTo>
                        <a:cubicBezTo>
                          <a:pt x="51086" y="93643"/>
                          <a:pt x="41236" y="97750"/>
                          <a:pt x="31992" y="102943"/>
                        </a:cubicBezTo>
                        <a:cubicBezTo>
                          <a:pt x="19156" y="83153"/>
                          <a:pt x="10898" y="60748"/>
                          <a:pt x="7822" y="37363"/>
                        </a:cubicBezTo>
                        <a:cubicBezTo>
                          <a:pt x="6814" y="28894"/>
                          <a:pt x="6674" y="18115"/>
                          <a:pt x="12807" y="11376"/>
                        </a:cubicBezTo>
                        <a:cubicBezTo>
                          <a:pt x="19591" y="3921"/>
                          <a:pt x="30924" y="5950"/>
                          <a:pt x="37997" y="11898"/>
                        </a:cubicBezTo>
                        <a:cubicBezTo>
                          <a:pt x="47432" y="19832"/>
                          <a:pt x="49181" y="33461"/>
                          <a:pt x="49457" y="45021"/>
                        </a:cubicBezTo>
                        <a:cubicBezTo>
                          <a:pt x="49506" y="46826"/>
                          <a:pt x="51009" y="48249"/>
                          <a:pt x="52815" y="48200"/>
                        </a:cubicBezTo>
                        <a:cubicBezTo>
                          <a:pt x="53620" y="48178"/>
                          <a:pt x="54390" y="47860"/>
                          <a:pt x="54975" y="47306"/>
                        </a:cubicBezTo>
                        <a:cubicBezTo>
                          <a:pt x="62578" y="39614"/>
                          <a:pt x="72090" y="34082"/>
                          <a:pt x="82536" y="31275"/>
                        </a:cubicBezTo>
                        <a:cubicBezTo>
                          <a:pt x="87394" y="30100"/>
                          <a:pt x="93055" y="29958"/>
                          <a:pt x="96964" y="33566"/>
                        </a:cubicBezTo>
                        <a:cubicBezTo>
                          <a:pt x="99939" y="36609"/>
                          <a:pt x="101507" y="40756"/>
                          <a:pt x="101288" y="45006"/>
                        </a:cubicBezTo>
                        <a:cubicBezTo>
                          <a:pt x="101116" y="55355"/>
                          <a:pt x="92515" y="64066"/>
                          <a:pt x="85400" y="706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18" name="Google Shape;3018;p51"/>
                <p:cNvGrpSpPr/>
                <p:nvPr/>
              </p:nvGrpSpPr>
              <p:grpSpPr>
                <a:xfrm rot="-4242884">
                  <a:off x="2076963" y="2613643"/>
                  <a:ext cx="660343" cy="253010"/>
                  <a:chOff x="3314646" y="4362453"/>
                  <a:chExt cx="333577" cy="127806"/>
                </a:xfrm>
              </p:grpSpPr>
              <p:sp>
                <p:nvSpPr>
                  <p:cNvPr id="3019" name="Google Shape;3019;p51"/>
                  <p:cNvSpPr/>
                  <p:nvPr/>
                </p:nvSpPr>
                <p:spPr>
                  <a:xfrm>
                    <a:off x="3318971" y="4363437"/>
                    <a:ext cx="326322" cy="123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322" h="123787" extrusionOk="0">
                        <a:moveTo>
                          <a:pt x="888" y="4868"/>
                        </a:moveTo>
                        <a:lnTo>
                          <a:pt x="2915" y="35"/>
                        </a:lnTo>
                        <a:cubicBezTo>
                          <a:pt x="58028" y="8885"/>
                          <a:pt x="112962" y="18907"/>
                          <a:pt x="167717" y="30100"/>
                        </a:cubicBezTo>
                        <a:cubicBezTo>
                          <a:pt x="159157" y="44445"/>
                          <a:pt x="150597" y="58790"/>
                          <a:pt x="142036" y="73135"/>
                        </a:cubicBezTo>
                        <a:cubicBezTo>
                          <a:pt x="204908" y="85524"/>
                          <a:pt x="266796" y="102464"/>
                          <a:pt x="327211" y="123822"/>
                        </a:cubicBezTo>
                        <a:cubicBezTo>
                          <a:pt x="251031" y="120954"/>
                          <a:pt x="175073" y="113786"/>
                          <a:pt x="99701" y="102352"/>
                        </a:cubicBezTo>
                        <a:cubicBezTo>
                          <a:pt x="106192" y="86148"/>
                          <a:pt x="113417" y="70248"/>
                          <a:pt x="121379" y="54650"/>
                        </a:cubicBezTo>
                        <a:cubicBezTo>
                          <a:pt x="81128" y="38228"/>
                          <a:pt x="40964" y="21634"/>
                          <a:pt x="888" y="486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20" name="Google Shape;3020;p51"/>
                  <p:cNvSpPr/>
                  <p:nvPr/>
                </p:nvSpPr>
                <p:spPr>
                  <a:xfrm>
                    <a:off x="3314646" y="4362453"/>
                    <a:ext cx="333577" cy="127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577" h="127806" extrusionOk="0">
                        <a:moveTo>
                          <a:pt x="332347" y="121877"/>
                        </a:moveTo>
                        <a:cubicBezTo>
                          <a:pt x="285361" y="105277"/>
                          <a:pt x="237477" y="91337"/>
                          <a:pt x="188922" y="80125"/>
                        </a:cubicBezTo>
                        <a:cubicBezTo>
                          <a:pt x="176365" y="77229"/>
                          <a:pt x="163767" y="74525"/>
                          <a:pt x="151127" y="72014"/>
                        </a:cubicBezTo>
                        <a:cubicBezTo>
                          <a:pt x="158963" y="58881"/>
                          <a:pt x="166783" y="45738"/>
                          <a:pt x="174586" y="32585"/>
                        </a:cubicBezTo>
                        <a:cubicBezTo>
                          <a:pt x="175395" y="31167"/>
                          <a:pt x="174902" y="29363"/>
                          <a:pt x="173484" y="28554"/>
                        </a:cubicBezTo>
                        <a:cubicBezTo>
                          <a:pt x="173279" y="28437"/>
                          <a:pt x="173061" y="28345"/>
                          <a:pt x="172834" y="28280"/>
                        </a:cubicBezTo>
                        <a:cubicBezTo>
                          <a:pt x="129840" y="19603"/>
                          <a:pt x="86736" y="11647"/>
                          <a:pt x="43425" y="4712"/>
                        </a:cubicBezTo>
                        <a:cubicBezTo>
                          <a:pt x="31404" y="2786"/>
                          <a:pt x="19329" y="1302"/>
                          <a:pt x="7223" y="40"/>
                        </a:cubicBezTo>
                        <a:cubicBezTo>
                          <a:pt x="6141" y="-73"/>
                          <a:pt x="5911" y="1704"/>
                          <a:pt x="6966" y="1935"/>
                        </a:cubicBezTo>
                        <a:cubicBezTo>
                          <a:pt x="49310" y="11217"/>
                          <a:pt x="92166" y="18235"/>
                          <a:pt x="134706" y="26578"/>
                        </a:cubicBezTo>
                        <a:cubicBezTo>
                          <a:pt x="145617" y="28718"/>
                          <a:pt x="156518" y="30910"/>
                          <a:pt x="167408" y="33154"/>
                        </a:cubicBezTo>
                        <a:cubicBezTo>
                          <a:pt x="159514" y="46294"/>
                          <a:pt x="151627" y="59438"/>
                          <a:pt x="143749" y="72588"/>
                        </a:cubicBezTo>
                        <a:cubicBezTo>
                          <a:pt x="142915" y="74049"/>
                          <a:pt x="143423" y="75910"/>
                          <a:pt x="144885" y="76745"/>
                        </a:cubicBezTo>
                        <a:cubicBezTo>
                          <a:pt x="145096" y="76865"/>
                          <a:pt x="145321" y="76960"/>
                          <a:pt x="145556" y="77028"/>
                        </a:cubicBezTo>
                        <a:cubicBezTo>
                          <a:pt x="194447" y="86672"/>
                          <a:pt x="242756" y="99063"/>
                          <a:pt x="290252" y="114144"/>
                        </a:cubicBezTo>
                        <a:cubicBezTo>
                          <a:pt x="297128" y="116329"/>
                          <a:pt x="303985" y="118571"/>
                          <a:pt x="310823" y="120871"/>
                        </a:cubicBezTo>
                        <a:cubicBezTo>
                          <a:pt x="258612" y="118365"/>
                          <a:pt x="206551" y="113865"/>
                          <a:pt x="154638" y="107371"/>
                        </a:cubicBezTo>
                        <a:cubicBezTo>
                          <a:pt x="139150" y="105424"/>
                          <a:pt x="123687" y="103284"/>
                          <a:pt x="108251" y="100951"/>
                        </a:cubicBezTo>
                        <a:cubicBezTo>
                          <a:pt x="114325" y="86086"/>
                          <a:pt x="121006" y="71492"/>
                          <a:pt x="128295" y="57169"/>
                        </a:cubicBezTo>
                        <a:cubicBezTo>
                          <a:pt x="129117" y="55677"/>
                          <a:pt x="128574" y="53800"/>
                          <a:pt x="127081" y="52978"/>
                        </a:cubicBezTo>
                        <a:cubicBezTo>
                          <a:pt x="126893" y="52874"/>
                          <a:pt x="126694" y="52790"/>
                          <a:pt x="126487" y="52727"/>
                        </a:cubicBezTo>
                        <a:cubicBezTo>
                          <a:pt x="85769" y="36059"/>
                          <a:pt x="45115" y="19235"/>
                          <a:pt x="4524" y="2255"/>
                        </a:cubicBezTo>
                        <a:cubicBezTo>
                          <a:pt x="907" y="742"/>
                          <a:pt x="-670" y="6639"/>
                          <a:pt x="2903" y="8136"/>
                        </a:cubicBezTo>
                        <a:cubicBezTo>
                          <a:pt x="42378" y="24670"/>
                          <a:pt x="81928" y="41022"/>
                          <a:pt x="121553" y="57193"/>
                        </a:cubicBezTo>
                        <a:cubicBezTo>
                          <a:pt x="114133" y="72022"/>
                          <a:pt x="107337" y="87139"/>
                          <a:pt x="101167" y="102542"/>
                        </a:cubicBezTo>
                        <a:cubicBezTo>
                          <a:pt x="100730" y="104133"/>
                          <a:pt x="101664" y="105778"/>
                          <a:pt x="103255" y="106218"/>
                        </a:cubicBezTo>
                        <a:cubicBezTo>
                          <a:pt x="162048" y="115080"/>
                          <a:pt x="221140" y="121428"/>
                          <a:pt x="280531" y="125262"/>
                        </a:cubicBezTo>
                        <a:cubicBezTo>
                          <a:pt x="297522" y="126336"/>
                          <a:pt x="314525" y="127194"/>
                          <a:pt x="331540" y="127838"/>
                        </a:cubicBezTo>
                        <a:cubicBezTo>
                          <a:pt x="335124" y="127974"/>
                          <a:pt x="335441" y="122969"/>
                          <a:pt x="332347" y="12187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1" name="Google Shape;3021;p51"/>
                <p:cNvGrpSpPr/>
                <p:nvPr/>
              </p:nvGrpSpPr>
              <p:grpSpPr>
                <a:xfrm rot="-7752025">
                  <a:off x="2262116" y="3490682"/>
                  <a:ext cx="660362" cy="253008"/>
                  <a:chOff x="3314646" y="4362453"/>
                  <a:chExt cx="333577" cy="127806"/>
                </a:xfrm>
              </p:grpSpPr>
              <p:sp>
                <p:nvSpPr>
                  <p:cNvPr id="3022" name="Google Shape;3022;p51"/>
                  <p:cNvSpPr/>
                  <p:nvPr/>
                </p:nvSpPr>
                <p:spPr>
                  <a:xfrm>
                    <a:off x="3318971" y="4363437"/>
                    <a:ext cx="326322" cy="123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322" h="123787" extrusionOk="0">
                        <a:moveTo>
                          <a:pt x="888" y="4868"/>
                        </a:moveTo>
                        <a:lnTo>
                          <a:pt x="2915" y="35"/>
                        </a:lnTo>
                        <a:cubicBezTo>
                          <a:pt x="58028" y="8885"/>
                          <a:pt x="112962" y="18907"/>
                          <a:pt x="167717" y="30100"/>
                        </a:cubicBezTo>
                        <a:cubicBezTo>
                          <a:pt x="159157" y="44445"/>
                          <a:pt x="150597" y="58790"/>
                          <a:pt x="142036" y="73135"/>
                        </a:cubicBezTo>
                        <a:cubicBezTo>
                          <a:pt x="204908" y="85524"/>
                          <a:pt x="266796" y="102464"/>
                          <a:pt x="327211" y="123822"/>
                        </a:cubicBezTo>
                        <a:cubicBezTo>
                          <a:pt x="251031" y="120954"/>
                          <a:pt x="175073" y="113786"/>
                          <a:pt x="99701" y="102352"/>
                        </a:cubicBezTo>
                        <a:cubicBezTo>
                          <a:pt x="106192" y="86148"/>
                          <a:pt x="113417" y="70248"/>
                          <a:pt x="121379" y="54650"/>
                        </a:cubicBezTo>
                        <a:cubicBezTo>
                          <a:pt x="81128" y="38228"/>
                          <a:pt x="40964" y="21634"/>
                          <a:pt x="888" y="486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23" name="Google Shape;3023;p51"/>
                  <p:cNvSpPr/>
                  <p:nvPr/>
                </p:nvSpPr>
                <p:spPr>
                  <a:xfrm>
                    <a:off x="3314646" y="4362453"/>
                    <a:ext cx="333577" cy="127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577" h="127806" extrusionOk="0">
                        <a:moveTo>
                          <a:pt x="332347" y="121877"/>
                        </a:moveTo>
                        <a:cubicBezTo>
                          <a:pt x="285361" y="105277"/>
                          <a:pt x="237477" y="91337"/>
                          <a:pt x="188922" y="80125"/>
                        </a:cubicBezTo>
                        <a:cubicBezTo>
                          <a:pt x="176365" y="77229"/>
                          <a:pt x="163767" y="74525"/>
                          <a:pt x="151127" y="72014"/>
                        </a:cubicBezTo>
                        <a:cubicBezTo>
                          <a:pt x="158963" y="58881"/>
                          <a:pt x="166783" y="45738"/>
                          <a:pt x="174586" y="32585"/>
                        </a:cubicBezTo>
                        <a:cubicBezTo>
                          <a:pt x="175395" y="31167"/>
                          <a:pt x="174902" y="29363"/>
                          <a:pt x="173484" y="28554"/>
                        </a:cubicBezTo>
                        <a:cubicBezTo>
                          <a:pt x="173279" y="28437"/>
                          <a:pt x="173061" y="28345"/>
                          <a:pt x="172834" y="28280"/>
                        </a:cubicBezTo>
                        <a:cubicBezTo>
                          <a:pt x="129840" y="19603"/>
                          <a:pt x="86736" y="11647"/>
                          <a:pt x="43425" y="4712"/>
                        </a:cubicBezTo>
                        <a:cubicBezTo>
                          <a:pt x="31404" y="2786"/>
                          <a:pt x="19329" y="1302"/>
                          <a:pt x="7223" y="40"/>
                        </a:cubicBezTo>
                        <a:cubicBezTo>
                          <a:pt x="6141" y="-73"/>
                          <a:pt x="5911" y="1704"/>
                          <a:pt x="6966" y="1935"/>
                        </a:cubicBezTo>
                        <a:cubicBezTo>
                          <a:pt x="49310" y="11217"/>
                          <a:pt x="92166" y="18235"/>
                          <a:pt x="134706" y="26578"/>
                        </a:cubicBezTo>
                        <a:cubicBezTo>
                          <a:pt x="145617" y="28718"/>
                          <a:pt x="156518" y="30910"/>
                          <a:pt x="167408" y="33154"/>
                        </a:cubicBezTo>
                        <a:cubicBezTo>
                          <a:pt x="159514" y="46294"/>
                          <a:pt x="151627" y="59438"/>
                          <a:pt x="143749" y="72588"/>
                        </a:cubicBezTo>
                        <a:cubicBezTo>
                          <a:pt x="142915" y="74049"/>
                          <a:pt x="143423" y="75910"/>
                          <a:pt x="144885" y="76745"/>
                        </a:cubicBezTo>
                        <a:cubicBezTo>
                          <a:pt x="145096" y="76865"/>
                          <a:pt x="145321" y="76960"/>
                          <a:pt x="145556" y="77028"/>
                        </a:cubicBezTo>
                        <a:cubicBezTo>
                          <a:pt x="194447" y="86672"/>
                          <a:pt x="242756" y="99063"/>
                          <a:pt x="290252" y="114144"/>
                        </a:cubicBezTo>
                        <a:cubicBezTo>
                          <a:pt x="297128" y="116329"/>
                          <a:pt x="303985" y="118571"/>
                          <a:pt x="310823" y="120871"/>
                        </a:cubicBezTo>
                        <a:cubicBezTo>
                          <a:pt x="258612" y="118365"/>
                          <a:pt x="206551" y="113865"/>
                          <a:pt x="154638" y="107371"/>
                        </a:cubicBezTo>
                        <a:cubicBezTo>
                          <a:pt x="139150" y="105424"/>
                          <a:pt x="123687" y="103284"/>
                          <a:pt x="108251" y="100951"/>
                        </a:cubicBezTo>
                        <a:cubicBezTo>
                          <a:pt x="114325" y="86086"/>
                          <a:pt x="121006" y="71492"/>
                          <a:pt x="128295" y="57169"/>
                        </a:cubicBezTo>
                        <a:cubicBezTo>
                          <a:pt x="129117" y="55677"/>
                          <a:pt x="128574" y="53800"/>
                          <a:pt x="127081" y="52978"/>
                        </a:cubicBezTo>
                        <a:cubicBezTo>
                          <a:pt x="126893" y="52874"/>
                          <a:pt x="126694" y="52790"/>
                          <a:pt x="126487" y="52727"/>
                        </a:cubicBezTo>
                        <a:cubicBezTo>
                          <a:pt x="85769" y="36059"/>
                          <a:pt x="45115" y="19235"/>
                          <a:pt x="4524" y="2255"/>
                        </a:cubicBezTo>
                        <a:cubicBezTo>
                          <a:pt x="907" y="742"/>
                          <a:pt x="-670" y="6639"/>
                          <a:pt x="2903" y="8136"/>
                        </a:cubicBezTo>
                        <a:cubicBezTo>
                          <a:pt x="42378" y="24670"/>
                          <a:pt x="81928" y="41022"/>
                          <a:pt x="121553" y="57193"/>
                        </a:cubicBezTo>
                        <a:cubicBezTo>
                          <a:pt x="114133" y="72022"/>
                          <a:pt x="107337" y="87139"/>
                          <a:pt x="101167" y="102542"/>
                        </a:cubicBezTo>
                        <a:cubicBezTo>
                          <a:pt x="100730" y="104133"/>
                          <a:pt x="101664" y="105778"/>
                          <a:pt x="103255" y="106218"/>
                        </a:cubicBezTo>
                        <a:cubicBezTo>
                          <a:pt x="162048" y="115080"/>
                          <a:pt x="221140" y="121428"/>
                          <a:pt x="280531" y="125262"/>
                        </a:cubicBezTo>
                        <a:cubicBezTo>
                          <a:pt x="297522" y="126336"/>
                          <a:pt x="314525" y="127194"/>
                          <a:pt x="331540" y="127838"/>
                        </a:cubicBezTo>
                        <a:cubicBezTo>
                          <a:pt x="335124" y="127974"/>
                          <a:pt x="335441" y="122969"/>
                          <a:pt x="332347" y="12187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24" name="Google Shape;3024;p51"/>
                <p:cNvSpPr/>
                <p:nvPr/>
              </p:nvSpPr>
              <p:spPr>
                <a:xfrm>
                  <a:off x="1472400" y="4208611"/>
                  <a:ext cx="10200" cy="10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ssistant Medium"/>
                    <a:ea typeface="Assistant Medium"/>
                    <a:cs typeface="Assistant Medium"/>
                    <a:sym typeface="Assistant Medium"/>
                  </a:endParaRPr>
                </a:p>
              </p:txBody>
            </p:sp>
          </p:grpSp>
          <p:grpSp>
            <p:nvGrpSpPr>
              <p:cNvPr id="3025" name="Google Shape;3025;p51"/>
              <p:cNvGrpSpPr/>
              <p:nvPr/>
            </p:nvGrpSpPr>
            <p:grpSpPr>
              <a:xfrm>
                <a:off x="712579" y="1199930"/>
                <a:ext cx="1786785" cy="2028489"/>
                <a:chOff x="712579" y="1199930"/>
                <a:chExt cx="1786785" cy="2028489"/>
              </a:xfrm>
            </p:grpSpPr>
            <p:sp>
              <p:nvSpPr>
                <p:cNvPr id="3026" name="Google Shape;3026;p51"/>
                <p:cNvSpPr/>
                <p:nvPr/>
              </p:nvSpPr>
              <p:spPr>
                <a:xfrm rot="3071557">
                  <a:off x="1166371" y="2121999"/>
                  <a:ext cx="1281263" cy="746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3087" h="1231216" extrusionOk="0">
                      <a:moveTo>
                        <a:pt x="2111709" y="1159066"/>
                      </a:moveTo>
                      <a:cubicBezTo>
                        <a:pt x="2094484" y="1129596"/>
                        <a:pt x="2071489" y="1103894"/>
                        <a:pt x="2044098" y="1083495"/>
                      </a:cubicBezTo>
                      <a:cubicBezTo>
                        <a:pt x="2008337" y="1057194"/>
                        <a:pt x="1966672" y="1040038"/>
                        <a:pt x="1922741" y="1033525"/>
                      </a:cubicBezTo>
                      <a:cubicBezTo>
                        <a:pt x="1910980" y="993704"/>
                        <a:pt x="1895372" y="955119"/>
                        <a:pt x="1876133" y="918315"/>
                      </a:cubicBezTo>
                      <a:cubicBezTo>
                        <a:pt x="1843652" y="851674"/>
                        <a:pt x="1805554" y="787913"/>
                        <a:pt x="1762253" y="727720"/>
                      </a:cubicBezTo>
                      <a:cubicBezTo>
                        <a:pt x="1676362" y="607338"/>
                        <a:pt x="1569449" y="503401"/>
                        <a:pt x="1446640" y="420889"/>
                      </a:cubicBezTo>
                      <a:cubicBezTo>
                        <a:pt x="1314345" y="332944"/>
                        <a:pt x="1152467" y="259799"/>
                        <a:pt x="989980" y="275000"/>
                      </a:cubicBezTo>
                      <a:cubicBezTo>
                        <a:pt x="944189" y="279425"/>
                        <a:pt x="899539" y="291890"/>
                        <a:pt x="858089" y="311822"/>
                      </a:cubicBezTo>
                      <a:cubicBezTo>
                        <a:pt x="848543" y="299338"/>
                        <a:pt x="838623" y="287207"/>
                        <a:pt x="828452" y="275486"/>
                      </a:cubicBezTo>
                      <a:cubicBezTo>
                        <a:pt x="740691" y="174347"/>
                        <a:pt x="624346" y="100282"/>
                        <a:pt x="498916" y="54695"/>
                      </a:cubicBezTo>
                      <a:cubicBezTo>
                        <a:pt x="370503" y="8258"/>
                        <a:pt x="233502" y="-9691"/>
                        <a:pt x="97440" y="2092"/>
                      </a:cubicBezTo>
                      <a:cubicBezTo>
                        <a:pt x="64929" y="5033"/>
                        <a:pt x="32673" y="10305"/>
                        <a:pt x="920" y="17868"/>
                      </a:cubicBezTo>
                      <a:cubicBezTo>
                        <a:pt x="-2285" y="18618"/>
                        <a:pt x="-841" y="23117"/>
                        <a:pt x="2247" y="22674"/>
                      </a:cubicBezTo>
                      <a:cubicBezTo>
                        <a:pt x="128939" y="4468"/>
                        <a:pt x="257513" y="4486"/>
                        <a:pt x="382782" y="32636"/>
                      </a:cubicBezTo>
                      <a:cubicBezTo>
                        <a:pt x="505363" y="60182"/>
                        <a:pt x="623668" y="112582"/>
                        <a:pt x="722076" y="191224"/>
                      </a:cubicBezTo>
                      <a:cubicBezTo>
                        <a:pt x="768461" y="228129"/>
                        <a:pt x="809981" y="270751"/>
                        <a:pt x="845642" y="318073"/>
                      </a:cubicBezTo>
                      <a:cubicBezTo>
                        <a:pt x="768253" y="358773"/>
                        <a:pt x="705493" y="425797"/>
                        <a:pt x="685333" y="513024"/>
                      </a:cubicBezTo>
                      <a:cubicBezTo>
                        <a:pt x="671126" y="574491"/>
                        <a:pt x="682347" y="656744"/>
                        <a:pt x="744361" y="688682"/>
                      </a:cubicBezTo>
                      <a:cubicBezTo>
                        <a:pt x="795328" y="714931"/>
                        <a:pt x="858010" y="693974"/>
                        <a:pt x="897893" y="657223"/>
                      </a:cubicBezTo>
                      <a:cubicBezTo>
                        <a:pt x="951216" y="608089"/>
                        <a:pt x="956830" y="531526"/>
                        <a:pt x="938510" y="464938"/>
                      </a:cubicBezTo>
                      <a:cubicBezTo>
                        <a:pt x="924102" y="416088"/>
                        <a:pt x="901233" y="370139"/>
                        <a:pt x="870942" y="329172"/>
                      </a:cubicBezTo>
                      <a:cubicBezTo>
                        <a:pt x="874516" y="327481"/>
                        <a:pt x="878041" y="325671"/>
                        <a:pt x="881660" y="324101"/>
                      </a:cubicBezTo>
                      <a:cubicBezTo>
                        <a:pt x="1023542" y="262557"/>
                        <a:pt x="1187314" y="306308"/>
                        <a:pt x="1319222" y="372260"/>
                      </a:cubicBezTo>
                      <a:cubicBezTo>
                        <a:pt x="1441751" y="434281"/>
                        <a:pt x="1552131" y="517774"/>
                        <a:pt x="1645102" y="618763"/>
                      </a:cubicBezTo>
                      <a:cubicBezTo>
                        <a:pt x="1738173" y="719442"/>
                        <a:pt x="1814537" y="834324"/>
                        <a:pt x="1871309" y="959065"/>
                      </a:cubicBezTo>
                      <a:cubicBezTo>
                        <a:pt x="1882301" y="982310"/>
                        <a:pt x="1891559" y="1006333"/>
                        <a:pt x="1899008" y="1030939"/>
                      </a:cubicBezTo>
                      <a:cubicBezTo>
                        <a:pt x="1845632" y="1027581"/>
                        <a:pt x="1789077" y="1040041"/>
                        <a:pt x="1754141" y="1080877"/>
                      </a:cubicBezTo>
                      <a:cubicBezTo>
                        <a:pt x="1731846" y="1106255"/>
                        <a:pt x="1723433" y="1140938"/>
                        <a:pt x="1731627" y="1173691"/>
                      </a:cubicBezTo>
                      <a:cubicBezTo>
                        <a:pt x="1739465" y="1200698"/>
                        <a:pt x="1761415" y="1221295"/>
                        <a:pt x="1788893" y="1227431"/>
                      </a:cubicBezTo>
                      <a:cubicBezTo>
                        <a:pt x="1845642" y="1240005"/>
                        <a:pt x="1905598" y="1200888"/>
                        <a:pt x="1923199" y="1147279"/>
                      </a:cubicBezTo>
                      <a:cubicBezTo>
                        <a:pt x="1933102" y="1114579"/>
                        <a:pt x="1934031" y="1079824"/>
                        <a:pt x="1925890" y="1046642"/>
                      </a:cubicBezTo>
                      <a:cubicBezTo>
                        <a:pt x="1966112" y="1052714"/>
                        <a:pt x="2004299" y="1068298"/>
                        <a:pt x="2037268" y="1092095"/>
                      </a:cubicBezTo>
                      <a:cubicBezTo>
                        <a:pt x="2064193" y="1111133"/>
                        <a:pt x="2087085" y="1135298"/>
                        <a:pt x="2104629" y="1163199"/>
                      </a:cubicBezTo>
                      <a:cubicBezTo>
                        <a:pt x="2105841" y="1165111"/>
                        <a:pt x="2108375" y="1165681"/>
                        <a:pt x="2110290" y="1164471"/>
                      </a:cubicBezTo>
                      <a:cubicBezTo>
                        <a:pt x="2112111" y="1163321"/>
                        <a:pt x="2112730" y="1160960"/>
                        <a:pt x="2111710" y="1159066"/>
                      </a:cubicBezTo>
                      <a:close/>
                      <a:moveTo>
                        <a:pt x="933984" y="525693"/>
                      </a:moveTo>
                      <a:cubicBezTo>
                        <a:pt x="936098" y="559075"/>
                        <a:pt x="927843" y="592296"/>
                        <a:pt x="910348" y="620820"/>
                      </a:cubicBezTo>
                      <a:cubicBezTo>
                        <a:pt x="894585" y="644098"/>
                        <a:pt x="872653" y="662542"/>
                        <a:pt x="847000" y="674092"/>
                      </a:cubicBezTo>
                      <a:cubicBezTo>
                        <a:pt x="823156" y="685677"/>
                        <a:pt x="796103" y="688916"/>
                        <a:pt x="770192" y="683291"/>
                      </a:cubicBezTo>
                      <a:cubicBezTo>
                        <a:pt x="740545" y="675142"/>
                        <a:pt x="716771" y="653017"/>
                        <a:pt x="706543" y="624057"/>
                      </a:cubicBezTo>
                      <a:cubicBezTo>
                        <a:pt x="683653" y="564624"/>
                        <a:pt x="704703" y="492892"/>
                        <a:pt x="738190" y="441703"/>
                      </a:cubicBezTo>
                      <a:cubicBezTo>
                        <a:pt x="768521" y="396636"/>
                        <a:pt x="809853" y="360032"/>
                        <a:pt x="858282" y="335344"/>
                      </a:cubicBezTo>
                      <a:cubicBezTo>
                        <a:pt x="897697" y="391352"/>
                        <a:pt x="931671" y="456245"/>
                        <a:pt x="933984" y="525693"/>
                      </a:cubicBezTo>
                      <a:close/>
                      <a:moveTo>
                        <a:pt x="1907373" y="1069429"/>
                      </a:moveTo>
                      <a:cubicBezTo>
                        <a:pt x="1911902" y="1102466"/>
                        <a:pt x="1909102" y="1140541"/>
                        <a:pt x="1888692" y="1168256"/>
                      </a:cubicBezTo>
                      <a:cubicBezTo>
                        <a:pt x="1862296" y="1204099"/>
                        <a:pt x="1794511" y="1230601"/>
                        <a:pt x="1759792" y="1191289"/>
                      </a:cubicBezTo>
                      <a:cubicBezTo>
                        <a:pt x="1737019" y="1165506"/>
                        <a:pt x="1741803" y="1125868"/>
                        <a:pt x="1759858" y="1098972"/>
                      </a:cubicBezTo>
                      <a:cubicBezTo>
                        <a:pt x="1779471" y="1069757"/>
                        <a:pt x="1814528" y="1054657"/>
                        <a:pt x="1847992" y="1048172"/>
                      </a:cubicBezTo>
                      <a:cubicBezTo>
                        <a:pt x="1865962" y="1044731"/>
                        <a:pt x="1884282" y="1043457"/>
                        <a:pt x="1902557" y="1044380"/>
                      </a:cubicBezTo>
                      <a:cubicBezTo>
                        <a:pt x="1904537" y="1052653"/>
                        <a:pt x="1906216" y="1060994"/>
                        <a:pt x="1907373" y="106942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27" name="Google Shape;3027;p51"/>
                <p:cNvGrpSpPr/>
                <p:nvPr/>
              </p:nvGrpSpPr>
              <p:grpSpPr>
                <a:xfrm rot="-1079049">
                  <a:off x="783723" y="1325050"/>
                  <a:ext cx="906096" cy="604231"/>
                  <a:chOff x="2403338" y="2664228"/>
                  <a:chExt cx="715683" cy="477254"/>
                </a:xfrm>
              </p:grpSpPr>
              <p:sp>
                <p:nvSpPr>
                  <p:cNvPr id="3028" name="Google Shape;3028;p51"/>
                  <p:cNvSpPr/>
                  <p:nvPr/>
                </p:nvSpPr>
                <p:spPr>
                  <a:xfrm>
                    <a:off x="2890032" y="2970553"/>
                    <a:ext cx="84953" cy="71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953" h="71065" extrusionOk="0">
                        <a:moveTo>
                          <a:pt x="28506" y="1958"/>
                        </a:moveTo>
                        <a:cubicBezTo>
                          <a:pt x="19371" y="15806"/>
                          <a:pt x="9874" y="29499"/>
                          <a:pt x="190" y="43023"/>
                        </a:cubicBezTo>
                        <a:lnTo>
                          <a:pt x="465" y="43185"/>
                        </a:lnTo>
                        <a:cubicBezTo>
                          <a:pt x="27444" y="54798"/>
                          <a:pt x="55350" y="64129"/>
                          <a:pt x="83890" y="71081"/>
                        </a:cubicBezTo>
                        <a:lnTo>
                          <a:pt x="85144" y="69774"/>
                        </a:lnTo>
                        <a:cubicBezTo>
                          <a:pt x="62626" y="50352"/>
                          <a:pt x="44057" y="26781"/>
                          <a:pt x="30451" y="348"/>
                        </a:cubicBezTo>
                        <a:cubicBezTo>
                          <a:pt x="30353" y="177"/>
                          <a:pt x="30171" y="99"/>
                          <a:pt x="30078" y="1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29" name="Google Shape;3029;p51"/>
                  <p:cNvSpPr/>
                  <p:nvPr/>
                </p:nvSpPr>
                <p:spPr>
                  <a:xfrm>
                    <a:off x="2423515" y="2670563"/>
                    <a:ext cx="691524" cy="2237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524" h="223741" extrusionOk="0">
                        <a:moveTo>
                          <a:pt x="190" y="17713"/>
                        </a:moveTo>
                        <a:cubicBezTo>
                          <a:pt x="12379" y="19097"/>
                          <a:pt x="24480" y="21170"/>
                          <a:pt x="36434" y="23923"/>
                        </a:cubicBezTo>
                        <a:cubicBezTo>
                          <a:pt x="226700" y="40695"/>
                          <a:pt x="408585" y="109870"/>
                          <a:pt x="561865" y="223758"/>
                        </a:cubicBezTo>
                        <a:cubicBezTo>
                          <a:pt x="562031" y="223492"/>
                          <a:pt x="562225" y="223244"/>
                          <a:pt x="562443" y="223019"/>
                        </a:cubicBezTo>
                        <a:cubicBezTo>
                          <a:pt x="601174" y="167225"/>
                          <a:pt x="643994" y="114379"/>
                          <a:pt x="690548" y="64915"/>
                        </a:cubicBezTo>
                        <a:lnTo>
                          <a:pt x="691715" y="60432"/>
                        </a:lnTo>
                        <a:cubicBezTo>
                          <a:pt x="466643" y="-1446"/>
                          <a:pt x="231174" y="-15992"/>
                          <a:pt x="190" y="1771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0" name="Google Shape;3030;p51"/>
                  <p:cNvSpPr/>
                  <p:nvPr/>
                </p:nvSpPr>
                <p:spPr>
                  <a:xfrm>
                    <a:off x="2409661" y="2688260"/>
                    <a:ext cx="510259" cy="4478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259" h="447878" extrusionOk="0">
                        <a:moveTo>
                          <a:pt x="190" y="2108"/>
                        </a:moveTo>
                        <a:cubicBezTo>
                          <a:pt x="91998" y="40850"/>
                          <a:pt x="169012" y="109393"/>
                          <a:pt x="229630" y="188387"/>
                        </a:cubicBezTo>
                        <a:cubicBezTo>
                          <a:pt x="290253" y="267469"/>
                          <a:pt x="335541" y="357031"/>
                          <a:pt x="376481" y="447895"/>
                        </a:cubicBezTo>
                        <a:lnTo>
                          <a:pt x="385115" y="444147"/>
                        </a:lnTo>
                        <a:cubicBezTo>
                          <a:pt x="419146" y="406367"/>
                          <a:pt x="451013" y="366693"/>
                          <a:pt x="480561" y="325317"/>
                        </a:cubicBezTo>
                        <a:cubicBezTo>
                          <a:pt x="490245" y="311792"/>
                          <a:pt x="499742" y="298099"/>
                          <a:pt x="508877" y="284252"/>
                        </a:cubicBezTo>
                        <a:lnTo>
                          <a:pt x="510449" y="282309"/>
                        </a:lnTo>
                        <a:cubicBezTo>
                          <a:pt x="425288" y="212971"/>
                          <a:pt x="335475" y="149542"/>
                          <a:pt x="241641" y="92468"/>
                        </a:cubicBezTo>
                        <a:cubicBezTo>
                          <a:pt x="181615" y="56031"/>
                          <a:pt x="118249" y="21547"/>
                          <a:pt x="50288" y="6226"/>
                        </a:cubicBezTo>
                        <a:cubicBezTo>
                          <a:pt x="38333" y="3473"/>
                          <a:pt x="26233" y="1400"/>
                          <a:pt x="14044" y="16"/>
                        </a:cubicBezTo>
                        <a:cubicBezTo>
                          <a:pt x="9396" y="715"/>
                          <a:pt x="4837" y="1410"/>
                          <a:pt x="190" y="210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1" name="Google Shape;3031;p51"/>
                  <p:cNvSpPr/>
                  <p:nvPr/>
                </p:nvSpPr>
                <p:spPr>
                  <a:xfrm>
                    <a:off x="2459759" y="2694470"/>
                    <a:ext cx="527850" cy="345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850" h="345841" extrusionOk="0">
                        <a:moveTo>
                          <a:pt x="460724" y="276431"/>
                        </a:moveTo>
                        <a:cubicBezTo>
                          <a:pt x="474331" y="302865"/>
                          <a:pt x="492899" y="326435"/>
                          <a:pt x="515417" y="345857"/>
                        </a:cubicBezTo>
                        <a:lnTo>
                          <a:pt x="528040" y="200424"/>
                        </a:lnTo>
                        <a:lnTo>
                          <a:pt x="526199" y="199112"/>
                        </a:lnTo>
                        <a:cubicBezTo>
                          <a:pt x="525981" y="199337"/>
                          <a:pt x="525787" y="199585"/>
                          <a:pt x="525621" y="199850"/>
                        </a:cubicBezTo>
                        <a:cubicBezTo>
                          <a:pt x="372341" y="85963"/>
                          <a:pt x="190457" y="16788"/>
                          <a:pt x="190" y="16"/>
                        </a:cubicBezTo>
                        <a:cubicBezTo>
                          <a:pt x="68151" y="15337"/>
                          <a:pt x="131517" y="49821"/>
                          <a:pt x="191543" y="86258"/>
                        </a:cubicBezTo>
                        <a:cubicBezTo>
                          <a:pt x="285377" y="143332"/>
                          <a:pt x="375190" y="206760"/>
                          <a:pt x="460351" y="276099"/>
                        </a:cubicBezTo>
                        <a:cubicBezTo>
                          <a:pt x="460444" y="276182"/>
                          <a:pt x="460626" y="276260"/>
                          <a:pt x="460724" y="27643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2" name="Google Shape;3032;p51"/>
                  <p:cNvSpPr/>
                  <p:nvPr/>
                </p:nvSpPr>
                <p:spPr>
                  <a:xfrm>
                    <a:off x="2890032" y="2970553"/>
                    <a:ext cx="84953" cy="71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953" h="71065" extrusionOk="0">
                        <a:moveTo>
                          <a:pt x="28506" y="1958"/>
                        </a:moveTo>
                        <a:cubicBezTo>
                          <a:pt x="19371" y="15806"/>
                          <a:pt x="9874" y="29499"/>
                          <a:pt x="190" y="43023"/>
                        </a:cubicBezTo>
                        <a:lnTo>
                          <a:pt x="465" y="43185"/>
                        </a:lnTo>
                        <a:cubicBezTo>
                          <a:pt x="27444" y="54798"/>
                          <a:pt x="55350" y="64129"/>
                          <a:pt x="83890" y="71081"/>
                        </a:cubicBezTo>
                        <a:lnTo>
                          <a:pt x="85144" y="69774"/>
                        </a:lnTo>
                        <a:cubicBezTo>
                          <a:pt x="62626" y="50352"/>
                          <a:pt x="44057" y="26781"/>
                          <a:pt x="30451" y="348"/>
                        </a:cubicBezTo>
                        <a:cubicBezTo>
                          <a:pt x="30353" y="177"/>
                          <a:pt x="30171" y="99"/>
                          <a:pt x="30078" y="16"/>
                        </a:cubicBezTo>
                        <a:close/>
                      </a:path>
                    </a:pathLst>
                  </a:custGeom>
                  <a:solidFill>
                    <a:srgbClr val="202120">
                      <a:alpha val="195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3" name="Google Shape;3033;p51"/>
                  <p:cNvSpPr/>
                  <p:nvPr/>
                </p:nvSpPr>
                <p:spPr>
                  <a:xfrm>
                    <a:off x="2459759" y="2694470"/>
                    <a:ext cx="527850" cy="345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7850" h="345841" extrusionOk="0">
                        <a:moveTo>
                          <a:pt x="460724" y="276431"/>
                        </a:moveTo>
                        <a:cubicBezTo>
                          <a:pt x="474331" y="302865"/>
                          <a:pt x="492899" y="326435"/>
                          <a:pt x="515417" y="345857"/>
                        </a:cubicBezTo>
                        <a:lnTo>
                          <a:pt x="528040" y="200424"/>
                        </a:lnTo>
                        <a:lnTo>
                          <a:pt x="526199" y="199112"/>
                        </a:lnTo>
                        <a:cubicBezTo>
                          <a:pt x="525981" y="199337"/>
                          <a:pt x="525787" y="199585"/>
                          <a:pt x="525621" y="199850"/>
                        </a:cubicBezTo>
                        <a:cubicBezTo>
                          <a:pt x="372341" y="85963"/>
                          <a:pt x="190457" y="16788"/>
                          <a:pt x="190" y="16"/>
                        </a:cubicBezTo>
                        <a:cubicBezTo>
                          <a:pt x="68151" y="15337"/>
                          <a:pt x="131517" y="49821"/>
                          <a:pt x="191543" y="86258"/>
                        </a:cubicBezTo>
                        <a:cubicBezTo>
                          <a:pt x="285377" y="143332"/>
                          <a:pt x="375190" y="206760"/>
                          <a:pt x="460351" y="276099"/>
                        </a:cubicBezTo>
                        <a:cubicBezTo>
                          <a:pt x="460444" y="276182"/>
                          <a:pt x="460626" y="276260"/>
                          <a:pt x="460724" y="276431"/>
                        </a:cubicBezTo>
                        <a:close/>
                      </a:path>
                    </a:pathLst>
                  </a:custGeom>
                  <a:solidFill>
                    <a:srgbClr val="202120">
                      <a:alpha val="195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4" name="Google Shape;3034;p51"/>
                  <p:cNvSpPr/>
                  <p:nvPr/>
                </p:nvSpPr>
                <p:spPr>
                  <a:xfrm>
                    <a:off x="2403338" y="2664228"/>
                    <a:ext cx="715683" cy="4772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5683" h="477254" extrusionOk="0">
                        <a:moveTo>
                          <a:pt x="713807" y="64235"/>
                        </a:moveTo>
                        <a:cubicBezTo>
                          <a:pt x="624901" y="36941"/>
                          <a:pt x="533473" y="18653"/>
                          <a:pt x="440904" y="9647"/>
                        </a:cubicBezTo>
                        <a:cubicBezTo>
                          <a:pt x="347573" y="-451"/>
                          <a:pt x="253551" y="-2613"/>
                          <a:pt x="159853" y="3183"/>
                        </a:cubicBezTo>
                        <a:cubicBezTo>
                          <a:pt x="107946" y="6370"/>
                          <a:pt x="56271" y="11959"/>
                          <a:pt x="4828" y="19952"/>
                        </a:cubicBezTo>
                        <a:cubicBezTo>
                          <a:pt x="1394" y="20973"/>
                          <a:pt x="-561" y="24582"/>
                          <a:pt x="461" y="28013"/>
                        </a:cubicBezTo>
                        <a:cubicBezTo>
                          <a:pt x="918" y="29547"/>
                          <a:pt x="1926" y="30857"/>
                          <a:pt x="3292" y="31693"/>
                        </a:cubicBezTo>
                        <a:cubicBezTo>
                          <a:pt x="145983" y="92652"/>
                          <a:pt x="245546" y="217915"/>
                          <a:pt x="317737" y="351048"/>
                        </a:cubicBezTo>
                        <a:cubicBezTo>
                          <a:pt x="339605" y="391375"/>
                          <a:pt x="359370" y="432776"/>
                          <a:pt x="378291" y="474553"/>
                        </a:cubicBezTo>
                        <a:cubicBezTo>
                          <a:pt x="380598" y="479645"/>
                          <a:pt x="387095" y="476832"/>
                          <a:pt x="387731" y="472255"/>
                        </a:cubicBezTo>
                        <a:cubicBezTo>
                          <a:pt x="389539" y="474402"/>
                          <a:pt x="392747" y="474678"/>
                          <a:pt x="394896" y="472870"/>
                        </a:cubicBezTo>
                        <a:cubicBezTo>
                          <a:pt x="395124" y="472678"/>
                          <a:pt x="395335" y="472466"/>
                          <a:pt x="395527" y="472237"/>
                        </a:cubicBezTo>
                        <a:cubicBezTo>
                          <a:pt x="418199" y="446933"/>
                          <a:pt x="439933" y="420836"/>
                          <a:pt x="460727" y="393947"/>
                        </a:cubicBezTo>
                        <a:cubicBezTo>
                          <a:pt x="481153" y="368994"/>
                          <a:pt x="499702" y="342565"/>
                          <a:pt x="516221" y="314874"/>
                        </a:cubicBezTo>
                        <a:cubicBezTo>
                          <a:pt x="528984" y="339790"/>
                          <a:pt x="546599" y="361907"/>
                          <a:pt x="568033" y="379926"/>
                        </a:cubicBezTo>
                        <a:cubicBezTo>
                          <a:pt x="570253" y="382005"/>
                          <a:pt x="573740" y="381892"/>
                          <a:pt x="575820" y="379674"/>
                        </a:cubicBezTo>
                        <a:cubicBezTo>
                          <a:pt x="576735" y="378698"/>
                          <a:pt x="577264" y="377423"/>
                          <a:pt x="577307" y="376087"/>
                        </a:cubicBezTo>
                        <a:cubicBezTo>
                          <a:pt x="579398" y="351853"/>
                          <a:pt x="581500" y="327621"/>
                          <a:pt x="583481" y="303379"/>
                        </a:cubicBezTo>
                        <a:cubicBezTo>
                          <a:pt x="585448" y="279301"/>
                          <a:pt x="588569" y="254959"/>
                          <a:pt x="588423" y="230782"/>
                        </a:cubicBezTo>
                        <a:cubicBezTo>
                          <a:pt x="627382" y="176409"/>
                          <a:pt x="669149" y="124101"/>
                          <a:pt x="713556" y="74073"/>
                        </a:cubicBezTo>
                        <a:cubicBezTo>
                          <a:pt x="714650" y="72883"/>
                          <a:pt x="714909" y="71148"/>
                          <a:pt x="714209" y="69692"/>
                        </a:cubicBezTo>
                        <a:cubicBezTo>
                          <a:pt x="715673" y="68985"/>
                          <a:pt x="716287" y="67227"/>
                          <a:pt x="715580" y="65763"/>
                        </a:cubicBezTo>
                        <a:cubicBezTo>
                          <a:pt x="715226" y="65031"/>
                          <a:pt x="714584" y="64478"/>
                          <a:pt x="713807" y="64235"/>
                        </a:cubicBezTo>
                        <a:close/>
                        <a:moveTo>
                          <a:pt x="561195" y="38172"/>
                        </a:moveTo>
                        <a:cubicBezTo>
                          <a:pt x="610383" y="46627"/>
                          <a:pt x="658985" y="57627"/>
                          <a:pt x="707591" y="68852"/>
                        </a:cubicBezTo>
                        <a:cubicBezTo>
                          <a:pt x="660731" y="116040"/>
                          <a:pt x="618267" y="167393"/>
                          <a:pt x="580725" y="222275"/>
                        </a:cubicBezTo>
                        <a:cubicBezTo>
                          <a:pt x="452313" y="128271"/>
                          <a:pt x="303980" y="65051"/>
                          <a:pt x="147205" y="37505"/>
                        </a:cubicBezTo>
                        <a:cubicBezTo>
                          <a:pt x="117161" y="32191"/>
                          <a:pt x="86889" y="28333"/>
                          <a:pt x="56504" y="25704"/>
                        </a:cubicBezTo>
                        <a:cubicBezTo>
                          <a:pt x="224435" y="5089"/>
                          <a:pt x="394488" y="9290"/>
                          <a:pt x="561195" y="38172"/>
                        </a:cubicBezTo>
                        <a:close/>
                        <a:moveTo>
                          <a:pt x="452277" y="386516"/>
                        </a:moveTo>
                        <a:cubicBezTo>
                          <a:pt x="431627" y="413182"/>
                          <a:pt x="410004" y="439050"/>
                          <a:pt x="387406" y="464122"/>
                        </a:cubicBezTo>
                        <a:cubicBezTo>
                          <a:pt x="386789" y="464807"/>
                          <a:pt x="386345" y="465629"/>
                          <a:pt x="386111" y="466521"/>
                        </a:cubicBezTo>
                        <a:cubicBezTo>
                          <a:pt x="321991" y="324410"/>
                          <a:pt x="245149" y="182168"/>
                          <a:pt x="119280" y="85248"/>
                        </a:cubicBezTo>
                        <a:cubicBezTo>
                          <a:pt x="93744" y="65510"/>
                          <a:pt x="66404" y="48219"/>
                          <a:pt x="37623" y="33604"/>
                        </a:cubicBezTo>
                        <a:cubicBezTo>
                          <a:pt x="47124" y="34269"/>
                          <a:pt x="56607" y="35072"/>
                          <a:pt x="66071" y="36012"/>
                        </a:cubicBezTo>
                        <a:cubicBezTo>
                          <a:pt x="66402" y="36105"/>
                          <a:pt x="66738" y="36171"/>
                          <a:pt x="67069" y="36265"/>
                        </a:cubicBezTo>
                        <a:cubicBezTo>
                          <a:pt x="84495" y="41199"/>
                          <a:pt x="101647" y="47051"/>
                          <a:pt x="118454" y="53796"/>
                        </a:cubicBezTo>
                        <a:cubicBezTo>
                          <a:pt x="152483" y="67938"/>
                          <a:pt x="185422" y="84569"/>
                          <a:pt x="217003" y="103553"/>
                        </a:cubicBezTo>
                        <a:cubicBezTo>
                          <a:pt x="283015" y="142263"/>
                          <a:pt x="346725" y="184810"/>
                          <a:pt x="408586" y="229819"/>
                        </a:cubicBezTo>
                        <a:cubicBezTo>
                          <a:pt x="443165" y="254977"/>
                          <a:pt x="476881" y="281227"/>
                          <a:pt x="510207" y="308010"/>
                        </a:cubicBezTo>
                        <a:cubicBezTo>
                          <a:pt x="489950" y="333375"/>
                          <a:pt x="472164" y="360835"/>
                          <a:pt x="452277" y="386516"/>
                        </a:cubicBezTo>
                        <a:close/>
                        <a:moveTo>
                          <a:pt x="573020" y="301953"/>
                        </a:moveTo>
                        <a:cubicBezTo>
                          <a:pt x="571100" y="322854"/>
                          <a:pt x="569245" y="343762"/>
                          <a:pt x="567455" y="364674"/>
                        </a:cubicBezTo>
                        <a:cubicBezTo>
                          <a:pt x="550371" y="347682"/>
                          <a:pt x="535479" y="328621"/>
                          <a:pt x="523128" y="307937"/>
                        </a:cubicBezTo>
                        <a:cubicBezTo>
                          <a:pt x="523664" y="306189"/>
                          <a:pt x="523028" y="304294"/>
                          <a:pt x="521546" y="303223"/>
                        </a:cubicBezTo>
                        <a:cubicBezTo>
                          <a:pt x="460901" y="253730"/>
                          <a:pt x="397762" y="207369"/>
                          <a:pt x="332377" y="164321"/>
                        </a:cubicBezTo>
                        <a:cubicBezTo>
                          <a:pt x="269499" y="122704"/>
                          <a:pt x="204828" y="80992"/>
                          <a:pt x="135055" y="51791"/>
                        </a:cubicBezTo>
                        <a:cubicBezTo>
                          <a:pt x="126256" y="48109"/>
                          <a:pt x="117075" y="44426"/>
                          <a:pt x="107670" y="40958"/>
                        </a:cubicBezTo>
                        <a:cubicBezTo>
                          <a:pt x="278581" y="65278"/>
                          <a:pt x="440681" y="131966"/>
                          <a:pt x="579191" y="234939"/>
                        </a:cubicBezTo>
                        <a:cubicBezTo>
                          <a:pt x="579405" y="235048"/>
                          <a:pt x="579631" y="235136"/>
                          <a:pt x="579862" y="235202"/>
                        </a:cubicBezTo>
                        <a:cubicBezTo>
                          <a:pt x="576314" y="257239"/>
                          <a:pt x="575057" y="279764"/>
                          <a:pt x="573019" y="30195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5" name="Google Shape;3035;p51"/>
                  <p:cNvSpPr/>
                  <p:nvPr/>
                </p:nvSpPr>
                <p:spPr>
                  <a:xfrm>
                    <a:off x="2886257" y="3009906"/>
                    <a:ext cx="89807" cy="341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807" h="34158" extrusionOk="0">
                        <a:moveTo>
                          <a:pt x="88297" y="29422"/>
                        </a:moveTo>
                        <a:cubicBezTo>
                          <a:pt x="74693" y="24634"/>
                          <a:pt x="60800" y="20713"/>
                          <a:pt x="47126" y="16105"/>
                        </a:cubicBezTo>
                        <a:cubicBezTo>
                          <a:pt x="33289" y="11441"/>
                          <a:pt x="19666" y="6200"/>
                          <a:pt x="6258" y="381"/>
                        </a:cubicBezTo>
                        <a:cubicBezTo>
                          <a:pt x="1623" y="-1630"/>
                          <a:pt x="-2400" y="5220"/>
                          <a:pt x="2263" y="7211"/>
                        </a:cubicBezTo>
                        <a:cubicBezTo>
                          <a:pt x="29238" y="19774"/>
                          <a:pt x="57719" y="28814"/>
                          <a:pt x="87004" y="34108"/>
                        </a:cubicBezTo>
                        <a:cubicBezTo>
                          <a:pt x="88312" y="34417"/>
                          <a:pt x="89623" y="33608"/>
                          <a:pt x="89932" y="32301"/>
                        </a:cubicBezTo>
                        <a:cubicBezTo>
                          <a:pt x="90225" y="31061"/>
                          <a:pt x="89512" y="29806"/>
                          <a:pt x="88297" y="2942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e-K Activities to Celebrate Children's Book Day by Slidesgo">
  <a:themeElements>
    <a:clrScheme name="Simple Light">
      <a:dk1>
        <a:srgbClr val="2A2A2A"/>
      </a:dk1>
      <a:lt1>
        <a:srgbClr val="FFEBEB"/>
      </a:lt1>
      <a:dk2>
        <a:srgbClr val="E58989"/>
      </a:dk2>
      <a:lt2>
        <a:srgbClr val="96CBC9"/>
      </a:lt2>
      <a:accent1>
        <a:srgbClr val="64AA7D"/>
      </a:accent1>
      <a:accent2>
        <a:srgbClr val="6788DB"/>
      </a:accent2>
      <a:accent3>
        <a:srgbClr val="EFB8B8"/>
      </a:accent3>
      <a:accent4>
        <a:srgbClr val="F5BE6F"/>
      </a:accent4>
      <a:accent5>
        <a:srgbClr val="F1BFBF"/>
      </a:accent5>
      <a:accent6>
        <a:srgbClr val="FFFFFF"/>
      </a:accent6>
      <a:hlink>
        <a:srgbClr val="2A2A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PresentationFormat>On-screen Show (16:9)</PresentationFormat>
  <Paragraphs>67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Nunito Light</vt:lpstr>
      <vt:lpstr>Assistant Medium</vt:lpstr>
      <vt:lpstr>Balsamiq Sans</vt:lpstr>
      <vt:lpstr>Calibri</vt:lpstr>
      <vt:lpstr>Arial</vt:lpstr>
      <vt:lpstr>Assistant</vt:lpstr>
      <vt:lpstr>Pre-K Activities to Celebrate Children's Book Day by Slidesgo</vt:lpstr>
      <vt:lpstr>Project Name: RentRead</vt:lpstr>
      <vt:lpstr>What is RentRead?</vt:lpstr>
      <vt:lpstr>How RentRead Works?</vt:lpstr>
      <vt:lpstr>Technical Architecture  Frontend: Built using HTML, CSS, and JavaScript           (Bootstrap/Tailwind). Backend: Developed with Node.js, handling user authentication, book rentals, and subscriptions. Database: Xampp File Storage: Books stored securely on Google Drive or cloud services. Payment Integration: bKash payment gateway for secure transactions. </vt:lpstr>
      <vt:lpstr>Project Update Complete dashboard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Workplans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Shoanur Rahman Shohan</cp:lastModifiedBy>
  <cp:revision>1</cp:revision>
  <dcterms:modified xsi:type="dcterms:W3CDTF">2025-11-03T21:09:11Z</dcterms:modified>
</cp:coreProperties>
</file>