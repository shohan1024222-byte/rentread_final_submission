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1241" r:id="rId2"/>
    <p:sldId id="1129" r:id="rId3"/>
    <p:sldId id="1047" r:id="rId4"/>
    <p:sldId id="1048" r:id="rId5"/>
    <p:sldId id="1049" r:id="rId6"/>
    <p:sldId id="1051" r:id="rId7"/>
    <p:sldId id="1052" r:id="rId8"/>
    <p:sldId id="1196" r:id="rId9"/>
    <p:sldId id="1197" r:id="rId10"/>
    <p:sldId id="1198" r:id="rId11"/>
    <p:sldId id="1076" r:id="rId12"/>
    <p:sldId id="1077" r:id="rId13"/>
    <p:sldId id="1078" r:id="rId14"/>
    <p:sldId id="1081" r:id="rId15"/>
    <p:sldId id="518" r:id="rId16"/>
    <p:sldId id="531" r:id="rId17"/>
    <p:sldId id="532" r:id="rId18"/>
    <p:sldId id="533" r:id="rId19"/>
    <p:sldId id="534" r:id="rId20"/>
    <p:sldId id="601" r:id="rId21"/>
    <p:sldId id="602" r:id="rId22"/>
    <p:sldId id="603" r:id="rId23"/>
    <p:sldId id="604" r:id="rId24"/>
    <p:sldId id="528" r:id="rId25"/>
    <p:sldId id="540" r:id="rId26"/>
    <p:sldId id="544" r:id="rId27"/>
    <p:sldId id="545" r:id="rId28"/>
    <p:sldId id="546" r:id="rId29"/>
    <p:sldId id="605" r:id="rId30"/>
    <p:sldId id="606" r:id="rId31"/>
    <p:sldId id="549" r:id="rId32"/>
    <p:sldId id="607" r:id="rId33"/>
    <p:sldId id="608" r:id="rId34"/>
    <p:sldId id="616" r:id="rId35"/>
    <p:sldId id="552" r:id="rId36"/>
    <p:sldId id="553" r:id="rId37"/>
    <p:sldId id="554" r:id="rId38"/>
    <p:sldId id="555" r:id="rId39"/>
    <p:sldId id="556" r:id="rId40"/>
    <p:sldId id="557" r:id="rId41"/>
    <p:sldId id="558" r:id="rId42"/>
    <p:sldId id="559" r:id="rId43"/>
    <p:sldId id="560" r:id="rId44"/>
    <p:sldId id="561" r:id="rId45"/>
    <p:sldId id="609" r:id="rId46"/>
    <p:sldId id="610" r:id="rId47"/>
    <p:sldId id="611" r:id="rId48"/>
    <p:sldId id="565" r:id="rId49"/>
    <p:sldId id="566" r:id="rId50"/>
    <p:sldId id="567" r:id="rId51"/>
    <p:sldId id="571" r:id="rId52"/>
    <p:sldId id="612" r:id="rId53"/>
    <p:sldId id="613" r:id="rId54"/>
    <p:sldId id="614" r:id="rId55"/>
    <p:sldId id="573" r:id="rId56"/>
    <p:sldId id="574" r:id="rId57"/>
    <p:sldId id="575" r:id="rId58"/>
    <p:sldId id="576" r:id="rId59"/>
    <p:sldId id="581" r:id="rId60"/>
    <p:sldId id="582" r:id="rId61"/>
    <p:sldId id="583" r:id="rId62"/>
    <p:sldId id="58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440" userDrawn="1">
          <p15:clr>
            <a:srgbClr val="A4A3A4"/>
          </p15:clr>
        </p15:guide>
        <p15:guide id="3" orient="horz" pos="35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F90"/>
    <a:srgbClr val="0000A8"/>
    <a:srgbClr val="B5E7FF"/>
    <a:srgbClr val="A2C1FF"/>
    <a:srgbClr val="8FAADC"/>
    <a:srgbClr val="E40000"/>
    <a:srgbClr val="FFB3D3"/>
    <a:srgbClr val="0000A3"/>
    <a:srgbClr val="9CE0FA"/>
    <a:srgbClr val="3C6C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3" autoAdjust="0"/>
    <p:restoredTop sz="89587" autoAdjust="0"/>
  </p:normalViewPr>
  <p:slideViewPr>
    <p:cSldViewPr snapToGrid="0" snapToObjects="1">
      <p:cViewPr varScale="1">
        <p:scale>
          <a:sx n="67" d="100"/>
          <a:sy n="67" d="100"/>
        </p:scale>
        <p:origin x="462" y="60"/>
      </p:cViewPr>
      <p:guideLst>
        <p:guide pos="1440"/>
        <p:guide orient="horz" pos="3528"/>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04-Jul-24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dirty="0"/>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94506AF-6DAD-4FB0-9D80-7EEDD5FF6713}" type="slidenum">
              <a:rPr lang="en-US" smtClean="0"/>
              <a:t>1</a:t>
            </a:fld>
            <a:endParaRPr lang="en-US"/>
          </a:p>
        </p:txBody>
      </p:sp>
    </p:spTree>
    <p:extLst>
      <p:ext uri="{BB962C8B-B14F-4D97-AF65-F5344CB8AC3E}">
        <p14:creationId xmlns:p14="http://schemas.microsoft.com/office/powerpoint/2010/main" val="4150197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6EA1AD-6EA3-1049-AB4E-FC15F4DC35F9}" type="slidenum">
              <a:rPr lang="en-US" smtClean="0"/>
              <a:t>2</a:t>
            </a:fld>
            <a:endParaRPr lang="en-US" dirty="0"/>
          </a:p>
        </p:txBody>
      </p:sp>
    </p:spTree>
    <p:extLst>
      <p:ext uri="{BB962C8B-B14F-4D97-AF65-F5344CB8AC3E}">
        <p14:creationId xmlns:p14="http://schemas.microsoft.com/office/powerpoint/2010/main" val="2074525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146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2053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625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908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3374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5034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629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11</a:t>
            </a:fld>
            <a:endParaRPr lang="en-US" dirty="0"/>
          </a:p>
        </p:txBody>
      </p:sp>
    </p:spTree>
    <p:extLst>
      <p:ext uri="{BB962C8B-B14F-4D97-AF65-F5344CB8AC3E}">
        <p14:creationId xmlns:p14="http://schemas.microsoft.com/office/powerpoint/2010/main" val="2910362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850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5948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8278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xmlns=""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a16="http://schemas.microsoft.com/office/drawing/2014/main" xmlns="" id="{67E93C0D-5E34-354A-A654-B3839136622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xmlns=""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xmlns=""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xmlns=""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xmlns=""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xmlns=""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xmlns="" id="{1C5C76F2-825E-3D2F-D0E2-B52D09253917}"/>
              </a:ext>
            </a:extLst>
          </p:cNvPr>
          <p:cNvSpPr>
            <a:spLocks noGrp="1" noChangeArrowheads="1"/>
          </p:cNvSpPr>
          <p:nvPr>
            <p:ph type="ftr" sz="quarter" idx="10"/>
          </p:nvPr>
        </p:nvSpPr>
        <p:spPr>
          <a:ln/>
        </p:spPr>
        <p:txBody>
          <a:bodyPr/>
          <a:lstStyle>
            <a:lvl1pPr>
              <a:defRPr/>
            </a:lvl1pPr>
          </a:lstStyle>
          <a:p>
            <a:pPr>
              <a:defRPr/>
            </a:pPr>
            <a:r>
              <a:rPr lang="en-US"/>
              <a:t>TCP/IP Protocol Suite</a:t>
            </a:r>
          </a:p>
        </p:txBody>
      </p:sp>
      <p:sp>
        <p:nvSpPr>
          <p:cNvPr id="3" name="Rectangle 13">
            <a:extLst>
              <a:ext uri="{FF2B5EF4-FFF2-40B4-BE49-F238E27FC236}">
                <a16:creationId xmlns:a16="http://schemas.microsoft.com/office/drawing/2014/main" xmlns="" id="{640593F4-C961-4B2B-8251-B8851D8558E7}"/>
              </a:ext>
            </a:extLst>
          </p:cNvPr>
          <p:cNvSpPr>
            <a:spLocks noGrp="1" noChangeArrowheads="1"/>
          </p:cNvSpPr>
          <p:nvPr>
            <p:ph type="sldNum" sz="quarter" idx="11"/>
          </p:nvPr>
        </p:nvSpPr>
        <p:spPr>
          <a:ln/>
        </p:spPr>
        <p:txBody>
          <a:bodyPr/>
          <a:lstStyle>
            <a:lvl1pPr>
              <a:defRPr/>
            </a:lvl1pPr>
          </a:lstStyle>
          <a:p>
            <a:pPr>
              <a:defRPr/>
            </a:pPr>
            <a:fld id="{17D29871-D1CF-41B4-B495-5256E7679006}" type="slidenum">
              <a:rPr lang="en-US" altLang="en-US"/>
              <a:pPr>
                <a:defRPr/>
              </a:pPr>
              <a:t>‹#›</a:t>
            </a:fld>
            <a:endParaRPr lang="en-US" altLang="en-US"/>
          </a:p>
        </p:txBody>
      </p:sp>
    </p:spTree>
    <p:extLst>
      <p:ext uri="{BB962C8B-B14F-4D97-AF65-F5344CB8AC3E}">
        <p14:creationId xmlns:p14="http://schemas.microsoft.com/office/powerpoint/2010/main" val="26198539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xmlns="" id="{ACF3ABA1-E9EF-3248-90FD-6E40E659EFB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Ls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3.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5.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371601"/>
            <a:ext cx="7772400" cy="1470025"/>
          </a:xfrm>
          <a:ln w="19050">
            <a:solidFill>
              <a:srgbClr val="0070C0"/>
            </a:solidFill>
          </a:ln>
        </p:spPr>
        <p:txBody>
          <a:bodyPr>
            <a:normAutofit fontScale="90000"/>
          </a:bodyPr>
          <a:lstStyle/>
          <a:p>
            <a:r>
              <a:rPr lang="en-US" dirty="0">
                <a:latin typeface="Cambria" panose="02040503050406030204" pitchFamily="18" charset="0"/>
              </a:rPr>
              <a:t>CSE3107: Computer Networks</a:t>
            </a:r>
          </a:p>
        </p:txBody>
      </p:sp>
      <p:sp>
        <p:nvSpPr>
          <p:cNvPr id="4" name="Title 1"/>
          <p:cNvSpPr txBox="1">
            <a:spLocks/>
          </p:cNvSpPr>
          <p:nvPr/>
        </p:nvSpPr>
        <p:spPr>
          <a:xfrm>
            <a:off x="4610100" y="3352800"/>
            <a:ext cx="2971800" cy="685800"/>
          </a:xfrm>
          <a:prstGeom prst="rect">
            <a:avLst/>
          </a:prstGeom>
          <a:ln w="19050">
            <a:solidFill>
              <a:srgbClr val="0070C0"/>
            </a:solidFill>
          </a:ln>
        </p:spPr>
        <p:txBody>
          <a:bodyPr/>
          <a:lstStyle>
            <a:lvl1pPr algn="ctr" rtl="0" eaLnBrk="0" fontAlgn="base" hangingPunct="0">
              <a:spcBef>
                <a:spcPct val="0"/>
              </a:spcBef>
              <a:spcAft>
                <a:spcPct val="0"/>
              </a:spcAft>
              <a:defRPr sz="4400" b="1" kern="1200">
                <a:solidFill>
                  <a:srgbClr val="002060"/>
                </a:solidFill>
                <a:latin typeface="+mj-lt"/>
                <a:ea typeface="+mj-ea"/>
                <a:cs typeface="+mj-cs"/>
              </a:defRPr>
            </a:lvl1pPr>
            <a:lvl2pPr algn="ctr" rtl="0" eaLnBrk="0" fontAlgn="base" hangingPunct="0">
              <a:spcBef>
                <a:spcPct val="0"/>
              </a:spcBef>
              <a:spcAft>
                <a:spcPct val="0"/>
              </a:spcAft>
              <a:defRPr sz="4400">
                <a:solidFill>
                  <a:schemeClr val="tx1"/>
                </a:solidFill>
                <a:latin typeface="Trebuchet MS" pitchFamily="34" charset="0"/>
              </a:defRPr>
            </a:lvl2pPr>
            <a:lvl3pPr algn="ctr" rtl="0" eaLnBrk="0" fontAlgn="base" hangingPunct="0">
              <a:spcBef>
                <a:spcPct val="0"/>
              </a:spcBef>
              <a:spcAft>
                <a:spcPct val="0"/>
              </a:spcAft>
              <a:defRPr sz="4400">
                <a:solidFill>
                  <a:schemeClr val="tx1"/>
                </a:solidFill>
                <a:latin typeface="Trebuchet MS" pitchFamily="34" charset="0"/>
              </a:defRPr>
            </a:lvl3pPr>
            <a:lvl4pPr algn="ctr" rtl="0" eaLnBrk="0" fontAlgn="base" hangingPunct="0">
              <a:spcBef>
                <a:spcPct val="0"/>
              </a:spcBef>
              <a:spcAft>
                <a:spcPct val="0"/>
              </a:spcAft>
              <a:defRPr sz="4400">
                <a:solidFill>
                  <a:schemeClr val="tx1"/>
                </a:solidFill>
                <a:latin typeface="Trebuchet MS" pitchFamily="34" charset="0"/>
              </a:defRPr>
            </a:lvl4pPr>
            <a:lvl5pPr algn="ctr" rtl="0" eaLnBrk="0" fontAlgn="base" hangingPunct="0">
              <a:spcBef>
                <a:spcPct val="0"/>
              </a:spcBef>
              <a:spcAft>
                <a:spcPct val="0"/>
              </a:spcAft>
              <a:defRPr sz="4400">
                <a:solidFill>
                  <a:schemeClr val="tx1"/>
                </a:solidFill>
                <a:latin typeface="Trebuchet MS" pitchFamily="34" charset="0"/>
              </a:defRPr>
            </a:lvl5pPr>
            <a:lvl6pPr marL="457200" algn="ctr" rtl="0" fontAlgn="base">
              <a:spcBef>
                <a:spcPct val="0"/>
              </a:spcBef>
              <a:spcAft>
                <a:spcPct val="0"/>
              </a:spcAft>
              <a:defRPr sz="4400">
                <a:solidFill>
                  <a:schemeClr val="tx1"/>
                </a:solidFill>
                <a:latin typeface="Trebuchet MS" pitchFamily="34" charset="0"/>
              </a:defRPr>
            </a:lvl6pPr>
            <a:lvl7pPr marL="914400" algn="ctr" rtl="0" fontAlgn="base">
              <a:spcBef>
                <a:spcPct val="0"/>
              </a:spcBef>
              <a:spcAft>
                <a:spcPct val="0"/>
              </a:spcAft>
              <a:defRPr sz="4400">
                <a:solidFill>
                  <a:schemeClr val="tx1"/>
                </a:solidFill>
                <a:latin typeface="Trebuchet MS" pitchFamily="34" charset="0"/>
              </a:defRPr>
            </a:lvl7pPr>
            <a:lvl8pPr marL="1371600" algn="ctr" rtl="0" fontAlgn="base">
              <a:spcBef>
                <a:spcPct val="0"/>
              </a:spcBef>
              <a:spcAft>
                <a:spcPct val="0"/>
              </a:spcAft>
              <a:defRPr sz="4400">
                <a:solidFill>
                  <a:schemeClr val="tx1"/>
                </a:solidFill>
                <a:latin typeface="Trebuchet MS" pitchFamily="34" charset="0"/>
              </a:defRPr>
            </a:lvl8pPr>
            <a:lvl9pPr marL="1828800" algn="ctr" rtl="0" fontAlgn="base">
              <a:spcBef>
                <a:spcPct val="0"/>
              </a:spcBef>
              <a:spcAft>
                <a:spcPct val="0"/>
              </a:spcAft>
              <a:defRPr sz="4400">
                <a:solidFill>
                  <a:schemeClr val="tx1"/>
                </a:solidFill>
                <a:latin typeface="Trebuchet MS" pitchFamily="34" charset="0"/>
              </a:defRPr>
            </a:lvl9pPr>
          </a:lstStyle>
          <a:p>
            <a:r>
              <a:rPr lang="en-US" dirty="0">
                <a:latin typeface="Cambria" panose="02040503050406030204" pitchFamily="18" charset="0"/>
              </a:rPr>
              <a:t>Lecture 3</a:t>
            </a:r>
          </a:p>
        </p:txBody>
      </p:sp>
      <p:sp>
        <p:nvSpPr>
          <p:cNvPr id="3" name="Slide Number Placeholder 2">
            <a:extLst>
              <a:ext uri="{FF2B5EF4-FFF2-40B4-BE49-F238E27FC236}">
                <a16:creationId xmlns:a16="http://schemas.microsoft.com/office/drawing/2014/main" xmlns="" id="{DA9DB3BD-1B95-40F2-3F77-C2A89732BAAD}"/>
              </a:ext>
            </a:extLst>
          </p:cNvPr>
          <p:cNvSpPr>
            <a:spLocks noGrp="1"/>
          </p:cNvSpPr>
          <p:nvPr>
            <p:ph type="sldNum" sz="quarter" idx="4"/>
          </p:nvPr>
        </p:nvSpPr>
        <p:spPr/>
        <p:txBody>
          <a:bodyPr/>
          <a:lstStyle/>
          <a:p>
            <a:r>
              <a:rPr lang="en-US"/>
              <a:t>Network Layer: 4-</a:t>
            </a:r>
            <a:fld id="{C4204591-24BD-A542-B9D5-F8D8A88D2FEE}" type="slidenum">
              <a:rPr lang="en-US" smtClean="0"/>
              <a:pPr/>
              <a:t>1</a:t>
            </a:fld>
            <a:endParaRPr lang="en-US" dirty="0"/>
          </a:p>
        </p:txBody>
      </p:sp>
    </p:spTree>
    <p:extLst>
      <p:ext uri="{BB962C8B-B14F-4D97-AF65-F5344CB8AC3E}">
        <p14:creationId xmlns:p14="http://schemas.microsoft.com/office/powerpoint/2010/main" val="3454483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0F6FC3-7DD0-8D48-A73C-1EC08DB3BAF6}"/>
              </a:ext>
            </a:extLst>
          </p:cNvPr>
          <p:cNvSpPr>
            <a:spLocks noGrp="1"/>
          </p:cNvSpPr>
          <p:nvPr>
            <p:ph type="title"/>
          </p:nvPr>
        </p:nvSpPr>
        <p:spPr/>
        <p:txBody>
          <a:bodyPr/>
          <a:lstStyle/>
          <a:p>
            <a:r>
              <a:rPr lang="en-US" altLang="en-US" dirty="0">
                <a:cs typeface="Calibri" panose="020F0502020204030204" pitchFamily="34" charset="0"/>
              </a:rPr>
              <a:t>Network layer: our goals</a:t>
            </a:r>
            <a:endParaRPr lang="en-US" dirty="0"/>
          </a:p>
        </p:txBody>
      </p:sp>
      <p:sp>
        <p:nvSpPr>
          <p:cNvPr id="3" name="Content Placeholder 2">
            <a:extLst>
              <a:ext uri="{FF2B5EF4-FFF2-40B4-BE49-F238E27FC236}">
                <a16:creationId xmlns:a16="http://schemas.microsoft.com/office/drawing/2014/main" xmlns="" id="{99183EDA-C355-9A48-9A7B-13CAE9D049C3}"/>
              </a:ext>
            </a:extLst>
          </p:cNvPr>
          <p:cNvSpPr>
            <a:spLocks noGrp="1"/>
          </p:cNvSpPr>
          <p:nvPr>
            <p:ph sz="half" idx="1"/>
          </p:nvPr>
        </p:nvSpPr>
        <p:spPr>
          <a:xfrm>
            <a:off x="838200" y="1572572"/>
            <a:ext cx="5181600" cy="4698465"/>
          </a:xfrm>
        </p:spPr>
        <p:txBody>
          <a:bodyPr>
            <a:normAutofit/>
          </a:bodyPr>
          <a:lstStyle/>
          <a:p>
            <a:pPr marL="342900" indent="-212725">
              <a:buFont typeface="Wingdings" charset="2"/>
              <a:buChar char="§"/>
              <a:defRPr/>
            </a:pPr>
            <a:r>
              <a:rPr lang="en-US" sz="3200" dirty="0"/>
              <a:t>understand principles behind network layer services, focusing on data plane:</a:t>
            </a:r>
          </a:p>
          <a:p>
            <a:pPr lvl="1">
              <a:buFont typeface="Arial"/>
              <a:buChar char="•"/>
              <a:defRPr/>
            </a:pPr>
            <a:r>
              <a:rPr lang="en-US" sz="2800" dirty="0"/>
              <a:t>network layer service models</a:t>
            </a:r>
          </a:p>
          <a:p>
            <a:pPr lvl="1">
              <a:buFont typeface="Arial"/>
              <a:buChar char="•"/>
              <a:defRPr/>
            </a:pPr>
            <a:r>
              <a:rPr lang="en-US" sz="2800" dirty="0"/>
              <a:t>forwarding versus routing</a:t>
            </a:r>
          </a:p>
          <a:p>
            <a:pPr lvl="1">
              <a:buFont typeface="Arial"/>
              <a:buChar char="•"/>
              <a:defRPr/>
            </a:pPr>
            <a:r>
              <a:rPr lang="en-US" sz="2800" dirty="0"/>
              <a:t>how a router works</a:t>
            </a:r>
          </a:p>
          <a:p>
            <a:pPr lvl="1">
              <a:buFont typeface="Arial"/>
              <a:buChar char="•"/>
              <a:defRPr/>
            </a:pPr>
            <a:r>
              <a:rPr lang="en-US" sz="2800" dirty="0"/>
              <a:t>addressing</a:t>
            </a:r>
          </a:p>
          <a:p>
            <a:pPr lvl="1">
              <a:buFont typeface="Arial"/>
              <a:buChar char="•"/>
              <a:defRPr/>
            </a:pPr>
            <a:r>
              <a:rPr lang="en-US" sz="2800" dirty="0"/>
              <a:t>generalized forwarding</a:t>
            </a:r>
          </a:p>
          <a:p>
            <a:pPr lvl="1">
              <a:buFont typeface="Arial"/>
              <a:buChar char="•"/>
              <a:defRPr/>
            </a:pPr>
            <a:r>
              <a:rPr lang="en-US" sz="2800" dirty="0"/>
              <a:t>Internet architecture</a:t>
            </a:r>
          </a:p>
          <a:p>
            <a:pPr marL="130175" indent="0">
              <a:buNone/>
            </a:pPr>
            <a:endParaRPr lang="en-US" dirty="0"/>
          </a:p>
        </p:txBody>
      </p:sp>
      <p:sp>
        <p:nvSpPr>
          <p:cNvPr id="5" name="Slide Number Placeholder 4">
            <a:extLst>
              <a:ext uri="{FF2B5EF4-FFF2-40B4-BE49-F238E27FC236}">
                <a16:creationId xmlns:a16="http://schemas.microsoft.com/office/drawing/2014/main" xmlns="" id="{AF90DE33-80BA-7C4C-A2DC-16FEA33E295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a:t>
            </a:fld>
            <a:endParaRPr lang="en-US" dirty="0"/>
          </a:p>
        </p:txBody>
      </p:sp>
    </p:spTree>
    <p:extLst>
      <p:ext uri="{BB962C8B-B14F-4D97-AF65-F5344CB8AC3E}">
        <p14:creationId xmlns:p14="http://schemas.microsoft.com/office/powerpoint/2010/main" val="4100286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Network-layer  services and protocols</a:t>
            </a:r>
            <a:endParaRPr lang="en-US" sz="4400" dirty="0"/>
          </a:p>
        </p:txBody>
      </p:sp>
      <p:sp>
        <p:nvSpPr>
          <p:cNvPr id="6" name="Rectangle 3">
            <a:extLst>
              <a:ext uri="{FF2B5EF4-FFF2-40B4-BE49-F238E27FC236}">
                <a16:creationId xmlns:a16="http://schemas.microsoft.com/office/drawing/2014/main" xmlns="" id="{B81DCC24-3FE7-E745-BC17-3886FB241095}"/>
              </a:ext>
            </a:extLst>
          </p:cNvPr>
          <p:cNvSpPr txBox="1">
            <a:spLocks noChangeArrowheads="1"/>
          </p:cNvSpPr>
          <p:nvPr/>
        </p:nvSpPr>
        <p:spPr>
          <a:xfrm>
            <a:off x="681218" y="1443831"/>
            <a:ext cx="5617981" cy="5284347"/>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sender: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encapsulates segments into datagrams, passes to link layer</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receiver: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delivers segments to transport layer protocol</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network layer protocols in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every Internet device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hosts, routers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routers</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examines header fields in all IP datagrams passing through it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moves datagrams from input ports to output ports to transfer datagrams along end-end path</a:t>
            </a:r>
          </a:p>
        </p:txBody>
      </p:sp>
      <p:sp>
        <p:nvSpPr>
          <p:cNvPr id="10" name="Freeform 9">
            <a:extLst>
              <a:ext uri="{FF2B5EF4-FFF2-40B4-BE49-F238E27FC236}">
                <a16:creationId xmlns:a16="http://schemas.microsoft.com/office/drawing/2014/main" xmlns=""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xmlns=""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xmlns=""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xmlns=""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xmlns=""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xmlns=""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xmlns=""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a16="http://schemas.microsoft.com/office/drawing/2014/main" xmlns=""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xmlns=""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xmlns=""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xmlns=""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xmlns=""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xmlns=""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xmlns=""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xmlns=""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xmlns=""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xmlns=""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xmlns=""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xmlns=""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xmlns=""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xmlns=""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xmlns=""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xmlns=""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xmlns=""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xmlns=""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xmlns=""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xmlns=""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xmlns=""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xmlns=""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xmlns=""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xmlns=""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xmlns=""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xmlns=""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xmlns=""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xmlns=""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xmlns=""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xmlns=""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xmlns=""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xmlns=""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xmlns=""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xmlns=""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xmlns=""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xmlns=""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xmlns=""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xmlns=""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xmlns=""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xmlns=""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xmlns=""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xmlns=""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xmlns=""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xmlns=""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xmlns=""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xmlns=""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xmlns=""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xmlns=""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xmlns=""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xmlns=""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xmlns=""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xmlns=""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xmlns=""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xmlns=""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xmlns=""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xmlns=""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xmlns=""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xmlns=""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a16="http://schemas.microsoft.com/office/drawing/2014/main" xmlns=""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xmlns=""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xmlns=""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xmlns=""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a16="http://schemas.microsoft.com/office/drawing/2014/main" xmlns=""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a16="http://schemas.microsoft.com/office/drawing/2014/main" xmlns=""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xmlns=""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xmlns=""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xmlns=""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xmlns=""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xmlns=""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xmlns=""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xmlns=""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xmlns=""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xmlns=""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xmlns=""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xmlns=""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xmlns=""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xmlns=""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xmlns=""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xmlns=""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a16="http://schemas.microsoft.com/office/drawing/2014/main" xmlns=""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xmlns=""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 name="Group 112">
            <a:extLst>
              <a:ext uri="{FF2B5EF4-FFF2-40B4-BE49-F238E27FC236}">
                <a16:creationId xmlns:a16="http://schemas.microsoft.com/office/drawing/2014/main" xmlns=""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xmlns=""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a16="http://schemas.microsoft.com/office/drawing/2014/main" xmlns=""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xmlns=""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xmlns=""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xmlns=""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a16="http://schemas.microsoft.com/office/drawing/2014/main" xmlns=""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xmlns=""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a16="http://schemas.microsoft.com/office/drawing/2014/main" xmlns=""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xmlns=""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xmlns=""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xmlns=""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xmlns=""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xmlns=""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xmlns=""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xmlns=""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xmlns=""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xmlns=""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xmlns=""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xmlns=""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xmlns=""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xmlns=""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xmlns=""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xmlns=""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xmlns=""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xmlns=""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xmlns=""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xmlns=""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xmlns=""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xmlns=""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xmlns=""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xmlns=""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xmlns=""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xmlns=""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xmlns=""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xmlns=""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xmlns=""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xmlns=""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xmlns=""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xmlns=""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xmlns=""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xmlns=""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xmlns=""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xmlns=""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xmlns=""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xmlns=""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xmlns=""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xmlns=""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xmlns=""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xmlns=""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xmlns=""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xmlns=""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xmlns=""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xmlns=""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xmlns=""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xmlns=""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xmlns=""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xmlns=""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xmlns=""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xmlns=""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xmlns=""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xmlns=""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xmlns=""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xmlns=""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xmlns=""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xmlns=""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xmlns=""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xmlns=""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xmlns=""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xmlns=""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xmlns=""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xmlns=""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xmlns=""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xmlns=""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xmlns=""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xmlns=""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xmlns=""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xmlns=""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xmlns=""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xmlns=""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xmlns=""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xmlns=""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xmlns=""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xmlns=""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xmlns=""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xmlns=""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xmlns=""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xmlns=""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xmlns=""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xmlns=""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xmlns=""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xmlns=""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xmlns=""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xmlns=""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xmlns=""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xmlns=""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xmlns=""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xmlns=""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xmlns=""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xmlns=""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xmlns=""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xmlns=""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xmlns=""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xmlns=""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xmlns=""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xmlns=""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xmlns=""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xmlns=""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xmlns=""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xmlns=""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xmlns=""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xmlns=""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xmlns=""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xmlns=""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xmlns=""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xmlns=""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xmlns=""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xmlns=""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xmlns=""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xmlns=""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xmlns=""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xmlns=""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xmlns=""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xmlns=""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xmlns=""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xmlns=""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xmlns=""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xmlns=""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xmlns=""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xmlns=""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xmlns=""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xmlns=""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xmlns=""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xmlns=""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xmlns=""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xmlns=""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xmlns=""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xmlns=""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xmlns=""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xmlns=""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xmlns=""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xmlns=""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xmlns=""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xmlns=""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xmlns=""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xmlns=""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xmlns=""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xmlns=""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xmlns=""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xmlns=""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xmlns=""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xmlns=""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xmlns=""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xmlns=""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xmlns=""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xmlns=""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xmlns=""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xmlns=""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xmlns=""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xmlns=""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xmlns=""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xmlns=""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xmlns=""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xmlns=""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xmlns=""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xmlns=""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xmlns=""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xmlns=""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xmlns=""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xmlns=""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xmlns=""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xmlns=""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xmlns=""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xmlns=""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xmlns=""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xmlns=""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xmlns=""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xmlns=""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xmlns=""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xmlns=""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xmlns=""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xmlns=""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xmlns=""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xmlns=""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xmlns=""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xmlns=""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xmlns=""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xmlns=""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xmlns=""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xmlns=""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xmlns=""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xmlns=""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xmlns=""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xmlns=""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xmlns=""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xmlns=""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xmlns=""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xmlns=""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xmlns=""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xmlns=""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xmlns=""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xmlns=""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xmlns=""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xmlns=""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xmlns=""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xmlns=""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xmlns=""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xmlns=""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xmlns=""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xmlns=""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xmlns=""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xmlns=""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xmlns=""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xmlns=""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xmlns=""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xmlns=""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xmlns=""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xmlns=""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xmlns=""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xmlns=""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xmlns=""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xmlns=""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xmlns=""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xmlns=""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xmlns=""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xmlns=""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xmlns=""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xmlns=""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xmlns=""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xmlns=""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xmlns=""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xmlns=""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xmlns=""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xmlns=""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xmlns=""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xmlns=""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xmlns=""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xmlns=""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xmlns=""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xmlns=""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xmlns=""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xmlns=""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xmlns=""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xmlns=""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xmlns=""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xmlns=""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xmlns=""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xmlns=""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xmlns=""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xmlns=""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xmlns=""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xmlns=""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xmlns=""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xmlns=""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xmlns=""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xmlns=""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xmlns=""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xmlns=""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xmlns=""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xmlns=""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xmlns=""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xmlns=""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xmlns=""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xmlns=""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xmlns=""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xmlns=""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xmlns=""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xmlns=""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xmlns=""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a16="http://schemas.microsoft.com/office/drawing/2014/main" xmlns=""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xmlns=""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xmlns=""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xmlns=""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xmlns=""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xmlns=""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xmlns=""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xmlns=""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xmlns=""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xmlns=""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xmlns=""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xmlns=""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xmlns=""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xmlns=""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xmlns=""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xmlns=""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xmlns=""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xmlns=""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xmlns=""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xmlns=""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xmlns=""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xmlns=""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xmlns=""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xmlns=""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xmlns=""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xmlns=""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xmlns=""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xmlns=""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xmlns=""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xmlns=""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xmlns=""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xmlns=""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xmlns=""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xmlns=""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xmlns=""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xmlns=""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74" name="Group 473">
            <a:extLst>
              <a:ext uri="{FF2B5EF4-FFF2-40B4-BE49-F238E27FC236}">
                <a16:creationId xmlns:a16="http://schemas.microsoft.com/office/drawing/2014/main" xmlns="" id="{68802756-5E0F-D142-AA8F-2D274E297BB1}"/>
              </a:ext>
            </a:extLst>
          </p:cNvPr>
          <p:cNvGrpSpPr/>
          <p:nvPr/>
        </p:nvGrpSpPr>
        <p:grpSpPr>
          <a:xfrm>
            <a:off x="6571713" y="2686293"/>
            <a:ext cx="1038308" cy="956788"/>
            <a:chOff x="6571713" y="2686293"/>
            <a:chExt cx="1038308" cy="956788"/>
          </a:xfrm>
        </p:grpSpPr>
        <p:sp>
          <p:nvSpPr>
            <p:cNvPr id="463" name="Freeform 917">
              <a:extLst>
                <a:ext uri="{FF2B5EF4-FFF2-40B4-BE49-F238E27FC236}">
                  <a16:creationId xmlns:a16="http://schemas.microsoft.com/office/drawing/2014/main" xmlns="" id="{ADACC4C8-123A-0642-ADC2-DC6E1D927429}"/>
                </a:ext>
              </a:extLst>
            </p:cNvPr>
            <p:cNvSpPr>
              <a:spLocks/>
            </p:cNvSpPr>
            <p:nvPr/>
          </p:nvSpPr>
          <p:spPr bwMode="auto">
            <a:xfrm flipH="1">
              <a:off x="7291095" y="2700162"/>
              <a:ext cx="318926" cy="94291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9" h="10279">
                  <a:moveTo>
                    <a:pt x="2669" y="10279"/>
                  </a:moveTo>
                  <a:lnTo>
                    <a:pt x="0" y="9878"/>
                  </a:lnTo>
                  <a:lnTo>
                    <a:pt x="10319" y="0"/>
                  </a:lnTo>
                  <a:lnTo>
                    <a:pt x="10319" y="8912"/>
                  </a:lnTo>
                  <a:lnTo>
                    <a:pt x="2669" y="10279"/>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55" name="Group 454">
              <a:extLst>
                <a:ext uri="{FF2B5EF4-FFF2-40B4-BE49-F238E27FC236}">
                  <a16:creationId xmlns:a16="http://schemas.microsoft.com/office/drawing/2014/main" xmlns="" id="{F51EF82F-6B76-1D43-BDCE-36A16F512D10}"/>
                </a:ext>
              </a:extLst>
            </p:cNvPr>
            <p:cNvGrpSpPr/>
            <p:nvPr/>
          </p:nvGrpSpPr>
          <p:grpSpPr>
            <a:xfrm>
              <a:off x="6571713" y="2686293"/>
              <a:ext cx="764135" cy="854075"/>
              <a:chOff x="6571713" y="2686293"/>
              <a:chExt cx="764135" cy="854075"/>
            </a:xfrm>
          </p:grpSpPr>
          <p:sp>
            <p:nvSpPr>
              <p:cNvPr id="520" name="Rectangle 228">
                <a:extLst>
                  <a:ext uri="{FF2B5EF4-FFF2-40B4-BE49-F238E27FC236}">
                    <a16:creationId xmlns:a16="http://schemas.microsoft.com/office/drawing/2014/main" xmlns="" id="{4174338D-3A0E-9747-819D-0C19F4DF4AA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a16="http://schemas.microsoft.com/office/drawing/2014/main" xmlns="" id="{621AE13C-4ABC-334F-8206-4D5E08465C6E}"/>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a16="http://schemas.microsoft.com/office/drawing/2014/main" xmlns="" id="{CA38D367-F86F-AB43-B21E-1EEE691D3D74}"/>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 name="Straight Connector 8">
                <a:extLst>
                  <a:ext uri="{FF2B5EF4-FFF2-40B4-BE49-F238E27FC236}">
                    <a16:creationId xmlns:a16="http://schemas.microsoft.com/office/drawing/2014/main" xmlns="" id="{3862EE7F-63B9-EE4A-8A32-E1BB698AA3F2}"/>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xmlns="" id="{929A4F7E-FE01-E545-A0B9-9F724FDE264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xmlns="" id="{BD3F59DE-C12C-D645-AC9D-20A80143D6BE}"/>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xmlns="" id="{7757E2F0-9B94-084A-90A0-8529D1B757E6}"/>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a:extLst>
              <a:ext uri="{FF2B5EF4-FFF2-40B4-BE49-F238E27FC236}">
                <a16:creationId xmlns:a16="http://schemas.microsoft.com/office/drawing/2014/main" xmlns="" id="{6D7E4C2B-1DC3-2A4C-90A6-0BDE31D46D3B}"/>
              </a:ext>
            </a:extLst>
          </p:cNvPr>
          <p:cNvGrpSpPr/>
          <p:nvPr/>
        </p:nvGrpSpPr>
        <p:grpSpPr>
          <a:xfrm>
            <a:off x="10202006" y="5357871"/>
            <a:ext cx="970347" cy="854075"/>
            <a:chOff x="10202006" y="5357871"/>
            <a:chExt cx="970347" cy="854075"/>
          </a:xfrm>
        </p:grpSpPr>
        <p:sp>
          <p:nvSpPr>
            <p:cNvPr id="530" name="Freeform 917">
              <a:extLst>
                <a:ext uri="{FF2B5EF4-FFF2-40B4-BE49-F238E27FC236}">
                  <a16:creationId xmlns:a16="http://schemas.microsoft.com/office/drawing/2014/main" xmlns="" id="{88BB7911-0614-1748-A570-7F1CD9A39BB8}"/>
                </a:ext>
              </a:extLst>
            </p:cNvPr>
            <p:cNvSpPr>
              <a:spLocks/>
            </p:cNvSpPr>
            <p:nvPr/>
          </p:nvSpPr>
          <p:spPr bwMode="auto">
            <a:xfrm>
              <a:off x="10202006" y="5397682"/>
              <a:ext cx="281273" cy="77312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2669 w 10319"/>
                <a:gd name="connsiteY0" fmla="*/ 10279 h 11889"/>
                <a:gd name="connsiteX1" fmla="*/ 0 w 10319"/>
                <a:gd name="connsiteY1" fmla="*/ 9878 h 11889"/>
                <a:gd name="connsiteX2" fmla="*/ 10319 w 10319"/>
                <a:gd name="connsiteY2" fmla="*/ 0 h 11889"/>
                <a:gd name="connsiteX3" fmla="*/ 10011 w 10319"/>
                <a:gd name="connsiteY3" fmla="*/ 11889 h 11889"/>
                <a:gd name="connsiteX4" fmla="*/ 2669 w 10319"/>
                <a:gd name="connsiteY4" fmla="*/ 10279 h 11889"/>
                <a:gd name="connsiteX0" fmla="*/ 2669 w 10024"/>
                <a:gd name="connsiteY0" fmla="*/ 6818 h 8428"/>
                <a:gd name="connsiteX1" fmla="*/ 0 w 10024"/>
                <a:gd name="connsiteY1" fmla="*/ 6417 h 8428"/>
                <a:gd name="connsiteX2" fmla="*/ 9703 w 10024"/>
                <a:gd name="connsiteY2" fmla="*/ 0 h 8428"/>
                <a:gd name="connsiteX3" fmla="*/ 10011 w 10024"/>
                <a:gd name="connsiteY3" fmla="*/ 8428 h 8428"/>
                <a:gd name="connsiteX4" fmla="*/ 2669 w 10024"/>
                <a:gd name="connsiteY4" fmla="*/ 6818 h 8428"/>
                <a:gd name="connsiteX0" fmla="*/ 1741 w 9078"/>
                <a:gd name="connsiteY0" fmla="*/ 8090 h 10000"/>
                <a:gd name="connsiteX1" fmla="*/ 0 w 9078"/>
                <a:gd name="connsiteY1" fmla="*/ 6834 h 10000"/>
                <a:gd name="connsiteX2" fmla="*/ 8758 w 9078"/>
                <a:gd name="connsiteY2" fmla="*/ 0 h 10000"/>
                <a:gd name="connsiteX3" fmla="*/ 9065 w 9078"/>
                <a:gd name="connsiteY3" fmla="*/ 10000 h 10000"/>
                <a:gd name="connsiteX4" fmla="*/ 1741 w 9078"/>
                <a:gd name="connsiteY4" fmla="*/ 8090 h 10000"/>
                <a:gd name="connsiteX0" fmla="*/ 112 w 10001"/>
                <a:gd name="connsiteY0" fmla="*/ 7638 h 10000"/>
                <a:gd name="connsiteX1" fmla="*/ 0 w 10001"/>
                <a:gd name="connsiteY1" fmla="*/ 6834 h 10000"/>
                <a:gd name="connsiteX2" fmla="*/ 9647 w 10001"/>
                <a:gd name="connsiteY2" fmla="*/ 0 h 10000"/>
                <a:gd name="connsiteX3" fmla="*/ 9986 w 10001"/>
                <a:gd name="connsiteY3" fmla="*/ 10000 h 10000"/>
                <a:gd name="connsiteX4" fmla="*/ 112 w 10001"/>
                <a:gd name="connsiteY4" fmla="*/ 763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112" y="7638"/>
                  </a:moveTo>
                  <a:cubicBezTo>
                    <a:pt x="75" y="7370"/>
                    <a:pt x="37" y="7102"/>
                    <a:pt x="0" y="6834"/>
                  </a:cubicBezTo>
                  <a:lnTo>
                    <a:pt x="9647" y="0"/>
                  </a:lnTo>
                  <a:cubicBezTo>
                    <a:pt x="9534" y="4702"/>
                    <a:pt x="10099" y="5298"/>
                    <a:pt x="9986" y="10000"/>
                  </a:cubicBezTo>
                  <a:lnTo>
                    <a:pt x="112" y="7638"/>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31" name="Group 530">
              <a:extLst>
                <a:ext uri="{FF2B5EF4-FFF2-40B4-BE49-F238E27FC236}">
                  <a16:creationId xmlns:a16="http://schemas.microsoft.com/office/drawing/2014/main" xmlns="" id="{19A9DE1D-45C9-C144-A1C0-784FDCD971D3}"/>
                </a:ext>
              </a:extLst>
            </p:cNvPr>
            <p:cNvGrpSpPr/>
            <p:nvPr/>
          </p:nvGrpSpPr>
          <p:grpSpPr>
            <a:xfrm>
              <a:off x="10408218" y="5357871"/>
              <a:ext cx="764135" cy="854075"/>
              <a:chOff x="6571713" y="2686293"/>
              <a:chExt cx="764135" cy="854075"/>
            </a:xfrm>
          </p:grpSpPr>
          <p:sp>
            <p:nvSpPr>
              <p:cNvPr id="532" name="Rectangle 228">
                <a:extLst>
                  <a:ext uri="{FF2B5EF4-FFF2-40B4-BE49-F238E27FC236}">
                    <a16:creationId xmlns:a16="http://schemas.microsoft.com/office/drawing/2014/main" xmlns="" id="{5DD713FD-EA40-9B4B-802C-3AF871B580F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3" name="Rectangle 229">
                <a:extLst>
                  <a:ext uri="{FF2B5EF4-FFF2-40B4-BE49-F238E27FC236}">
                    <a16:creationId xmlns:a16="http://schemas.microsoft.com/office/drawing/2014/main" xmlns="" id="{719538F1-BB3F-A747-B46B-E825372287C2}"/>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4" name="Text Box 230">
                <a:extLst>
                  <a:ext uri="{FF2B5EF4-FFF2-40B4-BE49-F238E27FC236}">
                    <a16:creationId xmlns:a16="http://schemas.microsoft.com/office/drawing/2014/main" xmlns="" id="{67AF1768-8AEF-FD44-8A30-E764E9F88B70}"/>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35" name="Straight Connector 534">
                <a:extLst>
                  <a:ext uri="{FF2B5EF4-FFF2-40B4-BE49-F238E27FC236}">
                    <a16:creationId xmlns:a16="http://schemas.microsoft.com/office/drawing/2014/main" xmlns="" id="{22CAF256-C57E-8848-9992-472431799A88}"/>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xmlns="" id="{7573D7D3-A7AB-0B4F-A08C-BA6A7E07CA0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xmlns="" id="{211E2459-6D52-2248-81F0-411DFD34BC1D}"/>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xmlns="" id="{50F9C417-B611-7043-A15F-F361AA3E9B74}"/>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4" name="Group 950">
            <a:extLst>
              <a:ext uri="{FF2B5EF4-FFF2-40B4-BE49-F238E27FC236}">
                <a16:creationId xmlns:a16="http://schemas.microsoft.com/office/drawing/2014/main" xmlns=""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xmlns=""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xmlns=""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xmlns=""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xmlns=""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xmlns=""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xmlns=""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xmlns=""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xmlns=""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xmlns=""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xmlns=""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xmlns=""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xmlns=""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xmlns=""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xmlns=""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xmlns=""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xmlns=""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xmlns=""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xmlns=""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xmlns=""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xmlns=""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xmlns=""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xmlns=""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xmlns=""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xmlns=""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xmlns=""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xmlns=""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xmlns=""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xmlns=""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xmlns=""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xmlns=""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xmlns=""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xmlns=""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a16="http://schemas.microsoft.com/office/drawing/2014/main" xmlns=""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xmlns=""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xmlns=""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xmlns=""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xmlns=""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xmlns=""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xmlns=""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xmlns=""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xmlns=""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xmlns=""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xmlns=""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xmlns=""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xmlns=""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xmlns=""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xmlns=""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xmlns=""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xmlns=""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xmlns=""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xmlns=""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xmlns=""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xmlns=""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xmlns=""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xmlns=""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xmlns=""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xmlns=""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xmlns=""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xmlns=""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xmlns=""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xmlns=""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xmlns=""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xmlns=""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xmlns=""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73" name="Group 472">
            <a:extLst>
              <a:ext uri="{FF2B5EF4-FFF2-40B4-BE49-F238E27FC236}">
                <a16:creationId xmlns:a16="http://schemas.microsoft.com/office/drawing/2014/main" xmlns="" id="{60901EC0-CB41-754B-B4DA-85BC262C3E55}"/>
              </a:ext>
            </a:extLst>
          </p:cNvPr>
          <p:cNvGrpSpPr/>
          <p:nvPr/>
        </p:nvGrpSpPr>
        <p:grpSpPr>
          <a:xfrm>
            <a:off x="7774998" y="3463448"/>
            <a:ext cx="3007624" cy="1690703"/>
            <a:chOff x="7774998" y="3463448"/>
            <a:chExt cx="3007624" cy="1690703"/>
          </a:xfrm>
        </p:grpSpPr>
        <p:grpSp>
          <p:nvGrpSpPr>
            <p:cNvPr id="458" name="Group 457">
              <a:extLst>
                <a:ext uri="{FF2B5EF4-FFF2-40B4-BE49-F238E27FC236}">
                  <a16:creationId xmlns:a16="http://schemas.microsoft.com/office/drawing/2014/main" xmlns="" id="{B4570A0C-5E2B-7C40-89EC-C23D39A482DA}"/>
                </a:ext>
              </a:extLst>
            </p:cNvPr>
            <p:cNvGrpSpPr/>
            <p:nvPr/>
          </p:nvGrpSpPr>
          <p:grpSpPr>
            <a:xfrm>
              <a:off x="7774998" y="4090572"/>
              <a:ext cx="571917" cy="577694"/>
              <a:chOff x="7774998" y="4090572"/>
              <a:chExt cx="571917" cy="577694"/>
            </a:xfrm>
          </p:grpSpPr>
          <p:sp>
            <p:nvSpPr>
              <p:cNvPr id="575" name="Freeform 917">
                <a:extLst>
                  <a:ext uri="{FF2B5EF4-FFF2-40B4-BE49-F238E27FC236}">
                    <a16:creationId xmlns:a16="http://schemas.microsoft.com/office/drawing/2014/main" xmlns="" id="{23F7F5C6-92E3-C040-BD26-8FBF5B6476F1}"/>
                  </a:ext>
                </a:extLst>
              </p:cNvPr>
              <p:cNvSpPr>
                <a:spLocks/>
              </p:cNvSpPr>
              <p:nvPr/>
            </p:nvSpPr>
            <p:spPr bwMode="auto">
              <a:xfrm rot="10800000">
                <a:off x="7818844" y="4090572"/>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76" name="Group 575">
                <a:extLst>
                  <a:ext uri="{FF2B5EF4-FFF2-40B4-BE49-F238E27FC236}">
                    <a16:creationId xmlns:a16="http://schemas.microsoft.com/office/drawing/2014/main" xmlns="" id="{E45930EA-CBF5-A94B-B8A6-7DD15266A71D}"/>
                  </a:ext>
                </a:extLst>
              </p:cNvPr>
              <p:cNvGrpSpPr/>
              <p:nvPr/>
            </p:nvGrpSpPr>
            <p:grpSpPr>
              <a:xfrm>
                <a:off x="7774998" y="4206600"/>
                <a:ext cx="571917" cy="461666"/>
                <a:chOff x="9980560" y="726571"/>
                <a:chExt cx="659732" cy="461666"/>
              </a:xfrm>
            </p:grpSpPr>
            <p:sp>
              <p:nvSpPr>
                <p:cNvPr id="577" name="Rectangle 228">
                  <a:extLst>
                    <a:ext uri="{FF2B5EF4-FFF2-40B4-BE49-F238E27FC236}">
                      <a16:creationId xmlns:a16="http://schemas.microsoft.com/office/drawing/2014/main" xmlns="" id="{7E692C2A-D1BF-0D4C-B32B-089A3522A6AB}"/>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8" name="Rectangle 229">
                  <a:extLst>
                    <a:ext uri="{FF2B5EF4-FFF2-40B4-BE49-F238E27FC236}">
                      <a16:creationId xmlns:a16="http://schemas.microsoft.com/office/drawing/2014/main" xmlns="" id="{48E2C8F8-BEC3-2F43-8CBC-8EDE87C1274B}"/>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9" name="Text Box 230">
                  <a:extLst>
                    <a:ext uri="{FF2B5EF4-FFF2-40B4-BE49-F238E27FC236}">
                      <a16:creationId xmlns:a16="http://schemas.microsoft.com/office/drawing/2014/main" xmlns="" id="{FDE32090-CC8A-8241-9AA0-5E1A3B04495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0" name="Straight Connector 579">
                  <a:extLst>
                    <a:ext uri="{FF2B5EF4-FFF2-40B4-BE49-F238E27FC236}">
                      <a16:creationId xmlns:a16="http://schemas.microsoft.com/office/drawing/2014/main" xmlns="" id="{C9A663DC-B3E2-E244-A55A-89E7E902796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xmlns="" id="{6DA0B88E-C18A-5449-904A-0022412086E7}"/>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59" name="Group 458">
              <a:extLst>
                <a:ext uri="{FF2B5EF4-FFF2-40B4-BE49-F238E27FC236}">
                  <a16:creationId xmlns:a16="http://schemas.microsoft.com/office/drawing/2014/main" xmlns="" id="{1E322C66-C2C1-C349-B912-5AA0767A8324}"/>
                </a:ext>
              </a:extLst>
            </p:cNvPr>
            <p:cNvGrpSpPr/>
            <p:nvPr/>
          </p:nvGrpSpPr>
          <p:grpSpPr>
            <a:xfrm>
              <a:off x="8692628" y="3463448"/>
              <a:ext cx="571917" cy="574365"/>
              <a:chOff x="8692628" y="3463448"/>
              <a:chExt cx="571917" cy="574365"/>
            </a:xfrm>
          </p:grpSpPr>
          <p:sp>
            <p:nvSpPr>
              <p:cNvPr id="573" name="Freeform 917">
                <a:extLst>
                  <a:ext uri="{FF2B5EF4-FFF2-40B4-BE49-F238E27FC236}">
                    <a16:creationId xmlns:a16="http://schemas.microsoft.com/office/drawing/2014/main" xmlns="" id="{09253F5C-3E18-6A4E-86CE-63A57FDD27F0}"/>
                  </a:ext>
                </a:extLst>
              </p:cNvPr>
              <p:cNvSpPr>
                <a:spLocks/>
              </p:cNvSpPr>
              <p:nvPr/>
            </p:nvSpPr>
            <p:spPr bwMode="auto">
              <a:xfrm flipH="1">
                <a:off x="8735937" y="3883244"/>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82" name="Group 581">
                <a:extLst>
                  <a:ext uri="{FF2B5EF4-FFF2-40B4-BE49-F238E27FC236}">
                    <a16:creationId xmlns:a16="http://schemas.microsoft.com/office/drawing/2014/main" xmlns="" id="{2B3B79E0-A9CA-8343-BC50-944B3D057C83}"/>
                  </a:ext>
                </a:extLst>
              </p:cNvPr>
              <p:cNvGrpSpPr/>
              <p:nvPr/>
            </p:nvGrpSpPr>
            <p:grpSpPr>
              <a:xfrm>
                <a:off x="8692628" y="3463448"/>
                <a:ext cx="571917" cy="461666"/>
                <a:chOff x="9980560" y="726571"/>
                <a:chExt cx="659732" cy="461666"/>
              </a:xfrm>
            </p:grpSpPr>
            <p:sp>
              <p:nvSpPr>
                <p:cNvPr id="583" name="Rectangle 228">
                  <a:extLst>
                    <a:ext uri="{FF2B5EF4-FFF2-40B4-BE49-F238E27FC236}">
                      <a16:creationId xmlns:a16="http://schemas.microsoft.com/office/drawing/2014/main" xmlns="" id="{E7793237-B524-9348-8D4A-2C1027CD2AC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4" name="Rectangle 229">
                  <a:extLst>
                    <a:ext uri="{FF2B5EF4-FFF2-40B4-BE49-F238E27FC236}">
                      <a16:creationId xmlns:a16="http://schemas.microsoft.com/office/drawing/2014/main" xmlns="" id="{5F0972A7-9FB8-4E4A-9B5E-39F0D7CDC82A}"/>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5" name="Text Box 230">
                  <a:extLst>
                    <a:ext uri="{FF2B5EF4-FFF2-40B4-BE49-F238E27FC236}">
                      <a16:creationId xmlns:a16="http://schemas.microsoft.com/office/drawing/2014/main" xmlns="" id="{B600132A-08D1-5845-B328-72B9C0CEC49A}"/>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6" name="Straight Connector 585">
                  <a:extLst>
                    <a:ext uri="{FF2B5EF4-FFF2-40B4-BE49-F238E27FC236}">
                      <a16:creationId xmlns:a16="http://schemas.microsoft.com/office/drawing/2014/main" xmlns="" id="{0C4F0C12-1A41-BA45-B327-EE0A215695BD}"/>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xmlns="" id="{4A0EA22A-33EB-C945-8E74-EB8BC9C330C4}"/>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0" name="Group 459">
              <a:extLst>
                <a:ext uri="{FF2B5EF4-FFF2-40B4-BE49-F238E27FC236}">
                  <a16:creationId xmlns:a16="http://schemas.microsoft.com/office/drawing/2014/main" xmlns="" id="{6480027A-C6CF-D74D-A342-F3EE54633FA0}"/>
                </a:ext>
              </a:extLst>
            </p:cNvPr>
            <p:cNvGrpSpPr/>
            <p:nvPr/>
          </p:nvGrpSpPr>
          <p:grpSpPr>
            <a:xfrm>
              <a:off x="9846130" y="3502221"/>
              <a:ext cx="571917" cy="607211"/>
              <a:chOff x="9846130" y="3502221"/>
              <a:chExt cx="571917" cy="607211"/>
            </a:xfrm>
          </p:grpSpPr>
          <p:sp>
            <p:nvSpPr>
              <p:cNvPr id="574" name="Freeform 917">
                <a:extLst>
                  <a:ext uri="{FF2B5EF4-FFF2-40B4-BE49-F238E27FC236}">
                    <a16:creationId xmlns:a16="http://schemas.microsoft.com/office/drawing/2014/main" xmlns="" id="{846385EA-7D91-F547-BC81-FC77126DF237}"/>
                  </a:ext>
                </a:extLst>
              </p:cNvPr>
              <p:cNvSpPr>
                <a:spLocks/>
              </p:cNvSpPr>
              <p:nvPr/>
            </p:nvSpPr>
            <p:spPr bwMode="auto">
              <a:xfrm>
                <a:off x="9904716" y="3925785"/>
                <a:ext cx="466702" cy="183647"/>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676">
                    <a:moveTo>
                      <a:pt x="1334" y="12676"/>
                    </a:moveTo>
                    <a:lnTo>
                      <a:pt x="51" y="7461"/>
                    </a:lnTo>
                    <a:cubicBezTo>
                      <a:pt x="-117" y="4751"/>
                      <a:pt x="199" y="2710"/>
                      <a:pt x="30" y="0"/>
                    </a:cubicBezTo>
                    <a:lnTo>
                      <a:pt x="10000" y="6"/>
                    </a:lnTo>
                    <a:lnTo>
                      <a:pt x="1334" y="12676"/>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89" name="Group 588">
                <a:extLst>
                  <a:ext uri="{FF2B5EF4-FFF2-40B4-BE49-F238E27FC236}">
                    <a16:creationId xmlns:a16="http://schemas.microsoft.com/office/drawing/2014/main" xmlns="" id="{0318DF36-59E8-B646-A5EA-22C52DB7533C}"/>
                  </a:ext>
                </a:extLst>
              </p:cNvPr>
              <p:cNvGrpSpPr/>
              <p:nvPr/>
            </p:nvGrpSpPr>
            <p:grpSpPr>
              <a:xfrm>
                <a:off x="9846130" y="3502221"/>
                <a:ext cx="571917" cy="461666"/>
                <a:chOff x="9980560" y="726571"/>
                <a:chExt cx="659732" cy="461666"/>
              </a:xfrm>
            </p:grpSpPr>
            <p:sp>
              <p:nvSpPr>
                <p:cNvPr id="590" name="Rectangle 228">
                  <a:extLst>
                    <a:ext uri="{FF2B5EF4-FFF2-40B4-BE49-F238E27FC236}">
                      <a16:creationId xmlns:a16="http://schemas.microsoft.com/office/drawing/2014/main" xmlns="" id="{131C8400-834E-5345-B332-0CA44FC7426E}"/>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1" name="Rectangle 229">
                  <a:extLst>
                    <a:ext uri="{FF2B5EF4-FFF2-40B4-BE49-F238E27FC236}">
                      <a16:creationId xmlns:a16="http://schemas.microsoft.com/office/drawing/2014/main" xmlns="" id="{55AFC556-EB02-774A-AF5B-36D0B2144B8F}"/>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2" name="Text Box 230">
                  <a:extLst>
                    <a:ext uri="{FF2B5EF4-FFF2-40B4-BE49-F238E27FC236}">
                      <a16:creationId xmlns:a16="http://schemas.microsoft.com/office/drawing/2014/main" xmlns="" id="{8D3E0672-2F8A-B948-9454-93F597182C93}"/>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93" name="Straight Connector 592">
                  <a:extLst>
                    <a:ext uri="{FF2B5EF4-FFF2-40B4-BE49-F238E27FC236}">
                      <a16:creationId xmlns:a16="http://schemas.microsoft.com/office/drawing/2014/main" xmlns="" id="{8D2F48EB-4CEE-D44B-8209-C126FF35BBE2}"/>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xmlns="" id="{0248C143-6367-CE41-9442-465AEAB8C7A6}"/>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1" name="Group 460">
              <a:extLst>
                <a:ext uri="{FF2B5EF4-FFF2-40B4-BE49-F238E27FC236}">
                  <a16:creationId xmlns:a16="http://schemas.microsoft.com/office/drawing/2014/main" xmlns="" id="{D0C86AC5-6FCF-FF4A-BC5F-A236021B8F1A}"/>
                </a:ext>
              </a:extLst>
            </p:cNvPr>
            <p:cNvGrpSpPr/>
            <p:nvPr/>
          </p:nvGrpSpPr>
          <p:grpSpPr>
            <a:xfrm>
              <a:off x="9554792" y="4299763"/>
              <a:ext cx="571917" cy="630904"/>
              <a:chOff x="9554792" y="4299763"/>
              <a:chExt cx="571917" cy="630904"/>
            </a:xfrm>
          </p:grpSpPr>
          <p:sp>
            <p:nvSpPr>
              <p:cNvPr id="595" name="Freeform 917">
                <a:extLst>
                  <a:ext uri="{FF2B5EF4-FFF2-40B4-BE49-F238E27FC236}">
                    <a16:creationId xmlns:a16="http://schemas.microsoft.com/office/drawing/2014/main" xmlns="" id="{5ED6F1FC-EC2E-3248-A181-32D9CFD8B2B9}"/>
                  </a:ext>
                </a:extLst>
              </p:cNvPr>
              <p:cNvSpPr>
                <a:spLocks/>
              </p:cNvSpPr>
              <p:nvPr/>
            </p:nvSpPr>
            <p:spPr bwMode="auto">
              <a:xfrm>
                <a:off x="9598301" y="4724405"/>
                <a:ext cx="466702" cy="20626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237">
                    <a:moveTo>
                      <a:pt x="434" y="14237"/>
                    </a:moveTo>
                    <a:cubicBezTo>
                      <a:pt x="306" y="11978"/>
                      <a:pt x="179" y="9720"/>
                      <a:pt x="51" y="7461"/>
                    </a:cubicBezTo>
                    <a:cubicBezTo>
                      <a:pt x="-117" y="4751"/>
                      <a:pt x="199" y="2710"/>
                      <a:pt x="30" y="0"/>
                    </a:cubicBezTo>
                    <a:lnTo>
                      <a:pt x="10000" y="6"/>
                    </a:lnTo>
                    <a:lnTo>
                      <a:pt x="434" y="14237"/>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7" name="Group 566">
                <a:extLst>
                  <a:ext uri="{FF2B5EF4-FFF2-40B4-BE49-F238E27FC236}">
                    <a16:creationId xmlns:a16="http://schemas.microsoft.com/office/drawing/2014/main" xmlns="" id="{F3F36025-2038-BC49-AF0C-2475C376E0E9}"/>
                  </a:ext>
                </a:extLst>
              </p:cNvPr>
              <p:cNvGrpSpPr/>
              <p:nvPr/>
            </p:nvGrpSpPr>
            <p:grpSpPr>
              <a:xfrm>
                <a:off x="9554792" y="4299763"/>
                <a:ext cx="571917" cy="461666"/>
                <a:chOff x="9980560" y="726571"/>
                <a:chExt cx="659732" cy="461666"/>
              </a:xfrm>
            </p:grpSpPr>
            <p:sp>
              <p:nvSpPr>
                <p:cNvPr id="568" name="Rectangle 228">
                  <a:extLst>
                    <a:ext uri="{FF2B5EF4-FFF2-40B4-BE49-F238E27FC236}">
                      <a16:creationId xmlns:a16="http://schemas.microsoft.com/office/drawing/2014/main" xmlns="" id="{ED5E50F7-5461-574C-9AF9-CB79813E9BB7}"/>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9" name="Rectangle 229">
                  <a:extLst>
                    <a:ext uri="{FF2B5EF4-FFF2-40B4-BE49-F238E27FC236}">
                      <a16:creationId xmlns:a16="http://schemas.microsoft.com/office/drawing/2014/main" xmlns="" id="{2F7C9861-2086-4945-8713-75641140A371}"/>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0" name="Text Box 230">
                  <a:extLst>
                    <a:ext uri="{FF2B5EF4-FFF2-40B4-BE49-F238E27FC236}">
                      <a16:creationId xmlns:a16="http://schemas.microsoft.com/office/drawing/2014/main" xmlns="" id="{12582F5C-7D7F-2140-8A3F-3E4115557DF4}"/>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71" name="Straight Connector 570">
                  <a:extLst>
                    <a:ext uri="{FF2B5EF4-FFF2-40B4-BE49-F238E27FC236}">
                      <a16:creationId xmlns:a16="http://schemas.microsoft.com/office/drawing/2014/main" xmlns="" id="{4562A11B-D98F-9E4C-8877-765050F91F2E}"/>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xmlns="" id="{2D978BF9-AAF0-644C-A151-30CDCA01EAA8}"/>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2" name="Group 461">
              <a:extLst>
                <a:ext uri="{FF2B5EF4-FFF2-40B4-BE49-F238E27FC236}">
                  <a16:creationId xmlns:a16="http://schemas.microsoft.com/office/drawing/2014/main" xmlns="" id="{22F3DB9F-6BFB-3D4D-9EE3-40BAB140C142}"/>
                </a:ext>
              </a:extLst>
            </p:cNvPr>
            <p:cNvGrpSpPr/>
            <p:nvPr/>
          </p:nvGrpSpPr>
          <p:grpSpPr>
            <a:xfrm>
              <a:off x="10153753" y="4577638"/>
              <a:ext cx="628869" cy="576513"/>
              <a:chOff x="10153753" y="4577638"/>
              <a:chExt cx="628869" cy="576513"/>
            </a:xfrm>
          </p:grpSpPr>
          <p:sp>
            <p:nvSpPr>
              <p:cNvPr id="596" name="Freeform 917">
                <a:extLst>
                  <a:ext uri="{FF2B5EF4-FFF2-40B4-BE49-F238E27FC236}">
                    <a16:creationId xmlns:a16="http://schemas.microsoft.com/office/drawing/2014/main" xmlns="" id="{879A7AD4-7015-EA48-8AC1-1D4830161CB6}"/>
                  </a:ext>
                </a:extLst>
              </p:cNvPr>
              <p:cNvSpPr>
                <a:spLocks/>
              </p:cNvSpPr>
              <p:nvPr/>
            </p:nvSpPr>
            <p:spPr bwMode="auto">
              <a:xfrm>
                <a:off x="10153753" y="5002899"/>
                <a:ext cx="590332" cy="15125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 name="connsiteX0" fmla="*/ 434 w 12908"/>
                  <a:gd name="connsiteY0" fmla="*/ 14237 h 14237"/>
                  <a:gd name="connsiteX1" fmla="*/ 51 w 12908"/>
                  <a:gd name="connsiteY1" fmla="*/ 7461 h 14237"/>
                  <a:gd name="connsiteX2" fmla="*/ 30 w 12908"/>
                  <a:gd name="connsiteY2" fmla="*/ 0 h 14237"/>
                  <a:gd name="connsiteX3" fmla="*/ 12908 w 12908"/>
                  <a:gd name="connsiteY3" fmla="*/ 3797 h 14237"/>
                  <a:gd name="connsiteX4" fmla="*/ 434 w 12908"/>
                  <a:gd name="connsiteY4" fmla="*/ 14237 h 14237"/>
                  <a:gd name="connsiteX0" fmla="*/ 391 w 12865"/>
                  <a:gd name="connsiteY0" fmla="*/ 10892 h 10892"/>
                  <a:gd name="connsiteX1" fmla="*/ 8 w 12865"/>
                  <a:gd name="connsiteY1" fmla="*/ 4116 h 10892"/>
                  <a:gd name="connsiteX2" fmla="*/ 2479 w 12865"/>
                  <a:gd name="connsiteY2" fmla="*/ 0 h 10892"/>
                  <a:gd name="connsiteX3" fmla="*/ 12865 w 12865"/>
                  <a:gd name="connsiteY3" fmla="*/ 452 h 10892"/>
                  <a:gd name="connsiteX4" fmla="*/ 391 w 12865"/>
                  <a:gd name="connsiteY4" fmla="*/ 10892 h 10892"/>
                  <a:gd name="connsiteX0" fmla="*/ 183 w 12657"/>
                  <a:gd name="connsiteY0" fmla="*/ 10892 h 10892"/>
                  <a:gd name="connsiteX1" fmla="*/ 8 w 12657"/>
                  <a:gd name="connsiteY1" fmla="*/ 7238 h 10892"/>
                  <a:gd name="connsiteX2" fmla="*/ 2271 w 12657"/>
                  <a:gd name="connsiteY2" fmla="*/ 0 h 10892"/>
                  <a:gd name="connsiteX3" fmla="*/ 12657 w 12657"/>
                  <a:gd name="connsiteY3" fmla="*/ 452 h 10892"/>
                  <a:gd name="connsiteX4" fmla="*/ 183 w 12657"/>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440 h 10440"/>
                  <a:gd name="connsiteX1" fmla="*/ 0 w 12649"/>
                  <a:gd name="connsiteY1" fmla="*/ 6786 h 10440"/>
                  <a:gd name="connsiteX2" fmla="*/ 2263 w 12649"/>
                  <a:gd name="connsiteY2" fmla="*/ 217 h 10440"/>
                  <a:gd name="connsiteX3" fmla="*/ 12649 w 12649"/>
                  <a:gd name="connsiteY3" fmla="*/ 0 h 10440"/>
                  <a:gd name="connsiteX4" fmla="*/ 175 w 12649"/>
                  <a:gd name="connsiteY4" fmla="*/ 10440 h 1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 h="10440">
                    <a:moveTo>
                      <a:pt x="175" y="10440"/>
                    </a:moveTo>
                    <a:cubicBezTo>
                      <a:pt x="47" y="8181"/>
                      <a:pt x="128" y="9045"/>
                      <a:pt x="0" y="6786"/>
                    </a:cubicBezTo>
                    <a:cubicBezTo>
                      <a:pt x="1563" y="2515"/>
                      <a:pt x="1463" y="3373"/>
                      <a:pt x="2263" y="217"/>
                    </a:cubicBezTo>
                    <a:lnTo>
                      <a:pt x="12649" y="0"/>
                    </a:lnTo>
                    <a:lnTo>
                      <a:pt x="175" y="1044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1" name="Group 560">
                <a:extLst>
                  <a:ext uri="{FF2B5EF4-FFF2-40B4-BE49-F238E27FC236}">
                    <a16:creationId xmlns:a16="http://schemas.microsoft.com/office/drawing/2014/main" xmlns="" id="{C29EA216-1A13-4648-B304-50B3793355C6}"/>
                  </a:ext>
                </a:extLst>
              </p:cNvPr>
              <p:cNvGrpSpPr/>
              <p:nvPr/>
            </p:nvGrpSpPr>
            <p:grpSpPr>
              <a:xfrm>
                <a:off x="10210705" y="4577638"/>
                <a:ext cx="571917" cy="461666"/>
                <a:chOff x="9980560" y="726571"/>
                <a:chExt cx="659732" cy="461666"/>
              </a:xfrm>
            </p:grpSpPr>
            <p:sp>
              <p:nvSpPr>
                <p:cNvPr id="562" name="Rectangle 228">
                  <a:extLst>
                    <a:ext uri="{FF2B5EF4-FFF2-40B4-BE49-F238E27FC236}">
                      <a16:creationId xmlns:a16="http://schemas.microsoft.com/office/drawing/2014/main" xmlns="" id="{DE075DD4-ED42-6A4D-AE73-7FF16B94014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3" name="Rectangle 229">
                  <a:extLst>
                    <a:ext uri="{FF2B5EF4-FFF2-40B4-BE49-F238E27FC236}">
                      <a16:creationId xmlns:a16="http://schemas.microsoft.com/office/drawing/2014/main" xmlns="" id="{F7259EAC-8796-1E43-A2F4-D2BFE8251B24}"/>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4" name="Text Box 230">
                  <a:extLst>
                    <a:ext uri="{FF2B5EF4-FFF2-40B4-BE49-F238E27FC236}">
                      <a16:creationId xmlns:a16="http://schemas.microsoft.com/office/drawing/2014/main" xmlns="" id="{1FFEDBB2-C626-674C-897C-7265632ACAB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65" name="Straight Connector 564">
                  <a:extLst>
                    <a:ext uri="{FF2B5EF4-FFF2-40B4-BE49-F238E27FC236}">
                      <a16:creationId xmlns:a16="http://schemas.microsoft.com/office/drawing/2014/main" xmlns="" id="{219CCEA3-E9D0-E24D-8DA6-838694003D8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xmlns="" id="{3166A4C7-E5AA-FA45-9EA8-29BB7351E88B}"/>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05" name="Group 104">
            <a:extLst>
              <a:ext uri="{FF2B5EF4-FFF2-40B4-BE49-F238E27FC236}">
                <a16:creationId xmlns:a16="http://schemas.microsoft.com/office/drawing/2014/main" xmlns=""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xmlns=""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xmlns=""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xmlns=""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xmlns=""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xmlns=""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xmlns=""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xmlns=""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57" name="Freeform 456">
            <a:extLst>
              <a:ext uri="{FF2B5EF4-FFF2-40B4-BE49-F238E27FC236}">
                <a16:creationId xmlns:a16="http://schemas.microsoft.com/office/drawing/2014/main" xmlns="" id="{C29E3841-9511-CE48-9C97-7A796907B706}"/>
              </a:ext>
            </a:extLst>
          </p:cNvPr>
          <p:cNvSpPr/>
          <p:nvPr/>
        </p:nvSpPr>
        <p:spPr>
          <a:xfrm>
            <a:off x="7288696" y="3114260"/>
            <a:ext cx="3064097" cy="2683755"/>
          </a:xfrm>
          <a:custGeom>
            <a:avLst/>
            <a:gdLst>
              <a:gd name="connsiteX0" fmla="*/ 0 w 2769704"/>
              <a:gd name="connsiteY0" fmla="*/ 0 h 2637182"/>
              <a:gd name="connsiteX1" fmla="*/ 980661 w 2769704"/>
              <a:gd name="connsiteY1" fmla="*/ 1007165 h 2637182"/>
              <a:gd name="connsiteX2" fmla="*/ 2014330 w 2769704"/>
              <a:gd name="connsiteY2" fmla="*/ 993913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621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998374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753026 w 2769704"/>
              <a:gd name="connsiteY5" fmla="*/ 2050143 h 2637182"/>
              <a:gd name="connsiteX6" fmla="*/ 2769704 w 2769704"/>
              <a:gd name="connsiteY6" fmla="*/ 2637182 h 2637182"/>
              <a:gd name="connsiteX0" fmla="*/ 0 w 2753026"/>
              <a:gd name="connsiteY0" fmla="*/ 0 h 2628261"/>
              <a:gd name="connsiteX1" fmla="*/ 980661 w 2753026"/>
              <a:gd name="connsiteY1" fmla="*/ 1007165 h 2628261"/>
              <a:gd name="connsiteX2" fmla="*/ 2014330 w 2753026"/>
              <a:gd name="connsiteY2" fmla="*/ 1011756 h 2628261"/>
              <a:gd name="connsiteX3" fmla="*/ 2478156 w 2753026"/>
              <a:gd name="connsiteY3" fmla="*/ 1007165 h 2628261"/>
              <a:gd name="connsiteX4" fmla="*/ 2054087 w 2753026"/>
              <a:gd name="connsiteY4" fmla="*/ 1709530 h 2628261"/>
              <a:gd name="connsiteX5" fmla="*/ 2753026 w 2753026"/>
              <a:gd name="connsiteY5" fmla="*/ 2050143 h 2628261"/>
              <a:gd name="connsiteX6" fmla="*/ 2742942 w 2753026"/>
              <a:gd name="connsiteY6" fmla="*/ 2628261 h 2628261"/>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4 w 2760784"/>
              <a:gd name="connsiteY6" fmla="*/ 2820062 h 2820062"/>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3 w 2760784"/>
              <a:gd name="connsiteY6" fmla="*/ 2639768 h 2820062"/>
              <a:gd name="connsiteX7" fmla="*/ 2760784 w 2760784"/>
              <a:gd name="connsiteY7" fmla="*/ 2820062 h 2820062"/>
              <a:gd name="connsiteX0" fmla="*/ 0 w 3188991"/>
              <a:gd name="connsiteY0" fmla="*/ 0 h 2681787"/>
              <a:gd name="connsiteX1" fmla="*/ 980661 w 3188991"/>
              <a:gd name="connsiteY1" fmla="*/ 1007165 h 2681787"/>
              <a:gd name="connsiteX2" fmla="*/ 2014330 w 3188991"/>
              <a:gd name="connsiteY2" fmla="*/ 1011756 h 2681787"/>
              <a:gd name="connsiteX3" fmla="*/ 2478156 w 3188991"/>
              <a:gd name="connsiteY3" fmla="*/ 1007165 h 2681787"/>
              <a:gd name="connsiteX4" fmla="*/ 2054087 w 3188991"/>
              <a:gd name="connsiteY4" fmla="*/ 1709530 h 2681787"/>
              <a:gd name="connsiteX5" fmla="*/ 2753026 w 3188991"/>
              <a:gd name="connsiteY5" fmla="*/ 2050143 h 2681787"/>
              <a:gd name="connsiteX6" fmla="*/ 2760783 w 3188991"/>
              <a:gd name="connsiteY6" fmla="*/ 2639768 h 2681787"/>
              <a:gd name="connsiteX7" fmla="*/ 3188991 w 3188991"/>
              <a:gd name="connsiteY7" fmla="*/ 2681787 h 2681787"/>
              <a:gd name="connsiteX0" fmla="*/ 0 w 3188991"/>
              <a:gd name="connsiteY0" fmla="*/ 0 h 2691285"/>
              <a:gd name="connsiteX1" fmla="*/ 980661 w 3188991"/>
              <a:gd name="connsiteY1" fmla="*/ 1007165 h 2691285"/>
              <a:gd name="connsiteX2" fmla="*/ 2014330 w 3188991"/>
              <a:gd name="connsiteY2" fmla="*/ 1011756 h 2691285"/>
              <a:gd name="connsiteX3" fmla="*/ 2478156 w 3188991"/>
              <a:gd name="connsiteY3" fmla="*/ 1007165 h 2691285"/>
              <a:gd name="connsiteX4" fmla="*/ 2054087 w 3188991"/>
              <a:gd name="connsiteY4" fmla="*/ 1709530 h 2691285"/>
              <a:gd name="connsiteX5" fmla="*/ 2753026 w 3188991"/>
              <a:gd name="connsiteY5" fmla="*/ 2050143 h 2691285"/>
              <a:gd name="connsiteX6" fmla="*/ 2760783 w 3188991"/>
              <a:gd name="connsiteY6" fmla="*/ 2639768 h 2691285"/>
              <a:gd name="connsiteX7" fmla="*/ 3188991 w 3188991"/>
              <a:gd name="connsiteY7" fmla="*/ 2681787 h 2691285"/>
              <a:gd name="connsiteX0" fmla="*/ 0 w 3188991"/>
              <a:gd name="connsiteY0" fmla="*/ 0 h 2700394"/>
              <a:gd name="connsiteX1" fmla="*/ 980661 w 3188991"/>
              <a:gd name="connsiteY1" fmla="*/ 1007165 h 2700394"/>
              <a:gd name="connsiteX2" fmla="*/ 2014330 w 3188991"/>
              <a:gd name="connsiteY2" fmla="*/ 1011756 h 2700394"/>
              <a:gd name="connsiteX3" fmla="*/ 2478156 w 3188991"/>
              <a:gd name="connsiteY3" fmla="*/ 1007165 h 2700394"/>
              <a:gd name="connsiteX4" fmla="*/ 2054087 w 3188991"/>
              <a:gd name="connsiteY4" fmla="*/ 1709530 h 2700394"/>
              <a:gd name="connsiteX5" fmla="*/ 2753026 w 3188991"/>
              <a:gd name="connsiteY5" fmla="*/ 2050143 h 2700394"/>
              <a:gd name="connsiteX6" fmla="*/ 2765243 w 3188991"/>
              <a:gd name="connsiteY6" fmla="*/ 2662071 h 2700394"/>
              <a:gd name="connsiteX7" fmla="*/ 3188991 w 3188991"/>
              <a:gd name="connsiteY7" fmla="*/ 2681787 h 2700394"/>
              <a:gd name="connsiteX0" fmla="*/ 0 w 3188991"/>
              <a:gd name="connsiteY0" fmla="*/ 0 h 2686921"/>
              <a:gd name="connsiteX1" fmla="*/ 980661 w 3188991"/>
              <a:gd name="connsiteY1" fmla="*/ 1007165 h 2686921"/>
              <a:gd name="connsiteX2" fmla="*/ 2014330 w 3188991"/>
              <a:gd name="connsiteY2" fmla="*/ 1011756 h 2686921"/>
              <a:gd name="connsiteX3" fmla="*/ 2478156 w 3188991"/>
              <a:gd name="connsiteY3" fmla="*/ 1007165 h 2686921"/>
              <a:gd name="connsiteX4" fmla="*/ 2054087 w 3188991"/>
              <a:gd name="connsiteY4" fmla="*/ 1709530 h 2686921"/>
              <a:gd name="connsiteX5" fmla="*/ 2753026 w 3188991"/>
              <a:gd name="connsiteY5" fmla="*/ 2050143 h 2686921"/>
              <a:gd name="connsiteX6" fmla="*/ 2765243 w 3188991"/>
              <a:gd name="connsiteY6" fmla="*/ 2662071 h 2686921"/>
              <a:gd name="connsiteX7" fmla="*/ 3188991 w 3188991"/>
              <a:gd name="connsiteY7" fmla="*/ 2681787 h 2686921"/>
              <a:gd name="connsiteX0" fmla="*/ 0 w 3188991"/>
              <a:gd name="connsiteY0" fmla="*/ 0 h 2689619"/>
              <a:gd name="connsiteX1" fmla="*/ 980661 w 3188991"/>
              <a:gd name="connsiteY1" fmla="*/ 1007165 h 2689619"/>
              <a:gd name="connsiteX2" fmla="*/ 2014330 w 3188991"/>
              <a:gd name="connsiteY2" fmla="*/ 1011756 h 2689619"/>
              <a:gd name="connsiteX3" fmla="*/ 2478156 w 3188991"/>
              <a:gd name="connsiteY3" fmla="*/ 1007165 h 2689619"/>
              <a:gd name="connsiteX4" fmla="*/ 2054087 w 3188991"/>
              <a:gd name="connsiteY4" fmla="*/ 1709530 h 2689619"/>
              <a:gd name="connsiteX5" fmla="*/ 2753026 w 3188991"/>
              <a:gd name="connsiteY5" fmla="*/ 2050143 h 2689619"/>
              <a:gd name="connsiteX6" fmla="*/ 2769703 w 3188991"/>
              <a:gd name="connsiteY6" fmla="*/ 2675452 h 2689619"/>
              <a:gd name="connsiteX7" fmla="*/ 3188991 w 3188991"/>
              <a:gd name="connsiteY7" fmla="*/ 2681787 h 2689619"/>
              <a:gd name="connsiteX0" fmla="*/ 0 w 3188991"/>
              <a:gd name="connsiteY0" fmla="*/ 0 h 2681967"/>
              <a:gd name="connsiteX1" fmla="*/ 980661 w 3188991"/>
              <a:gd name="connsiteY1" fmla="*/ 1007165 h 2681967"/>
              <a:gd name="connsiteX2" fmla="*/ 2014330 w 3188991"/>
              <a:gd name="connsiteY2" fmla="*/ 1011756 h 2681967"/>
              <a:gd name="connsiteX3" fmla="*/ 2478156 w 3188991"/>
              <a:gd name="connsiteY3" fmla="*/ 1007165 h 2681967"/>
              <a:gd name="connsiteX4" fmla="*/ 2054087 w 3188991"/>
              <a:gd name="connsiteY4" fmla="*/ 1709530 h 2681967"/>
              <a:gd name="connsiteX5" fmla="*/ 2753026 w 3188991"/>
              <a:gd name="connsiteY5" fmla="*/ 2050143 h 2681967"/>
              <a:gd name="connsiteX6" fmla="*/ 2769703 w 3188991"/>
              <a:gd name="connsiteY6" fmla="*/ 2675452 h 2681967"/>
              <a:gd name="connsiteX7" fmla="*/ 3188991 w 3188991"/>
              <a:gd name="connsiteY7" fmla="*/ 2681787 h 2681967"/>
              <a:gd name="connsiteX0" fmla="*/ 0 w 3188991"/>
              <a:gd name="connsiteY0" fmla="*/ 0 h 2687647"/>
              <a:gd name="connsiteX1" fmla="*/ 980661 w 3188991"/>
              <a:gd name="connsiteY1" fmla="*/ 1007165 h 2687647"/>
              <a:gd name="connsiteX2" fmla="*/ 2014330 w 3188991"/>
              <a:gd name="connsiteY2" fmla="*/ 1011756 h 2687647"/>
              <a:gd name="connsiteX3" fmla="*/ 2478156 w 3188991"/>
              <a:gd name="connsiteY3" fmla="*/ 1007165 h 2687647"/>
              <a:gd name="connsiteX4" fmla="*/ 2054087 w 3188991"/>
              <a:gd name="connsiteY4" fmla="*/ 1709530 h 2687647"/>
              <a:gd name="connsiteX5" fmla="*/ 2753026 w 3188991"/>
              <a:gd name="connsiteY5" fmla="*/ 2050143 h 2687647"/>
              <a:gd name="connsiteX6" fmla="*/ 2769703 w 3188991"/>
              <a:gd name="connsiteY6" fmla="*/ 2675452 h 2687647"/>
              <a:gd name="connsiteX7" fmla="*/ 3188991 w 3188991"/>
              <a:gd name="connsiteY7" fmla="*/ 2681787 h 2687647"/>
              <a:gd name="connsiteX0" fmla="*/ 0 w 3064097"/>
              <a:gd name="connsiteY0" fmla="*/ 0 h 2687647"/>
              <a:gd name="connsiteX1" fmla="*/ 980661 w 3064097"/>
              <a:gd name="connsiteY1" fmla="*/ 1007165 h 2687647"/>
              <a:gd name="connsiteX2" fmla="*/ 2014330 w 3064097"/>
              <a:gd name="connsiteY2" fmla="*/ 1011756 h 2687647"/>
              <a:gd name="connsiteX3" fmla="*/ 2478156 w 3064097"/>
              <a:gd name="connsiteY3" fmla="*/ 1007165 h 2687647"/>
              <a:gd name="connsiteX4" fmla="*/ 2054087 w 3064097"/>
              <a:gd name="connsiteY4" fmla="*/ 1709530 h 2687647"/>
              <a:gd name="connsiteX5" fmla="*/ 2753026 w 3064097"/>
              <a:gd name="connsiteY5" fmla="*/ 2050143 h 2687647"/>
              <a:gd name="connsiteX6" fmla="*/ 2769703 w 3064097"/>
              <a:gd name="connsiteY6" fmla="*/ 2675452 h 2687647"/>
              <a:gd name="connsiteX7" fmla="*/ 3064097 w 3064097"/>
              <a:gd name="connsiteY7" fmla="*/ 2681787 h 2687647"/>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4097" h="2683755">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w="31750">
            <a:solidFill>
              <a:srgbClr val="C0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xmlns="" id="{B7C8E70B-CD71-5344-8A10-A97CD4A21DD6}"/>
              </a:ext>
            </a:extLst>
          </p:cNvPr>
          <p:cNvGrpSpPr/>
          <p:nvPr/>
        </p:nvGrpSpPr>
        <p:grpSpPr>
          <a:xfrm>
            <a:off x="6543892" y="2922262"/>
            <a:ext cx="3175" cy="379738"/>
            <a:chOff x="6543892" y="2922262"/>
            <a:chExt cx="3175" cy="379738"/>
          </a:xfrm>
        </p:grpSpPr>
        <p:cxnSp>
          <p:nvCxnSpPr>
            <p:cNvPr id="4" name="Straight Arrow Connector 3">
              <a:extLst>
                <a:ext uri="{FF2B5EF4-FFF2-40B4-BE49-F238E27FC236}">
                  <a16:creationId xmlns:a16="http://schemas.microsoft.com/office/drawing/2014/main" xmlns="" id="{6BDA0B02-D308-914F-B9AF-9B30A608DC39}"/>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a:extLst>
                <a:ext uri="{FF2B5EF4-FFF2-40B4-BE49-F238E27FC236}">
                  <a16:creationId xmlns:a16="http://schemas.microsoft.com/office/drawing/2014/main" xmlns="" id="{57B8E898-44FB-B841-AE65-AE09A8A0CFEB}"/>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1" name="Group 540">
            <a:extLst>
              <a:ext uri="{FF2B5EF4-FFF2-40B4-BE49-F238E27FC236}">
                <a16:creationId xmlns:a16="http://schemas.microsoft.com/office/drawing/2014/main" xmlns="" id="{B56D1341-8122-3F4B-B605-EEF86D2EC3FE}"/>
              </a:ext>
            </a:extLst>
          </p:cNvPr>
          <p:cNvGrpSpPr/>
          <p:nvPr/>
        </p:nvGrpSpPr>
        <p:grpSpPr>
          <a:xfrm>
            <a:off x="11233367" y="5608312"/>
            <a:ext cx="3175" cy="379738"/>
            <a:chOff x="6543892" y="2922262"/>
            <a:chExt cx="3175" cy="379738"/>
          </a:xfrm>
        </p:grpSpPr>
        <p:cxnSp>
          <p:nvCxnSpPr>
            <p:cNvPr id="542" name="Straight Arrow Connector 541">
              <a:extLst>
                <a:ext uri="{FF2B5EF4-FFF2-40B4-BE49-F238E27FC236}">
                  <a16:creationId xmlns:a16="http://schemas.microsoft.com/office/drawing/2014/main" xmlns="" id="{8548ACDB-2213-B74B-9620-96BE011EBED2}"/>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a16="http://schemas.microsoft.com/office/drawing/2014/main" xmlns="" id="{B997A270-0B54-B346-940E-141C5BCBA349}"/>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4" name="Slide Number Placeholder 4">
            <a:extLst>
              <a:ext uri="{FF2B5EF4-FFF2-40B4-BE49-F238E27FC236}">
                <a16:creationId xmlns:a16="http://schemas.microsoft.com/office/drawing/2014/main" xmlns="" id="{78A6B799-8B01-D64E-9924-2C0FA4115D5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a:t>
            </a:fld>
            <a:endParaRPr lang="en-US" dirty="0"/>
          </a:p>
        </p:txBody>
      </p:sp>
    </p:spTree>
    <p:extLst>
      <p:ext uri="{BB962C8B-B14F-4D97-AF65-F5344CB8AC3E}">
        <p14:creationId xmlns:p14="http://schemas.microsoft.com/office/powerpoint/2010/main" val="277286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22" presetClass="entr" presetSubtype="2" fill="hold" nodeType="withEffect">
                                  <p:stCondLst>
                                    <p:cond delay="0"/>
                                  </p:stCondLst>
                                  <p:childTnLst>
                                    <p:set>
                                      <p:cBhvr>
                                        <p:cTn id="9" dur="1" fill="hold">
                                          <p:stCondLst>
                                            <p:cond delay="0"/>
                                          </p:stCondLst>
                                        </p:cTn>
                                        <p:tgtEl>
                                          <p:spTgt spid="474"/>
                                        </p:tgtEl>
                                        <p:attrNameLst>
                                          <p:attrName>style.visibility</p:attrName>
                                        </p:attrNameLst>
                                      </p:cBhvr>
                                      <p:to>
                                        <p:strVal val="visible"/>
                                      </p:to>
                                    </p:set>
                                    <p:animEffect transition="in" filter="wipe(right)">
                                      <p:cBhvr>
                                        <p:cTn id="10" dur="500"/>
                                        <p:tgtEl>
                                          <p:spTgt spid="474"/>
                                        </p:tgtEl>
                                      </p:cBhvr>
                                    </p:animEffect>
                                  </p:childTnLst>
                                </p:cTn>
                              </p:par>
                              <p:par>
                                <p:cTn id="11" presetID="22" presetClass="entr" presetSubtype="8"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animEffect transition="in" filter="wipe(left)">
                                      <p:cBhvr>
                                        <p:cTn id="13" dur="500"/>
                                        <p:tgtEl>
                                          <p:spTgt spid="464"/>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dissolve">
                                      <p:cBhvr>
                                        <p:cTn id="19" dur="500"/>
                                        <p:tgtEl>
                                          <p:spTgt spid="6">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541"/>
                                        </p:tgtEl>
                                        <p:attrNameLst>
                                          <p:attrName>style.visibility</p:attrName>
                                        </p:attrNameLst>
                                      </p:cBhvr>
                                      <p:to>
                                        <p:strVal val="visible"/>
                                      </p:to>
                                    </p:set>
                                    <p:animEffect transition="in" filter="dissolve">
                                      <p:cBhvr>
                                        <p:cTn id="25" dur="500"/>
                                        <p:tgtEl>
                                          <p:spTgt spid="5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dissolve">
                                      <p:cBhvr>
                                        <p:cTn id="34" dur="1000"/>
                                        <p:tgtEl>
                                          <p:spTgt spid="47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dissolve">
                                      <p:cBhvr>
                                        <p:cTn id="39" dur="500"/>
                                        <p:tgtEl>
                                          <p:spTgt spid="6">
                                            <p:txEl>
                                              <p:pRg st="4" end="4"/>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57"/>
                                        </p:tgtEl>
                                        <p:attrNameLst>
                                          <p:attrName>style.visibility</p:attrName>
                                        </p:attrNameLst>
                                      </p:cBhvr>
                                      <p:to>
                                        <p:strVal val="visible"/>
                                      </p:to>
                                    </p:set>
                                    <p:animEffect transition="in" filter="dissolve">
                                      <p:cBhvr>
                                        <p:cTn id="43" dur="1000"/>
                                        <p:tgtEl>
                                          <p:spTgt spid="457"/>
                                        </p:tgtEl>
                                      </p:cBhvr>
                                    </p:animEffect>
                                  </p:childTnLst>
                                </p:cTn>
                              </p:par>
                              <p:par>
                                <p:cTn id="44" presetID="9" presetClass="entr" presetSubtype="0" fill="hold"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dissolve">
                                      <p:cBhvr>
                                        <p:cTn id="46" dur="500"/>
                                        <p:tgtEl>
                                          <p:spTgt spid="6">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dissolve">
                                      <p:cBhvr>
                                        <p:cTn id="4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p:txBody>
          <a:bodyPr>
            <a:normAutofit/>
          </a:bodyPr>
          <a:lstStyle/>
          <a:p>
            <a:r>
              <a:rPr lang="en-US" sz="4800" dirty="0"/>
              <a:t>Two key network-layer functions</a:t>
            </a:r>
          </a:p>
        </p:txBody>
      </p:sp>
      <p:sp>
        <p:nvSpPr>
          <p:cNvPr id="3" name="Content Placeholder 2">
            <a:extLst>
              <a:ext uri="{FF2B5EF4-FFF2-40B4-BE49-F238E27FC236}">
                <a16:creationId xmlns:a16="http://schemas.microsoft.com/office/drawing/2014/main" xmlns="" id="{55464CE4-E4F1-4F4A-A1DB-26BB66DC4403}"/>
              </a:ext>
            </a:extLst>
          </p:cNvPr>
          <p:cNvSpPr>
            <a:spLocks noGrp="1"/>
          </p:cNvSpPr>
          <p:nvPr>
            <p:ph sz="half" idx="1"/>
          </p:nvPr>
        </p:nvSpPr>
        <p:spPr>
          <a:xfrm>
            <a:off x="877956" y="1666601"/>
            <a:ext cx="5181600" cy="1890791"/>
          </a:xfrm>
        </p:spPr>
        <p:txBody>
          <a:bodyPr/>
          <a:lstStyle/>
          <a:p>
            <a:pPr marL="0" indent="0">
              <a:spcBef>
                <a:spcPts val="600"/>
              </a:spcBef>
              <a:buNone/>
            </a:pPr>
            <a:r>
              <a:rPr lang="en-US" altLang="en-US" sz="3200" dirty="0">
                <a:solidFill>
                  <a:srgbClr val="CC0000"/>
                </a:solidFill>
                <a:ea typeface="ＭＳ Ｐゴシック" panose="020B0600070205080204" pitchFamily="34" charset="-128"/>
                <a:cs typeface="ＭＳ Ｐゴシック" panose="020B0600070205080204" pitchFamily="34" charset="-128"/>
              </a:rPr>
              <a:t>network-layer functions:</a:t>
            </a:r>
          </a:p>
          <a:p>
            <a:pPr indent="-234950">
              <a:spcBef>
                <a:spcPts val="600"/>
              </a:spcBef>
            </a:pPr>
            <a:r>
              <a:rPr lang="en-US" altLang="en-US" i="1" dirty="0">
                <a:solidFill>
                  <a:srgbClr val="000099"/>
                </a:solidFill>
                <a:ea typeface="ＭＳ Ｐゴシック" panose="020B0600070205080204" pitchFamily="34" charset="-128"/>
                <a:cs typeface="ＭＳ Ｐゴシック" panose="020B0600070205080204" pitchFamily="34" charset="-128"/>
              </a:rPr>
              <a:t>forwarding:</a:t>
            </a:r>
            <a:r>
              <a:rPr lang="en-US" altLang="en-US" dirty="0">
                <a:ea typeface="ＭＳ Ｐゴシック" panose="020B0600070205080204" pitchFamily="34" charset="-128"/>
                <a:cs typeface="ＭＳ Ｐゴシック" panose="020B0600070205080204" pitchFamily="34" charset="-128"/>
              </a:rPr>
              <a:t> move packets from a router’</a:t>
            </a:r>
            <a:r>
              <a:rPr lang="en-US" altLang="ja-JP" dirty="0">
                <a:ea typeface="ＭＳ Ｐゴシック" panose="020B0600070205080204" pitchFamily="34" charset="-128"/>
                <a:cs typeface="ＭＳ Ｐゴシック" panose="020B0600070205080204" pitchFamily="34" charset="-128"/>
              </a:rPr>
              <a:t>s input link to appropriate router output link</a:t>
            </a:r>
          </a:p>
          <a:p>
            <a:endParaRPr lang="en-US" dirty="0"/>
          </a:p>
        </p:txBody>
      </p:sp>
      <p:sp>
        <p:nvSpPr>
          <p:cNvPr id="4" name="Content Placeholder 3">
            <a:extLst>
              <a:ext uri="{FF2B5EF4-FFF2-40B4-BE49-F238E27FC236}">
                <a16:creationId xmlns:a16="http://schemas.microsoft.com/office/drawing/2014/main" xmlns="" id="{98DB0211-6ED0-7F44-B672-CF345E4B3295}"/>
              </a:ext>
            </a:extLst>
          </p:cNvPr>
          <p:cNvSpPr>
            <a:spLocks noGrp="1"/>
          </p:cNvSpPr>
          <p:nvPr>
            <p:ph sz="half" idx="2"/>
          </p:nvPr>
        </p:nvSpPr>
        <p:spPr>
          <a:xfrm>
            <a:off x="6172200" y="1693105"/>
            <a:ext cx="5181600" cy="4351338"/>
          </a:xfrm>
        </p:spPr>
        <p:txBody>
          <a:bodyPr/>
          <a:lstStyle/>
          <a:p>
            <a:pPr marL="342900" indent="-342900">
              <a:lnSpc>
                <a:spcPct val="85000"/>
              </a:lnSpc>
              <a:spcBef>
                <a:spcPts val="600"/>
              </a:spcBef>
              <a:buClr>
                <a:srgbClr val="000099"/>
              </a:buClr>
              <a:buSzPct val="65000"/>
              <a:buFont typeface="Wingdings" charset="0"/>
              <a:buNone/>
              <a:defRPr/>
            </a:pPr>
            <a:r>
              <a:rPr lang="en-US" sz="3200" dirty="0">
                <a:solidFill>
                  <a:srgbClr val="CC0000"/>
                </a:solidFill>
                <a:ea typeface="ＭＳ Ｐゴシック" charset="0"/>
                <a:cs typeface="ＭＳ Ｐゴシック" charset="0"/>
              </a:rPr>
              <a:t>analogy: taking a trip</a:t>
            </a:r>
          </a:p>
          <a:p>
            <a:pPr indent="-234950">
              <a:lnSpc>
                <a:spcPct val="85000"/>
              </a:lnSpc>
              <a:spcBef>
                <a:spcPts val="600"/>
              </a:spcBef>
              <a:buClr>
                <a:srgbClr val="000099"/>
              </a:buClr>
              <a:buSzPct val="100000"/>
              <a:buFont typeface="Wingdings" charset="2"/>
              <a:buChar char="§"/>
              <a:defRPr/>
            </a:pPr>
            <a:r>
              <a:rPr lang="en-US" i="1" dirty="0">
                <a:solidFill>
                  <a:srgbClr val="000099"/>
                </a:solidFill>
                <a:ea typeface="ＭＳ Ｐゴシック" charset="0"/>
                <a:cs typeface="ＭＳ Ｐゴシック" charset="0"/>
              </a:rPr>
              <a:t>forwarding</a:t>
            </a:r>
            <a:r>
              <a:rPr lang="en-US" i="1" dirty="0">
                <a:solidFill>
                  <a:schemeClr val="accent2"/>
                </a:solidFill>
                <a:ea typeface="ＭＳ Ｐゴシック" charset="0"/>
                <a:cs typeface="ＭＳ Ｐゴシック" charset="0"/>
              </a:rPr>
              <a:t>:</a:t>
            </a:r>
            <a:r>
              <a:rPr lang="en-US" dirty="0">
                <a:ea typeface="ＭＳ Ｐゴシック" charset="0"/>
                <a:cs typeface="ＭＳ Ｐゴシック" charset="0"/>
              </a:rPr>
              <a:t> process of getting through single interchange</a:t>
            </a:r>
          </a:p>
          <a:p>
            <a:pPr marL="130175" indent="0">
              <a:buNone/>
            </a:pPr>
            <a:endParaRPr lang="en-US" dirty="0"/>
          </a:p>
        </p:txBody>
      </p:sp>
      <p:grpSp>
        <p:nvGrpSpPr>
          <p:cNvPr id="12" name="Group 11">
            <a:extLst>
              <a:ext uri="{FF2B5EF4-FFF2-40B4-BE49-F238E27FC236}">
                <a16:creationId xmlns:a16="http://schemas.microsoft.com/office/drawing/2014/main" xmlns="" id="{68371013-A5FC-6449-8EBD-FFD24F88C1EA}"/>
              </a:ext>
            </a:extLst>
          </p:cNvPr>
          <p:cNvGrpSpPr/>
          <p:nvPr/>
        </p:nvGrpSpPr>
        <p:grpSpPr>
          <a:xfrm>
            <a:off x="6519334" y="4075932"/>
            <a:ext cx="2227101" cy="1745933"/>
            <a:chOff x="6519334" y="4075932"/>
            <a:chExt cx="2227101" cy="1745933"/>
          </a:xfrm>
        </p:grpSpPr>
        <p:pic>
          <p:nvPicPr>
            <p:cNvPr id="7" name="Picture 4" descr="Why traffic apps make congestion worse | Berkeley News">
              <a:extLst>
                <a:ext uri="{FF2B5EF4-FFF2-40B4-BE49-F238E27FC236}">
                  <a16:creationId xmlns:a16="http://schemas.microsoft.com/office/drawing/2014/main" xmlns="" id="{CD6CA999-26EA-C043-A05F-7FF647C23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213" y="4075932"/>
              <a:ext cx="2140222" cy="14268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D296BA12-D229-844C-A5E1-61D8CC428F53}"/>
                </a:ext>
              </a:extLst>
            </p:cNvPr>
            <p:cNvSpPr txBox="1"/>
            <p:nvPr/>
          </p:nvSpPr>
          <p:spPr>
            <a:xfrm>
              <a:off x="6519334" y="5452533"/>
              <a:ext cx="12092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forwarding</a:t>
              </a:r>
            </a:p>
          </p:txBody>
        </p:sp>
      </p:grpSp>
      <p:grpSp>
        <p:nvGrpSpPr>
          <p:cNvPr id="13" name="Group 12">
            <a:extLst>
              <a:ext uri="{FF2B5EF4-FFF2-40B4-BE49-F238E27FC236}">
                <a16:creationId xmlns:a16="http://schemas.microsoft.com/office/drawing/2014/main" xmlns="" id="{88DBC121-CDA2-B741-8F45-B80ACE3E69DE}"/>
              </a:ext>
            </a:extLst>
          </p:cNvPr>
          <p:cNvGrpSpPr/>
          <p:nvPr/>
        </p:nvGrpSpPr>
        <p:grpSpPr>
          <a:xfrm>
            <a:off x="8314267" y="4706696"/>
            <a:ext cx="2953118" cy="1640102"/>
            <a:chOff x="8314267" y="4706696"/>
            <a:chExt cx="2953118" cy="1640102"/>
          </a:xfrm>
        </p:grpSpPr>
        <p:pic>
          <p:nvPicPr>
            <p:cNvPr id="9" name="Picture 8">
              <a:extLst>
                <a:ext uri="{FF2B5EF4-FFF2-40B4-BE49-F238E27FC236}">
                  <a16:creationId xmlns:a16="http://schemas.microsoft.com/office/drawing/2014/main" xmlns="" id="{7884099A-DDCA-7547-BE60-5A9CFCE7F631}"/>
                </a:ext>
              </a:extLst>
            </p:cNvPr>
            <p:cNvPicPr>
              <a:picLocks noChangeAspect="1"/>
            </p:cNvPicPr>
            <p:nvPr/>
          </p:nvPicPr>
          <p:blipFill>
            <a:blip r:embed="rId4"/>
            <a:stretch>
              <a:fillRect/>
            </a:stretch>
          </p:blipFill>
          <p:spPr>
            <a:xfrm>
              <a:off x="8415131" y="4706696"/>
              <a:ext cx="2852254" cy="1323319"/>
            </a:xfrm>
            <a:prstGeom prst="rect">
              <a:avLst/>
            </a:prstGeom>
          </p:spPr>
        </p:pic>
        <p:sp>
          <p:nvSpPr>
            <p:cNvPr id="10" name="TextBox 9">
              <a:extLst>
                <a:ext uri="{FF2B5EF4-FFF2-40B4-BE49-F238E27FC236}">
                  <a16:creationId xmlns:a16="http://schemas.microsoft.com/office/drawing/2014/main" xmlns="" id="{781A4B5F-43BE-FB43-AF10-E92F839A199B}"/>
                </a:ext>
              </a:extLst>
            </p:cNvPr>
            <p:cNvSpPr txBox="1"/>
            <p:nvPr/>
          </p:nvSpPr>
          <p:spPr>
            <a:xfrm>
              <a:off x="8314267" y="5977466"/>
              <a:ext cx="8654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grpSp>
      <p:sp>
        <p:nvSpPr>
          <p:cNvPr id="11" name="Content Placeholder 3">
            <a:extLst>
              <a:ext uri="{FF2B5EF4-FFF2-40B4-BE49-F238E27FC236}">
                <a16:creationId xmlns:a16="http://schemas.microsoft.com/office/drawing/2014/main" xmlns="" id="{D007BA21-27F4-4642-B902-0EF872DFA1E0}"/>
              </a:ext>
            </a:extLst>
          </p:cNvPr>
          <p:cNvSpPr txBox="1">
            <a:spLocks/>
          </p:cNvSpPr>
          <p:nvPr/>
        </p:nvSpPr>
        <p:spPr>
          <a:xfrm>
            <a:off x="6183682" y="3026965"/>
            <a:ext cx="5181600" cy="8792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ＭＳ Ｐゴシック" charset="0"/>
              </a:rPr>
              <a:t>routing:</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 process of planning trip from source to destination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Content Placeholder 2">
            <a:extLst>
              <a:ext uri="{FF2B5EF4-FFF2-40B4-BE49-F238E27FC236}">
                <a16:creationId xmlns:a16="http://schemas.microsoft.com/office/drawing/2014/main" xmlns="" id="{E9D472C9-435D-D347-A485-D65E6F2FE2CE}"/>
              </a:ext>
            </a:extLst>
          </p:cNvPr>
          <p:cNvSpPr txBox="1">
            <a:spLocks/>
          </p:cNvSpPr>
          <p:nvPr/>
        </p:nvSpPr>
        <p:spPr>
          <a:xfrm>
            <a:off x="880044" y="3441526"/>
            <a:ext cx="5181600" cy="185698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routing: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determine route taken by packets from source to destination</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routing algorithms</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lide Number Placeholder 4">
            <a:extLst>
              <a:ext uri="{FF2B5EF4-FFF2-40B4-BE49-F238E27FC236}">
                <a16:creationId xmlns:a16="http://schemas.microsoft.com/office/drawing/2014/main" xmlns=""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a:t>
            </a:fld>
            <a:endParaRPr lang="en-US" dirty="0"/>
          </a:p>
        </p:txBody>
      </p:sp>
    </p:spTree>
    <p:extLst>
      <p:ext uri="{BB962C8B-B14F-4D97-AF65-F5344CB8AC3E}">
        <p14:creationId xmlns:p14="http://schemas.microsoft.com/office/powerpoint/2010/main" val="91225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par>
                                <p:cTn id="21" presetID="9"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dissolv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p:txBody>
          <a:bodyPr>
            <a:normAutofit/>
          </a:bodyPr>
          <a:lstStyle/>
          <a:p>
            <a:r>
              <a:rPr lang="en-US" sz="4800" dirty="0"/>
              <a:t>Network layer: data plane, control plane</a:t>
            </a:r>
          </a:p>
        </p:txBody>
      </p:sp>
      <p:sp>
        <p:nvSpPr>
          <p:cNvPr id="3" name="Content Placeholder 2">
            <a:extLst>
              <a:ext uri="{FF2B5EF4-FFF2-40B4-BE49-F238E27FC236}">
                <a16:creationId xmlns:a16="http://schemas.microsoft.com/office/drawing/2014/main" xmlns="" id="{55464CE4-E4F1-4F4A-A1DB-26BB66DC4403}"/>
              </a:ext>
            </a:extLst>
          </p:cNvPr>
          <p:cNvSpPr>
            <a:spLocks noGrp="1"/>
          </p:cNvSpPr>
          <p:nvPr>
            <p:ph sz="half" idx="1"/>
          </p:nvPr>
        </p:nvSpPr>
        <p:spPr>
          <a:xfrm>
            <a:off x="771938" y="1534078"/>
            <a:ext cx="4621697" cy="4351338"/>
          </a:xfrm>
        </p:spPr>
        <p:txBody>
          <a:bodyPr>
            <a:normAutofit/>
          </a:bodyPr>
          <a:lstStyle/>
          <a:p>
            <a:pPr marL="0" indent="0">
              <a:buFont typeface="Wingdings" charset="2"/>
              <a:buNone/>
              <a:defRPr/>
            </a:pPr>
            <a:r>
              <a:rPr lang="en-US" sz="3200" dirty="0">
                <a:solidFill>
                  <a:srgbClr val="CC0000"/>
                </a:solidFill>
              </a:rPr>
              <a:t>Data plane:</a:t>
            </a:r>
          </a:p>
          <a:p>
            <a:pPr marL="292100" indent="-292100">
              <a:spcBef>
                <a:spcPts val="600"/>
              </a:spcBef>
              <a:buFont typeface="Wingdings" charset="2"/>
              <a:buChar char="§"/>
              <a:defRPr/>
            </a:pPr>
            <a:r>
              <a:rPr lang="en-US" i="1" dirty="0">
                <a:solidFill>
                  <a:srgbClr val="0000A3"/>
                </a:solidFill>
              </a:rPr>
              <a:t>local</a:t>
            </a:r>
            <a:r>
              <a:rPr lang="en-US" dirty="0"/>
              <a:t>, per-router function</a:t>
            </a:r>
          </a:p>
          <a:p>
            <a:pPr marL="292100" indent="-292100">
              <a:spcBef>
                <a:spcPts val="600"/>
              </a:spcBef>
              <a:buFont typeface="Wingdings" charset="2"/>
              <a:buChar char="§"/>
              <a:defRPr/>
            </a:pPr>
            <a:r>
              <a:rPr lang="en-US" dirty="0"/>
              <a:t>determines how datagram arriving on router input port is forwarded to router output port</a:t>
            </a:r>
          </a:p>
          <a:p>
            <a:pPr marL="130175" indent="0">
              <a:buNone/>
            </a:pPr>
            <a:endParaRPr lang="en-US" dirty="0"/>
          </a:p>
        </p:txBody>
      </p:sp>
      <p:sp>
        <p:nvSpPr>
          <p:cNvPr id="4" name="Content Placeholder 3">
            <a:extLst>
              <a:ext uri="{FF2B5EF4-FFF2-40B4-BE49-F238E27FC236}">
                <a16:creationId xmlns:a16="http://schemas.microsoft.com/office/drawing/2014/main" xmlns="" id="{98DB0211-6ED0-7F44-B672-CF345E4B3295}"/>
              </a:ext>
            </a:extLst>
          </p:cNvPr>
          <p:cNvSpPr>
            <a:spLocks noGrp="1"/>
          </p:cNvSpPr>
          <p:nvPr>
            <p:ph sz="half" idx="2"/>
          </p:nvPr>
        </p:nvSpPr>
        <p:spPr>
          <a:xfrm>
            <a:off x="6278216" y="1547331"/>
            <a:ext cx="5502965" cy="4614932"/>
          </a:xfrm>
        </p:spPr>
        <p:txBody>
          <a:bodyPr>
            <a:normAutofit/>
          </a:bodyPr>
          <a:lstStyle/>
          <a:p>
            <a:pPr marL="0" indent="0">
              <a:buFont typeface="Wingdings" charset="2"/>
              <a:buNone/>
              <a:defRPr/>
            </a:pPr>
            <a:r>
              <a:rPr lang="en-US" sz="3200" dirty="0">
                <a:solidFill>
                  <a:srgbClr val="CC0000"/>
                </a:solidFill>
              </a:rPr>
              <a:t>Control plane</a:t>
            </a:r>
          </a:p>
          <a:p>
            <a:pPr marL="228600" indent="-228600">
              <a:spcBef>
                <a:spcPts val="600"/>
              </a:spcBef>
              <a:defRPr/>
            </a:pPr>
            <a:r>
              <a:rPr lang="en-US" i="1" dirty="0">
                <a:solidFill>
                  <a:srgbClr val="0000A3"/>
                </a:solidFill>
              </a:rPr>
              <a:t>network-wide</a:t>
            </a:r>
            <a:r>
              <a:rPr lang="en-US" dirty="0"/>
              <a:t> logic</a:t>
            </a:r>
          </a:p>
          <a:p>
            <a:pPr marL="228600" indent="-228600">
              <a:spcBef>
                <a:spcPts val="600"/>
              </a:spcBef>
              <a:defRPr/>
            </a:pPr>
            <a:r>
              <a:rPr lang="en-US" dirty="0"/>
              <a:t>determines how datagram is routed among routers along end-end path from source host to destination host</a:t>
            </a:r>
          </a:p>
          <a:p>
            <a:endParaRPr lang="en-US" dirty="0"/>
          </a:p>
        </p:txBody>
      </p:sp>
      <p:grpSp>
        <p:nvGrpSpPr>
          <p:cNvPr id="34" name="Group 8">
            <a:extLst>
              <a:ext uri="{FF2B5EF4-FFF2-40B4-BE49-F238E27FC236}">
                <a16:creationId xmlns:a16="http://schemas.microsoft.com/office/drawing/2014/main" xmlns="" id="{A631C563-0189-334C-BAD6-5E7863CB03FA}"/>
              </a:ext>
            </a:extLst>
          </p:cNvPr>
          <p:cNvGrpSpPr>
            <a:grpSpLocks/>
          </p:cNvGrpSpPr>
          <p:nvPr/>
        </p:nvGrpSpPr>
        <p:grpSpPr bwMode="auto">
          <a:xfrm>
            <a:off x="1181100" y="4260145"/>
            <a:ext cx="3643313" cy="1582738"/>
            <a:chOff x="842050" y="4767952"/>
            <a:chExt cx="3644169" cy="1582996"/>
          </a:xfrm>
        </p:grpSpPr>
        <p:sp>
          <p:nvSpPr>
            <p:cNvPr id="35" name="Freeform 2">
              <a:extLst>
                <a:ext uri="{FF2B5EF4-FFF2-40B4-BE49-F238E27FC236}">
                  <a16:creationId xmlns:a16="http://schemas.microsoft.com/office/drawing/2014/main" xmlns="" id="{4BAC525B-86C4-444C-8006-DE0779B6AF01}"/>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ＭＳ Ｐゴシック" charset="0"/>
              </a:endParaRPr>
            </a:p>
          </p:txBody>
        </p:sp>
        <p:cxnSp>
          <p:nvCxnSpPr>
            <p:cNvPr id="36" name="Straight Connector 35">
              <a:extLst>
                <a:ext uri="{FF2B5EF4-FFF2-40B4-BE49-F238E27FC236}">
                  <a16:creationId xmlns:a16="http://schemas.microsoft.com/office/drawing/2014/main" xmlns="" id="{7D15FAE8-03F8-BA4A-951E-9D4D23E6D586}"/>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37" name="Straight Connector 36">
              <a:extLst>
                <a:ext uri="{FF2B5EF4-FFF2-40B4-BE49-F238E27FC236}">
                  <a16:creationId xmlns:a16="http://schemas.microsoft.com/office/drawing/2014/main" xmlns="" id="{2744B5FC-216C-3645-866B-ECC6E4613BA8}"/>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38" name="Straight Connector 37">
              <a:extLst>
                <a:ext uri="{FF2B5EF4-FFF2-40B4-BE49-F238E27FC236}">
                  <a16:creationId xmlns:a16="http://schemas.microsoft.com/office/drawing/2014/main" xmlns="" id="{6AF9B2C2-7AB9-604B-B4AE-5D6F8CA0DFF9}"/>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39" name="Straight Connector 38">
              <a:extLst>
                <a:ext uri="{FF2B5EF4-FFF2-40B4-BE49-F238E27FC236}">
                  <a16:creationId xmlns:a16="http://schemas.microsoft.com/office/drawing/2014/main" xmlns="" id="{650A0971-27B1-0A40-B11B-F30D52475911}"/>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40" name="TextBox 265">
              <a:extLst>
                <a:ext uri="{FF2B5EF4-FFF2-40B4-BE49-F238E27FC236}">
                  <a16:creationId xmlns:a16="http://schemas.microsoft.com/office/drawing/2014/main" xmlns="" id="{4BD8D488-F9B4-5D47-8E0A-48546209837D}"/>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1" name="TextBox 281">
              <a:extLst>
                <a:ext uri="{FF2B5EF4-FFF2-40B4-BE49-F238E27FC236}">
                  <a16:creationId xmlns:a16="http://schemas.microsoft.com/office/drawing/2014/main" xmlns="" id="{AD5D47CA-82AD-DC4E-A2CC-F6555ADBB73E}"/>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42" name="TextBox 282">
              <a:extLst>
                <a:ext uri="{FF2B5EF4-FFF2-40B4-BE49-F238E27FC236}">
                  <a16:creationId xmlns:a16="http://schemas.microsoft.com/office/drawing/2014/main" xmlns="" id="{755C7E60-8A5C-5B4E-BCD3-83EC372268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nvGrpSpPr>
            <p:cNvPr id="43" name="Group 5">
              <a:extLst>
                <a:ext uri="{FF2B5EF4-FFF2-40B4-BE49-F238E27FC236}">
                  <a16:creationId xmlns:a16="http://schemas.microsoft.com/office/drawing/2014/main" xmlns="" id="{DA838191-9D78-6E40-B146-38B5229893F5}"/>
                </a:ext>
              </a:extLst>
            </p:cNvPr>
            <p:cNvGrpSpPr>
              <a:grpSpLocks/>
            </p:cNvGrpSpPr>
            <p:nvPr/>
          </p:nvGrpSpPr>
          <p:grpSpPr bwMode="auto">
            <a:xfrm>
              <a:off x="938213" y="5237163"/>
              <a:ext cx="1616075" cy="487362"/>
              <a:chOff x="-4079003" y="2717403"/>
              <a:chExt cx="1616718" cy="488475"/>
            </a:xfrm>
          </p:grpSpPr>
          <p:sp>
            <p:nvSpPr>
              <p:cNvPr id="56" name="Rectangle 97">
                <a:extLst>
                  <a:ext uri="{FF2B5EF4-FFF2-40B4-BE49-F238E27FC236}">
                    <a16:creationId xmlns:a16="http://schemas.microsoft.com/office/drawing/2014/main" xmlns="" id="{79AE2BC3-C380-EE40-9462-41F3726CC38E}"/>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Rectangle 98">
                <a:extLst>
                  <a:ext uri="{FF2B5EF4-FFF2-40B4-BE49-F238E27FC236}">
                    <a16:creationId xmlns:a16="http://schemas.microsoft.com/office/drawing/2014/main" xmlns="" id="{2D568618-D5B3-354C-974C-0C2355EDED34}"/>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99">
                <a:extLst>
                  <a:ext uri="{FF2B5EF4-FFF2-40B4-BE49-F238E27FC236}">
                    <a16:creationId xmlns:a16="http://schemas.microsoft.com/office/drawing/2014/main" xmlns="" id="{D67E4958-4052-B649-83B2-2706B277FB1C}"/>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Rectangle 104">
                <a:extLst>
                  <a:ext uri="{FF2B5EF4-FFF2-40B4-BE49-F238E27FC236}">
                    <a16:creationId xmlns:a16="http://schemas.microsoft.com/office/drawing/2014/main" xmlns="" id="{A6E72E22-A826-4E49-AA53-8A5FCBA23E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 name="Text Box 105">
                <a:extLst>
                  <a:ext uri="{FF2B5EF4-FFF2-40B4-BE49-F238E27FC236}">
                    <a16:creationId xmlns:a16="http://schemas.microsoft.com/office/drawing/2014/main" xmlns="" id="{1BBEBC69-F691-7B4E-AA1F-3F1CFFF5C6D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61" name="Line 119">
                <a:extLst>
                  <a:ext uri="{FF2B5EF4-FFF2-40B4-BE49-F238E27FC236}">
                    <a16:creationId xmlns:a16="http://schemas.microsoft.com/office/drawing/2014/main" xmlns="" id="{4522617A-F9E8-6C4D-890C-B40CD1F2DA2B}"/>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 name="TextBox 6">
              <a:extLst>
                <a:ext uri="{FF2B5EF4-FFF2-40B4-BE49-F238E27FC236}">
                  <a16:creationId xmlns:a16="http://schemas.microsoft.com/office/drawing/2014/main" xmlns="" id="{E04647EA-CE57-8E43-979A-6EBC3F213DDC}"/>
                </a:ext>
              </a:extLst>
            </p:cNvPr>
            <p:cNvSpPr txBox="1">
              <a:spLocks noChangeArrowheads="1"/>
            </p:cNvSpPr>
            <p:nvPr/>
          </p:nvSpPr>
          <p:spPr bwMode="auto">
            <a:xfrm>
              <a:off x="842050" y="4767952"/>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 name="Group 357">
              <a:extLst>
                <a:ext uri="{FF2B5EF4-FFF2-40B4-BE49-F238E27FC236}">
                  <a16:creationId xmlns:a16="http://schemas.microsoft.com/office/drawing/2014/main" xmlns="" id="{09AF8C17-7E42-874A-B83C-5931470E1EC4}"/>
                </a:ext>
              </a:extLst>
            </p:cNvPr>
            <p:cNvGrpSpPr>
              <a:grpSpLocks/>
            </p:cNvGrpSpPr>
            <p:nvPr/>
          </p:nvGrpSpPr>
          <p:grpSpPr bwMode="auto">
            <a:xfrm>
              <a:off x="2714625" y="5659438"/>
              <a:ext cx="565150" cy="293687"/>
              <a:chOff x="1871277" y="1576300"/>
              <a:chExt cx="1128371" cy="437861"/>
            </a:xfrm>
          </p:grpSpPr>
          <p:sp>
            <p:nvSpPr>
              <p:cNvPr id="47" name="Oval 46">
                <a:extLst>
                  <a:ext uri="{FF2B5EF4-FFF2-40B4-BE49-F238E27FC236}">
                    <a16:creationId xmlns:a16="http://schemas.microsoft.com/office/drawing/2014/main" xmlns="" id="{442B41FA-D8CE-DA4F-BCCC-0C4BA14A7880}"/>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8" name="Rectangle 47">
                <a:extLst>
                  <a:ext uri="{FF2B5EF4-FFF2-40B4-BE49-F238E27FC236}">
                    <a16:creationId xmlns:a16="http://schemas.microsoft.com/office/drawing/2014/main" xmlns="" id="{A77B4157-033B-B042-B386-C7E81265D594}"/>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9" name="Oval 48">
                <a:extLst>
                  <a:ext uri="{FF2B5EF4-FFF2-40B4-BE49-F238E27FC236}">
                    <a16:creationId xmlns:a16="http://schemas.microsoft.com/office/drawing/2014/main" xmlns="" id="{2D486A47-1979-CC46-BE7C-FE1EE9FB3502}"/>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50" name="Freeform 49">
                <a:extLst>
                  <a:ext uri="{FF2B5EF4-FFF2-40B4-BE49-F238E27FC236}">
                    <a16:creationId xmlns:a16="http://schemas.microsoft.com/office/drawing/2014/main" xmlns="" id="{573261F5-AADE-5B49-B26C-73A061CB4A13}"/>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51" name="Freeform 50">
                <a:extLst>
                  <a:ext uri="{FF2B5EF4-FFF2-40B4-BE49-F238E27FC236}">
                    <a16:creationId xmlns:a16="http://schemas.microsoft.com/office/drawing/2014/main" xmlns="" id="{1AFE4CA0-422C-BB45-8378-5923AFA3A2D6}"/>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Freeform 51">
                <a:extLst>
                  <a:ext uri="{FF2B5EF4-FFF2-40B4-BE49-F238E27FC236}">
                    <a16:creationId xmlns:a16="http://schemas.microsoft.com/office/drawing/2014/main" xmlns="" id="{C2270E51-2490-C240-AD5F-825154ECC122}"/>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Freeform 52">
                <a:extLst>
                  <a:ext uri="{FF2B5EF4-FFF2-40B4-BE49-F238E27FC236}">
                    <a16:creationId xmlns:a16="http://schemas.microsoft.com/office/drawing/2014/main" xmlns="" id="{008859F4-DF2D-4347-8249-C929496F3B2F}"/>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4" name="Straight Connector 53">
                <a:extLst>
                  <a:ext uri="{FF2B5EF4-FFF2-40B4-BE49-F238E27FC236}">
                    <a16:creationId xmlns:a16="http://schemas.microsoft.com/office/drawing/2014/main" xmlns="" id="{8255DA76-192D-044B-8762-92700C24A73E}"/>
                  </a:ext>
                </a:extLst>
              </p:cNvPr>
              <p:cNvCxnSpPr>
                <a:cxnSpLocks noChangeShapeType="1"/>
                <a:endCxn id="49"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xmlns="" id="{B8121134-CF29-9643-A097-AC1724B9BC6C}"/>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 name="Freeform 120">
              <a:extLst>
                <a:ext uri="{FF2B5EF4-FFF2-40B4-BE49-F238E27FC236}">
                  <a16:creationId xmlns:a16="http://schemas.microsoft.com/office/drawing/2014/main" xmlns="" id="{AA8DABE2-7520-5C45-941C-F8EFCE33F9A2}"/>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2" name="Content Placeholder 3">
            <a:extLst>
              <a:ext uri="{FF2B5EF4-FFF2-40B4-BE49-F238E27FC236}">
                <a16:creationId xmlns:a16="http://schemas.microsoft.com/office/drawing/2014/main" xmlns="" id="{A06F5D4D-83A2-064D-AF5B-6B67A6A12AB8}"/>
              </a:ext>
            </a:extLst>
          </p:cNvPr>
          <p:cNvSpPr txBox="1">
            <a:spLocks/>
          </p:cNvSpPr>
          <p:nvPr/>
        </p:nvSpPr>
        <p:spPr>
          <a:xfrm>
            <a:off x="6255252" y="4142307"/>
            <a:ext cx="5502965" cy="20956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two control-plane approaches: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traditional routing algorithms: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implemented in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software-defined networking (SDN)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implemented in (remote) servers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lide Number Placeholder 4">
            <a:extLst>
              <a:ext uri="{FF2B5EF4-FFF2-40B4-BE49-F238E27FC236}">
                <a16:creationId xmlns:a16="http://schemas.microsoft.com/office/drawing/2014/main" xmlns="" id="{E1DA7C3D-A185-DD42-9D1C-17140F6215E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5</a:t>
            </a:fld>
            <a:endParaRPr lang="en-US" dirty="0"/>
          </a:p>
        </p:txBody>
      </p:sp>
    </p:spTree>
    <p:extLst>
      <p:ext uri="{BB962C8B-B14F-4D97-AF65-F5344CB8AC3E}">
        <p14:creationId xmlns:p14="http://schemas.microsoft.com/office/powerpoint/2010/main" val="80450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dissolve">
                                      <p:cBhvr>
                                        <p:cTn id="1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53B46D7-DEDF-364B-99E9-3FB1F889B8A9}"/>
              </a:ext>
            </a:extLst>
          </p:cNvPr>
          <p:cNvSpPr>
            <a:spLocks noGrp="1"/>
          </p:cNvSpPr>
          <p:nvPr>
            <p:ph type="title"/>
          </p:nvPr>
        </p:nvSpPr>
        <p:spPr>
          <a:xfrm>
            <a:off x="838200" y="279543"/>
            <a:ext cx="10515600" cy="894622"/>
          </a:xfrm>
        </p:spPr>
        <p:txBody>
          <a:bodyPr>
            <a:normAutofit/>
          </a:bodyPr>
          <a:lstStyle/>
          <a:p>
            <a:r>
              <a:rPr lang="en-US" sz="4800" dirty="0"/>
              <a:t>Per-router control plane</a:t>
            </a:r>
          </a:p>
        </p:txBody>
      </p:sp>
      <p:sp>
        <p:nvSpPr>
          <p:cNvPr id="4" name="TextBox 257">
            <a:extLst>
              <a:ext uri="{FF2B5EF4-FFF2-40B4-BE49-F238E27FC236}">
                <a16:creationId xmlns:a16="http://schemas.microsoft.com/office/drawing/2014/main" xmlns="" id="{8EB40520-A927-A94E-975A-4093319F1CF3}"/>
              </a:ext>
            </a:extLst>
          </p:cNvPr>
          <p:cNvSpPr txBox="1">
            <a:spLocks noChangeArrowheads="1"/>
          </p:cNvSpPr>
          <p:nvPr/>
        </p:nvSpPr>
        <p:spPr bwMode="auto">
          <a:xfrm>
            <a:off x="780773" y="1101105"/>
            <a:ext cx="1098715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Individual routing algorithm components </a:t>
            </a:r>
            <a:r>
              <a:rPr kumimoji="0" lang="en-US" altLang="en-US" sz="3200" b="0" i="1" u="none" strike="noStrike" kern="1200" cap="none" spc="0" normalizeH="0" baseline="0" noProof="0" dirty="0">
                <a:ln>
                  <a:noFill/>
                </a:ln>
                <a:solidFill>
                  <a:srgbClr val="000090"/>
                </a:solidFill>
                <a:effectLst/>
                <a:uLnTx/>
                <a:uFillTx/>
                <a:latin typeface="Calibri" panose="020F0502020204030204"/>
                <a:ea typeface="ＭＳ Ｐゴシック" panose="020B0600070205080204" pitchFamily="34" charset="-128"/>
                <a:cs typeface="+mn-cs"/>
              </a:rPr>
              <a:t>in each and every router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interact in the control plane</a:t>
            </a:r>
          </a:p>
        </p:txBody>
      </p:sp>
      <p:sp>
        <p:nvSpPr>
          <p:cNvPr id="238" name="Freeform 2">
            <a:extLst>
              <a:ext uri="{FF2B5EF4-FFF2-40B4-BE49-F238E27FC236}">
                <a16:creationId xmlns:a16="http://schemas.microsoft.com/office/drawing/2014/main" xmlns="" id="{66A80B54-F93B-A94A-938E-DFA6C3C90E64}"/>
              </a:ext>
            </a:extLst>
          </p:cNvPr>
          <p:cNvSpPr>
            <a:spLocks/>
          </p:cNvSpPr>
          <p:nvPr/>
        </p:nvSpPr>
        <p:spPr bwMode="auto">
          <a:xfrm>
            <a:off x="4182648" y="5476945"/>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9" name="Straight Connector 238">
            <a:extLst>
              <a:ext uri="{FF2B5EF4-FFF2-40B4-BE49-F238E27FC236}">
                <a16:creationId xmlns:a16="http://schemas.microsoft.com/office/drawing/2014/main" xmlns="" id="{6B89A56E-4B45-1449-B1CC-C8EF7ABE50B3}"/>
              </a:ext>
            </a:extLst>
          </p:cNvPr>
          <p:cNvCxnSpPr/>
          <p:nvPr/>
        </p:nvCxnSpPr>
        <p:spPr>
          <a:xfrm flipV="1">
            <a:off x="4812885" y="5629345"/>
            <a:ext cx="1316038" cy="13176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a16="http://schemas.microsoft.com/office/drawing/2014/main" xmlns="" id="{2740CBE6-0A59-E645-A69D-A9AE662529A8}"/>
              </a:ext>
            </a:extLst>
          </p:cNvPr>
          <p:cNvCxnSpPr/>
          <p:nvPr/>
        </p:nvCxnSpPr>
        <p:spPr>
          <a:xfrm>
            <a:off x="4701760" y="5815082"/>
            <a:ext cx="2259013" cy="300038"/>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a16="http://schemas.microsoft.com/office/drawing/2014/main" xmlns="" id="{FEDEF0D8-C674-7A42-948E-7E305FE7E98D}"/>
              </a:ext>
            </a:extLst>
          </p:cNvPr>
          <p:cNvCxnSpPr/>
          <p:nvPr/>
        </p:nvCxnSpPr>
        <p:spPr>
          <a:xfrm>
            <a:off x="4714460" y="5921445"/>
            <a:ext cx="714375" cy="274637"/>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a16="http://schemas.microsoft.com/office/drawing/2014/main" xmlns="" id="{88FEC270-B253-8E44-A411-9C7971EEB2C5}"/>
              </a:ext>
            </a:extLst>
          </p:cNvPr>
          <p:cNvCxnSpPr/>
          <p:nvPr/>
        </p:nvCxnSpPr>
        <p:spPr>
          <a:xfrm flipV="1">
            <a:off x="5732048" y="6115120"/>
            <a:ext cx="1247775" cy="8096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a16="http://schemas.microsoft.com/office/drawing/2014/main" xmlns="" id="{829E7CD6-E2DF-3F41-969B-DA845A408D9F}"/>
              </a:ext>
            </a:extLst>
          </p:cNvPr>
          <p:cNvCxnSpPr/>
          <p:nvPr/>
        </p:nvCxnSpPr>
        <p:spPr>
          <a:xfrm>
            <a:off x="6392448" y="5661095"/>
            <a:ext cx="1057275" cy="123825"/>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a16="http://schemas.microsoft.com/office/drawing/2014/main" xmlns="" id="{DE601DF1-8D2D-2A46-BC8F-F868A11F76CA}"/>
              </a:ext>
            </a:extLst>
          </p:cNvPr>
          <p:cNvCxnSpPr/>
          <p:nvPr/>
        </p:nvCxnSpPr>
        <p:spPr>
          <a:xfrm flipV="1">
            <a:off x="5676485" y="5815082"/>
            <a:ext cx="1790700" cy="300038"/>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a16="http://schemas.microsoft.com/office/drawing/2014/main" xmlns="" id="{A11DDE0B-F575-FA48-8F6B-03D4A7733DCF}"/>
              </a:ext>
            </a:extLst>
          </p:cNvPr>
          <p:cNvCxnSpPr/>
          <p:nvPr/>
        </p:nvCxnSpPr>
        <p:spPr>
          <a:xfrm flipV="1">
            <a:off x="7003635" y="5843657"/>
            <a:ext cx="588963" cy="271463"/>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a16="http://schemas.microsoft.com/office/drawing/2014/main" xmlns="" id="{ADA6CD88-616E-B24E-8E41-831DCFC74F88}"/>
              </a:ext>
            </a:extLst>
          </p:cNvPr>
          <p:cNvCxnSpPr/>
          <p:nvPr/>
        </p:nvCxnSpPr>
        <p:spPr>
          <a:xfrm>
            <a:off x="6146385" y="5629345"/>
            <a:ext cx="814388" cy="400050"/>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a16="http://schemas.microsoft.com/office/drawing/2014/main" xmlns="" id="{F23FF8D1-2C6B-9448-B97C-26AA0FF38328}"/>
              </a:ext>
            </a:extLst>
          </p:cNvPr>
          <p:cNvGrpSpPr>
            <a:grpSpLocks/>
          </p:cNvGrpSpPr>
          <p:nvPr/>
        </p:nvGrpSpPr>
        <p:grpSpPr bwMode="auto">
          <a:xfrm>
            <a:off x="5271673" y="6054795"/>
            <a:ext cx="563562" cy="293687"/>
            <a:chOff x="1871277" y="1576300"/>
            <a:chExt cx="1128371" cy="437861"/>
          </a:xfrm>
        </p:grpSpPr>
        <p:sp>
          <p:nvSpPr>
            <p:cNvPr id="248" name="Oval 247">
              <a:extLst>
                <a:ext uri="{FF2B5EF4-FFF2-40B4-BE49-F238E27FC236}">
                  <a16:creationId xmlns:a16="http://schemas.microsoft.com/office/drawing/2014/main" xmlns=""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49" name="Rectangle 248">
              <a:extLst>
                <a:ext uri="{FF2B5EF4-FFF2-40B4-BE49-F238E27FC236}">
                  <a16:creationId xmlns:a16="http://schemas.microsoft.com/office/drawing/2014/main" xmlns=""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0" name="Oval 249">
              <a:extLst>
                <a:ext uri="{FF2B5EF4-FFF2-40B4-BE49-F238E27FC236}">
                  <a16:creationId xmlns:a16="http://schemas.microsoft.com/office/drawing/2014/main" xmlns=""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1" name="Freeform 250">
              <a:extLst>
                <a:ext uri="{FF2B5EF4-FFF2-40B4-BE49-F238E27FC236}">
                  <a16:creationId xmlns:a16="http://schemas.microsoft.com/office/drawing/2014/main" xmlns=""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52" name="Freeform 251">
              <a:extLst>
                <a:ext uri="{FF2B5EF4-FFF2-40B4-BE49-F238E27FC236}">
                  <a16:creationId xmlns:a16="http://schemas.microsoft.com/office/drawing/2014/main" xmlns=""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Freeform 252">
              <a:extLst>
                <a:ext uri="{FF2B5EF4-FFF2-40B4-BE49-F238E27FC236}">
                  <a16:creationId xmlns:a16="http://schemas.microsoft.com/office/drawing/2014/main" xmlns=""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Freeform 253">
              <a:extLst>
                <a:ext uri="{FF2B5EF4-FFF2-40B4-BE49-F238E27FC236}">
                  <a16:creationId xmlns:a16="http://schemas.microsoft.com/office/drawing/2014/main" xmlns=""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55" name="Straight Connector 254">
              <a:extLst>
                <a:ext uri="{FF2B5EF4-FFF2-40B4-BE49-F238E27FC236}">
                  <a16:creationId xmlns:a16="http://schemas.microsoft.com/office/drawing/2014/main" xmlns=""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a16="http://schemas.microsoft.com/office/drawing/2014/main" xmlns=""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a16="http://schemas.microsoft.com/office/drawing/2014/main" xmlns="" id="{C6D6E434-396F-824D-B42D-39B257E17412}"/>
              </a:ext>
            </a:extLst>
          </p:cNvPr>
          <p:cNvGrpSpPr>
            <a:grpSpLocks/>
          </p:cNvGrpSpPr>
          <p:nvPr/>
        </p:nvGrpSpPr>
        <p:grpSpPr bwMode="auto">
          <a:xfrm>
            <a:off x="5966998" y="5513457"/>
            <a:ext cx="565150" cy="292100"/>
            <a:chOff x="1871277" y="1576300"/>
            <a:chExt cx="1128371" cy="437861"/>
          </a:xfrm>
        </p:grpSpPr>
        <p:sp>
          <p:nvSpPr>
            <p:cNvPr id="258" name="Oval 257">
              <a:extLst>
                <a:ext uri="{FF2B5EF4-FFF2-40B4-BE49-F238E27FC236}">
                  <a16:creationId xmlns:a16="http://schemas.microsoft.com/office/drawing/2014/main" xmlns=""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9" name="Rectangle 258">
              <a:extLst>
                <a:ext uri="{FF2B5EF4-FFF2-40B4-BE49-F238E27FC236}">
                  <a16:creationId xmlns:a16="http://schemas.microsoft.com/office/drawing/2014/main" xmlns=""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a16="http://schemas.microsoft.com/office/drawing/2014/main" xmlns=""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1" name="Freeform 260">
              <a:extLst>
                <a:ext uri="{FF2B5EF4-FFF2-40B4-BE49-F238E27FC236}">
                  <a16:creationId xmlns:a16="http://schemas.microsoft.com/office/drawing/2014/main" xmlns=""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a16="http://schemas.microsoft.com/office/drawing/2014/main" xmlns=""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Freeform 262">
              <a:extLst>
                <a:ext uri="{FF2B5EF4-FFF2-40B4-BE49-F238E27FC236}">
                  <a16:creationId xmlns:a16="http://schemas.microsoft.com/office/drawing/2014/main" xmlns=""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263">
              <a:extLst>
                <a:ext uri="{FF2B5EF4-FFF2-40B4-BE49-F238E27FC236}">
                  <a16:creationId xmlns:a16="http://schemas.microsoft.com/office/drawing/2014/main" xmlns=""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65" name="Straight Connector 264">
              <a:extLst>
                <a:ext uri="{FF2B5EF4-FFF2-40B4-BE49-F238E27FC236}">
                  <a16:creationId xmlns:a16="http://schemas.microsoft.com/office/drawing/2014/main" xmlns=""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a16="http://schemas.microsoft.com/office/drawing/2014/main" xmlns=""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a16="http://schemas.microsoft.com/office/drawing/2014/main" xmlns="" id="{82B40A4C-BCB9-0F49-86D8-65358510B247}"/>
              </a:ext>
            </a:extLst>
          </p:cNvPr>
          <p:cNvGrpSpPr>
            <a:grpSpLocks/>
          </p:cNvGrpSpPr>
          <p:nvPr/>
        </p:nvGrpSpPr>
        <p:grpSpPr bwMode="auto">
          <a:xfrm>
            <a:off x="6609935" y="5967482"/>
            <a:ext cx="563563" cy="293688"/>
            <a:chOff x="1871277" y="1576300"/>
            <a:chExt cx="1128371" cy="437861"/>
          </a:xfrm>
        </p:grpSpPr>
        <p:sp>
          <p:nvSpPr>
            <p:cNvPr id="268" name="Oval 267">
              <a:extLst>
                <a:ext uri="{FF2B5EF4-FFF2-40B4-BE49-F238E27FC236}">
                  <a16:creationId xmlns:a16="http://schemas.microsoft.com/office/drawing/2014/main" xmlns=""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9" name="Rectangle 268">
              <a:extLst>
                <a:ext uri="{FF2B5EF4-FFF2-40B4-BE49-F238E27FC236}">
                  <a16:creationId xmlns:a16="http://schemas.microsoft.com/office/drawing/2014/main" xmlns=""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0" name="Oval 269">
              <a:extLst>
                <a:ext uri="{FF2B5EF4-FFF2-40B4-BE49-F238E27FC236}">
                  <a16:creationId xmlns:a16="http://schemas.microsoft.com/office/drawing/2014/main" xmlns=""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1" name="Freeform 270">
              <a:extLst>
                <a:ext uri="{FF2B5EF4-FFF2-40B4-BE49-F238E27FC236}">
                  <a16:creationId xmlns:a16="http://schemas.microsoft.com/office/drawing/2014/main" xmlns=""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72" name="Freeform 271">
              <a:extLst>
                <a:ext uri="{FF2B5EF4-FFF2-40B4-BE49-F238E27FC236}">
                  <a16:creationId xmlns:a16="http://schemas.microsoft.com/office/drawing/2014/main" xmlns=""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3" name="Freeform 272">
              <a:extLst>
                <a:ext uri="{FF2B5EF4-FFF2-40B4-BE49-F238E27FC236}">
                  <a16:creationId xmlns:a16="http://schemas.microsoft.com/office/drawing/2014/main" xmlns=""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Freeform 273">
              <a:extLst>
                <a:ext uri="{FF2B5EF4-FFF2-40B4-BE49-F238E27FC236}">
                  <a16:creationId xmlns:a16="http://schemas.microsoft.com/office/drawing/2014/main" xmlns=""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5" name="Straight Connector 274">
              <a:extLst>
                <a:ext uri="{FF2B5EF4-FFF2-40B4-BE49-F238E27FC236}">
                  <a16:creationId xmlns:a16="http://schemas.microsoft.com/office/drawing/2014/main" xmlns=""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a16="http://schemas.microsoft.com/office/drawing/2014/main" xmlns=""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a16="http://schemas.microsoft.com/office/drawing/2014/main" xmlns="" id="{EA66C38A-2A9F-054D-B190-0607C48440C0}"/>
              </a:ext>
            </a:extLst>
          </p:cNvPr>
          <p:cNvGrpSpPr>
            <a:grpSpLocks/>
          </p:cNvGrpSpPr>
          <p:nvPr/>
        </p:nvGrpSpPr>
        <p:grpSpPr bwMode="auto">
          <a:xfrm>
            <a:off x="7332248" y="5653157"/>
            <a:ext cx="565150" cy="293688"/>
            <a:chOff x="1871277" y="1576300"/>
            <a:chExt cx="1128371" cy="437861"/>
          </a:xfrm>
        </p:grpSpPr>
        <p:sp>
          <p:nvSpPr>
            <p:cNvPr id="278" name="Oval 277">
              <a:extLst>
                <a:ext uri="{FF2B5EF4-FFF2-40B4-BE49-F238E27FC236}">
                  <a16:creationId xmlns:a16="http://schemas.microsoft.com/office/drawing/2014/main" xmlns=""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9" name="Rectangle 278">
              <a:extLst>
                <a:ext uri="{FF2B5EF4-FFF2-40B4-BE49-F238E27FC236}">
                  <a16:creationId xmlns:a16="http://schemas.microsoft.com/office/drawing/2014/main" xmlns=""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0" name="Oval 279">
              <a:extLst>
                <a:ext uri="{FF2B5EF4-FFF2-40B4-BE49-F238E27FC236}">
                  <a16:creationId xmlns:a16="http://schemas.microsoft.com/office/drawing/2014/main" xmlns=""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81" name="Freeform 280">
              <a:extLst>
                <a:ext uri="{FF2B5EF4-FFF2-40B4-BE49-F238E27FC236}">
                  <a16:creationId xmlns:a16="http://schemas.microsoft.com/office/drawing/2014/main" xmlns=""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2" name="Freeform 281">
              <a:extLst>
                <a:ext uri="{FF2B5EF4-FFF2-40B4-BE49-F238E27FC236}">
                  <a16:creationId xmlns:a16="http://schemas.microsoft.com/office/drawing/2014/main" xmlns=""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82">
              <a:extLst>
                <a:ext uri="{FF2B5EF4-FFF2-40B4-BE49-F238E27FC236}">
                  <a16:creationId xmlns:a16="http://schemas.microsoft.com/office/drawing/2014/main" xmlns=""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Freeform 283">
              <a:extLst>
                <a:ext uri="{FF2B5EF4-FFF2-40B4-BE49-F238E27FC236}">
                  <a16:creationId xmlns:a16="http://schemas.microsoft.com/office/drawing/2014/main" xmlns=""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85" name="Straight Connector 284">
              <a:extLst>
                <a:ext uri="{FF2B5EF4-FFF2-40B4-BE49-F238E27FC236}">
                  <a16:creationId xmlns:a16="http://schemas.microsoft.com/office/drawing/2014/main" xmlns=""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a16="http://schemas.microsoft.com/office/drawing/2014/main" xmlns=""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a16="http://schemas.microsoft.com/office/drawing/2014/main" xmlns="" id="{7169FC3C-178E-6048-AB6C-8493893B17E5}"/>
              </a:ext>
            </a:extLst>
          </p:cNvPr>
          <p:cNvGrpSpPr>
            <a:grpSpLocks/>
          </p:cNvGrpSpPr>
          <p:nvPr/>
        </p:nvGrpSpPr>
        <p:grpSpPr bwMode="auto">
          <a:xfrm>
            <a:off x="3347623" y="2370207"/>
            <a:ext cx="5270500" cy="3805238"/>
            <a:chOff x="1757805" y="2331054"/>
            <a:chExt cx="5270058" cy="3804634"/>
          </a:xfrm>
        </p:grpSpPr>
        <p:sp>
          <p:nvSpPr>
            <p:cNvPr id="288" name="Freeform 287">
              <a:extLst>
                <a:ext uri="{FF2B5EF4-FFF2-40B4-BE49-F238E27FC236}">
                  <a16:creationId xmlns:a16="http://schemas.microsoft.com/office/drawing/2014/main" xmlns=""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89" name="Freeform 288">
              <a:extLst>
                <a:ext uri="{FF2B5EF4-FFF2-40B4-BE49-F238E27FC236}">
                  <a16:creationId xmlns:a16="http://schemas.microsoft.com/office/drawing/2014/main" xmlns=""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a16="http://schemas.microsoft.com/office/drawing/2014/main" xmlns=""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a16="http://schemas.microsoft.com/office/drawing/2014/main" xmlns=""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a16="http://schemas.microsoft.com/office/drawing/2014/main" xmlns=""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293" name="Group 17">
              <a:extLst>
                <a:ext uri="{FF2B5EF4-FFF2-40B4-BE49-F238E27FC236}">
                  <a16:creationId xmlns:a16="http://schemas.microsoft.com/office/drawing/2014/main" xmlns=""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a16="http://schemas.microsoft.com/office/drawing/2014/main" xmlns=""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381" name="Group 104">
                <a:extLst>
                  <a:ext uri="{FF2B5EF4-FFF2-40B4-BE49-F238E27FC236}">
                    <a16:creationId xmlns:a16="http://schemas.microsoft.com/office/drawing/2014/main" xmlns=""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a16="http://schemas.microsoft.com/office/drawing/2014/main" xmlns=""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6" name="Rectangle 395">
                  <a:extLst>
                    <a:ext uri="{FF2B5EF4-FFF2-40B4-BE49-F238E27FC236}">
                      <a16:creationId xmlns:a16="http://schemas.microsoft.com/office/drawing/2014/main" xmlns=""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7" name="Oval 396">
                  <a:extLst>
                    <a:ext uri="{FF2B5EF4-FFF2-40B4-BE49-F238E27FC236}">
                      <a16:creationId xmlns:a16="http://schemas.microsoft.com/office/drawing/2014/main" xmlns=""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98" name="Straight Connector 397">
                  <a:extLst>
                    <a:ext uri="{FF2B5EF4-FFF2-40B4-BE49-F238E27FC236}">
                      <a16:creationId xmlns:a16="http://schemas.microsoft.com/office/drawing/2014/main" xmlns=""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a16="http://schemas.microsoft.com/office/drawing/2014/main" xmlns=""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a16="http://schemas.microsoft.com/office/drawing/2014/main" xmlns=""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a16="http://schemas.microsoft.com/office/drawing/2014/main" xmlns=""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a16="http://schemas.microsoft.com/office/drawing/2014/main" xmlns=""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a16="http://schemas.microsoft.com/office/drawing/2014/main" xmlns=""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a16="http://schemas.microsoft.com/office/drawing/2014/main" xmlns=""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87" name="Rectangle 386">
                  <a:extLst>
                    <a:ext uri="{FF2B5EF4-FFF2-40B4-BE49-F238E27FC236}">
                      <a16:creationId xmlns:a16="http://schemas.microsoft.com/office/drawing/2014/main" xmlns=""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88" name="Oval 387">
                  <a:extLst>
                    <a:ext uri="{FF2B5EF4-FFF2-40B4-BE49-F238E27FC236}">
                      <a16:creationId xmlns:a16="http://schemas.microsoft.com/office/drawing/2014/main" xmlns=""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89" name="Freeform 388">
                  <a:extLst>
                    <a:ext uri="{FF2B5EF4-FFF2-40B4-BE49-F238E27FC236}">
                      <a16:creationId xmlns:a16="http://schemas.microsoft.com/office/drawing/2014/main" xmlns=""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90" name="Freeform 389">
                  <a:extLst>
                    <a:ext uri="{FF2B5EF4-FFF2-40B4-BE49-F238E27FC236}">
                      <a16:creationId xmlns:a16="http://schemas.microsoft.com/office/drawing/2014/main" xmlns=""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Freeform 390">
                  <a:extLst>
                    <a:ext uri="{FF2B5EF4-FFF2-40B4-BE49-F238E27FC236}">
                      <a16:creationId xmlns:a16="http://schemas.microsoft.com/office/drawing/2014/main" xmlns=""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Freeform 391">
                  <a:extLst>
                    <a:ext uri="{FF2B5EF4-FFF2-40B4-BE49-F238E27FC236}">
                      <a16:creationId xmlns:a16="http://schemas.microsoft.com/office/drawing/2014/main" xmlns=""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93" name="Straight Connector 392">
                  <a:extLst>
                    <a:ext uri="{FF2B5EF4-FFF2-40B4-BE49-F238E27FC236}">
                      <a16:creationId xmlns:a16="http://schemas.microsoft.com/office/drawing/2014/main" xmlns=""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a16="http://schemas.microsoft.com/office/drawing/2014/main" xmlns=""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a16="http://schemas.microsoft.com/office/drawing/2014/main" xmlns=""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a16="http://schemas.microsoft.com/office/drawing/2014/main" xmlns=""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a16="http://schemas.microsoft.com/office/drawing/2014/main" xmlns=""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a16="http://schemas.microsoft.com/office/drawing/2014/main" xmlns=""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a16="http://schemas.microsoft.com/office/drawing/2014/main" xmlns=""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a16="http://schemas.microsoft.com/office/drawing/2014/main" xmlns=""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6" name="Rectangle 375">
                  <a:extLst>
                    <a:ext uri="{FF2B5EF4-FFF2-40B4-BE49-F238E27FC236}">
                      <a16:creationId xmlns:a16="http://schemas.microsoft.com/office/drawing/2014/main" xmlns=""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7" name="Oval 376">
                  <a:extLst>
                    <a:ext uri="{FF2B5EF4-FFF2-40B4-BE49-F238E27FC236}">
                      <a16:creationId xmlns:a16="http://schemas.microsoft.com/office/drawing/2014/main" xmlns=""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78" name="Straight Connector 377">
                  <a:extLst>
                    <a:ext uri="{FF2B5EF4-FFF2-40B4-BE49-F238E27FC236}">
                      <a16:creationId xmlns:a16="http://schemas.microsoft.com/office/drawing/2014/main" xmlns=""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a16="http://schemas.microsoft.com/office/drawing/2014/main" xmlns=""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a16="http://schemas.microsoft.com/office/drawing/2014/main" xmlns=""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a16="http://schemas.microsoft.com/office/drawing/2014/main" xmlns=""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a16="http://schemas.microsoft.com/office/drawing/2014/main" xmlns=""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a16="http://schemas.microsoft.com/office/drawing/2014/main" xmlns=""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xmlns=""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xmlns=""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69" name="Freeform 368">
                  <a:extLst>
                    <a:ext uri="{FF2B5EF4-FFF2-40B4-BE49-F238E27FC236}">
                      <a16:creationId xmlns:a16="http://schemas.microsoft.com/office/drawing/2014/main" xmlns=""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xmlns=""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Freeform 370">
                  <a:extLst>
                    <a:ext uri="{FF2B5EF4-FFF2-40B4-BE49-F238E27FC236}">
                      <a16:creationId xmlns:a16="http://schemas.microsoft.com/office/drawing/2014/main" xmlns=""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Freeform 371">
                  <a:extLst>
                    <a:ext uri="{FF2B5EF4-FFF2-40B4-BE49-F238E27FC236}">
                      <a16:creationId xmlns:a16="http://schemas.microsoft.com/office/drawing/2014/main" xmlns=""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73" name="Straight Connector 372">
                  <a:extLst>
                    <a:ext uri="{FF2B5EF4-FFF2-40B4-BE49-F238E27FC236}">
                      <a16:creationId xmlns:a16="http://schemas.microsoft.com/office/drawing/2014/main" xmlns=""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a16="http://schemas.microsoft.com/office/drawing/2014/main" xmlns=""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a16="http://schemas.microsoft.com/office/drawing/2014/main" xmlns=""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a16="http://schemas.microsoft.com/office/drawing/2014/main" xmlns=""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0" name="Straight Connector 339">
                <a:extLst>
                  <a:ext uri="{FF2B5EF4-FFF2-40B4-BE49-F238E27FC236}">
                    <a16:creationId xmlns:a16="http://schemas.microsoft.com/office/drawing/2014/main" xmlns=""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a16="http://schemas.microsoft.com/office/drawing/2014/main" xmlns=""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a16="http://schemas.microsoft.com/office/drawing/2014/main" xmlns=""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5" name="Rectangle 354">
                  <a:extLst>
                    <a:ext uri="{FF2B5EF4-FFF2-40B4-BE49-F238E27FC236}">
                      <a16:creationId xmlns:a16="http://schemas.microsoft.com/office/drawing/2014/main" xmlns=""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56" name="Oval 355">
                  <a:extLst>
                    <a:ext uri="{FF2B5EF4-FFF2-40B4-BE49-F238E27FC236}">
                      <a16:creationId xmlns:a16="http://schemas.microsoft.com/office/drawing/2014/main" xmlns=""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a16="http://schemas.microsoft.com/office/drawing/2014/main" xmlns=""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a16="http://schemas.microsoft.com/office/drawing/2014/main" xmlns=""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a16="http://schemas.microsoft.com/office/drawing/2014/main" xmlns=""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43" name="Straight Connector 342">
                <a:extLst>
                  <a:ext uri="{FF2B5EF4-FFF2-40B4-BE49-F238E27FC236}">
                    <a16:creationId xmlns:a16="http://schemas.microsoft.com/office/drawing/2014/main" xmlns=""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a16="http://schemas.microsoft.com/office/drawing/2014/main" xmlns=""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a16="http://schemas.microsoft.com/office/drawing/2014/main" xmlns=""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46" name="Rectangle 345">
                  <a:extLst>
                    <a:ext uri="{FF2B5EF4-FFF2-40B4-BE49-F238E27FC236}">
                      <a16:creationId xmlns:a16="http://schemas.microsoft.com/office/drawing/2014/main" xmlns=""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a16="http://schemas.microsoft.com/office/drawing/2014/main" xmlns=""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48" name="Freeform 347">
                  <a:extLst>
                    <a:ext uri="{FF2B5EF4-FFF2-40B4-BE49-F238E27FC236}">
                      <a16:creationId xmlns:a16="http://schemas.microsoft.com/office/drawing/2014/main" xmlns=""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a16="http://schemas.microsoft.com/office/drawing/2014/main" xmlns=""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Freeform 349">
                  <a:extLst>
                    <a:ext uri="{FF2B5EF4-FFF2-40B4-BE49-F238E27FC236}">
                      <a16:creationId xmlns:a16="http://schemas.microsoft.com/office/drawing/2014/main" xmlns=""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Freeform 350">
                  <a:extLst>
                    <a:ext uri="{FF2B5EF4-FFF2-40B4-BE49-F238E27FC236}">
                      <a16:creationId xmlns:a16="http://schemas.microsoft.com/office/drawing/2014/main" xmlns=""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52" name="Straight Connector 351">
                  <a:extLst>
                    <a:ext uri="{FF2B5EF4-FFF2-40B4-BE49-F238E27FC236}">
                      <a16:creationId xmlns:a16="http://schemas.microsoft.com/office/drawing/2014/main" xmlns=""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a16="http://schemas.microsoft.com/office/drawing/2014/main" xmlns=""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a16="http://schemas.microsoft.com/office/drawing/2014/main" xmlns=""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a16="http://schemas.microsoft.com/office/drawing/2014/main" xmlns=""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9" name="Straight Connector 318">
                <a:extLst>
                  <a:ext uri="{FF2B5EF4-FFF2-40B4-BE49-F238E27FC236}">
                    <a16:creationId xmlns:a16="http://schemas.microsoft.com/office/drawing/2014/main" xmlns=""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a16="http://schemas.microsoft.com/office/drawing/2014/main" xmlns=""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a16="http://schemas.microsoft.com/office/drawing/2014/main" xmlns=""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a16="http://schemas.microsoft.com/office/drawing/2014/main" xmlns=""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5" name="Rectangle 334">
                  <a:extLst>
                    <a:ext uri="{FF2B5EF4-FFF2-40B4-BE49-F238E27FC236}">
                      <a16:creationId xmlns:a16="http://schemas.microsoft.com/office/drawing/2014/main" xmlns=""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36" name="Oval 335">
                  <a:extLst>
                    <a:ext uri="{FF2B5EF4-FFF2-40B4-BE49-F238E27FC236}">
                      <a16:creationId xmlns:a16="http://schemas.microsoft.com/office/drawing/2014/main" xmlns=""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37" name="Straight Connector 336">
                  <a:extLst>
                    <a:ext uri="{FF2B5EF4-FFF2-40B4-BE49-F238E27FC236}">
                      <a16:creationId xmlns:a16="http://schemas.microsoft.com/office/drawing/2014/main" xmlns=""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a16="http://schemas.microsoft.com/office/drawing/2014/main" xmlns=""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a16="http://schemas.microsoft.com/office/drawing/2014/main" xmlns=""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23" name="Straight Connector 322">
                <a:extLst>
                  <a:ext uri="{FF2B5EF4-FFF2-40B4-BE49-F238E27FC236}">
                    <a16:creationId xmlns:a16="http://schemas.microsoft.com/office/drawing/2014/main" xmlns=""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a16="http://schemas.microsoft.com/office/drawing/2014/main" xmlns=""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a16="http://schemas.microsoft.com/office/drawing/2014/main" xmlns=""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26" name="Rectangle 325">
                  <a:extLst>
                    <a:ext uri="{FF2B5EF4-FFF2-40B4-BE49-F238E27FC236}">
                      <a16:creationId xmlns:a16="http://schemas.microsoft.com/office/drawing/2014/main" xmlns=""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7" name="Oval 326">
                  <a:extLst>
                    <a:ext uri="{FF2B5EF4-FFF2-40B4-BE49-F238E27FC236}">
                      <a16:creationId xmlns:a16="http://schemas.microsoft.com/office/drawing/2014/main" xmlns=""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28" name="Freeform 327">
                  <a:extLst>
                    <a:ext uri="{FF2B5EF4-FFF2-40B4-BE49-F238E27FC236}">
                      <a16:creationId xmlns:a16="http://schemas.microsoft.com/office/drawing/2014/main" xmlns=""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29" name="Freeform 328">
                  <a:extLst>
                    <a:ext uri="{FF2B5EF4-FFF2-40B4-BE49-F238E27FC236}">
                      <a16:creationId xmlns:a16="http://schemas.microsoft.com/office/drawing/2014/main" xmlns=""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Freeform 329">
                  <a:extLst>
                    <a:ext uri="{FF2B5EF4-FFF2-40B4-BE49-F238E27FC236}">
                      <a16:creationId xmlns:a16="http://schemas.microsoft.com/office/drawing/2014/main" xmlns=""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330">
                  <a:extLst>
                    <a:ext uri="{FF2B5EF4-FFF2-40B4-BE49-F238E27FC236}">
                      <a16:creationId xmlns:a16="http://schemas.microsoft.com/office/drawing/2014/main" xmlns=""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32" name="Straight Connector 331">
                  <a:extLst>
                    <a:ext uri="{FF2B5EF4-FFF2-40B4-BE49-F238E27FC236}">
                      <a16:creationId xmlns:a16="http://schemas.microsoft.com/office/drawing/2014/main" xmlns=""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a16="http://schemas.microsoft.com/office/drawing/2014/main" xmlns=""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a16="http://schemas.microsoft.com/office/drawing/2014/main" xmlns=""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a16="http://schemas.microsoft.com/office/drawing/2014/main" xmlns=""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99" name="Straight Connector 298">
                <a:extLst>
                  <a:ext uri="{FF2B5EF4-FFF2-40B4-BE49-F238E27FC236}">
                    <a16:creationId xmlns:a16="http://schemas.microsoft.com/office/drawing/2014/main" xmlns=""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a16="http://schemas.microsoft.com/office/drawing/2014/main" xmlns=""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a16="http://schemas.microsoft.com/office/drawing/2014/main" xmlns=""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4" name="Rectangle 313">
                  <a:extLst>
                    <a:ext uri="{FF2B5EF4-FFF2-40B4-BE49-F238E27FC236}">
                      <a16:creationId xmlns:a16="http://schemas.microsoft.com/office/drawing/2014/main" xmlns=""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15" name="Oval 314">
                  <a:extLst>
                    <a:ext uri="{FF2B5EF4-FFF2-40B4-BE49-F238E27FC236}">
                      <a16:creationId xmlns:a16="http://schemas.microsoft.com/office/drawing/2014/main" xmlns=""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16" name="Straight Connector 315">
                  <a:extLst>
                    <a:ext uri="{FF2B5EF4-FFF2-40B4-BE49-F238E27FC236}">
                      <a16:creationId xmlns:a16="http://schemas.microsoft.com/office/drawing/2014/main" xmlns=""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a16="http://schemas.microsoft.com/office/drawing/2014/main" xmlns=""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a16="http://schemas.microsoft.com/office/drawing/2014/main" xmlns=""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302" name="Straight Connector 301">
                <a:extLst>
                  <a:ext uri="{FF2B5EF4-FFF2-40B4-BE49-F238E27FC236}">
                    <a16:creationId xmlns:a16="http://schemas.microsoft.com/office/drawing/2014/main" xmlns=""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a16="http://schemas.microsoft.com/office/drawing/2014/main" xmlns=""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a16="http://schemas.microsoft.com/office/drawing/2014/main" xmlns=""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05" name="Rectangle 304">
                  <a:extLst>
                    <a:ext uri="{FF2B5EF4-FFF2-40B4-BE49-F238E27FC236}">
                      <a16:creationId xmlns:a16="http://schemas.microsoft.com/office/drawing/2014/main" xmlns=""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6" name="Oval 305">
                  <a:extLst>
                    <a:ext uri="{FF2B5EF4-FFF2-40B4-BE49-F238E27FC236}">
                      <a16:creationId xmlns:a16="http://schemas.microsoft.com/office/drawing/2014/main" xmlns=""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07" name="Freeform 306">
                  <a:extLst>
                    <a:ext uri="{FF2B5EF4-FFF2-40B4-BE49-F238E27FC236}">
                      <a16:creationId xmlns:a16="http://schemas.microsoft.com/office/drawing/2014/main" xmlns=""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308" name="Freeform 307">
                  <a:extLst>
                    <a:ext uri="{FF2B5EF4-FFF2-40B4-BE49-F238E27FC236}">
                      <a16:creationId xmlns:a16="http://schemas.microsoft.com/office/drawing/2014/main" xmlns=""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308">
                  <a:extLst>
                    <a:ext uri="{FF2B5EF4-FFF2-40B4-BE49-F238E27FC236}">
                      <a16:creationId xmlns:a16="http://schemas.microsoft.com/office/drawing/2014/main" xmlns=""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309">
                  <a:extLst>
                    <a:ext uri="{FF2B5EF4-FFF2-40B4-BE49-F238E27FC236}">
                      <a16:creationId xmlns:a16="http://schemas.microsoft.com/office/drawing/2014/main" xmlns=""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1" name="Straight Connector 310">
                  <a:extLst>
                    <a:ext uri="{FF2B5EF4-FFF2-40B4-BE49-F238E27FC236}">
                      <a16:creationId xmlns:a16="http://schemas.microsoft.com/office/drawing/2014/main" xmlns=""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a16="http://schemas.microsoft.com/office/drawing/2014/main" xmlns=""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a16="http://schemas.microsoft.com/office/drawing/2014/main" xmlns="" id="{094E25C2-45E6-0C43-ADA4-684E51DC703A}"/>
              </a:ext>
            </a:extLst>
          </p:cNvPr>
          <p:cNvGrpSpPr>
            <a:grpSpLocks/>
          </p:cNvGrpSpPr>
          <p:nvPr/>
        </p:nvGrpSpPr>
        <p:grpSpPr bwMode="auto">
          <a:xfrm>
            <a:off x="3419060" y="2725807"/>
            <a:ext cx="5111750" cy="879475"/>
            <a:chOff x="1866825" y="707349"/>
            <a:chExt cx="5112820" cy="879389"/>
          </a:xfrm>
        </p:grpSpPr>
        <p:sp>
          <p:nvSpPr>
            <p:cNvPr id="401" name="Oval 400">
              <a:extLst>
                <a:ext uri="{FF2B5EF4-FFF2-40B4-BE49-F238E27FC236}">
                  <a16:creationId xmlns:a16="http://schemas.microsoft.com/office/drawing/2014/main" xmlns=""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2" name="TextBox 233">
              <a:extLst>
                <a:ext uri="{FF2B5EF4-FFF2-40B4-BE49-F238E27FC236}">
                  <a16:creationId xmlns:a16="http://schemas.microsoft.com/office/drawing/2014/main" xmlns="" id="{91B4E7D9-6C4B-6C4B-86F5-8BB66F936B0C}"/>
                </a:ext>
              </a:extLst>
            </p:cNvPr>
            <p:cNvSpPr txBox="1">
              <a:spLocks noChangeArrowheads="1"/>
            </p:cNvSpPr>
            <p:nvPr/>
          </p:nvSpPr>
          <p:spPr bwMode="auto">
            <a:xfrm>
              <a:off x="1891781" y="783191"/>
              <a:ext cx="910613" cy="47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Routing</a:t>
              </a:r>
            </a:p>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Algorithm</a:t>
              </a:r>
            </a:p>
          </p:txBody>
        </p:sp>
        <p:cxnSp>
          <p:nvCxnSpPr>
            <p:cNvPr id="403" name="Straight Arrow Connector 402">
              <a:extLst>
                <a:ext uri="{FF2B5EF4-FFF2-40B4-BE49-F238E27FC236}">
                  <a16:creationId xmlns:a16="http://schemas.microsoft.com/office/drawing/2014/main" xmlns=""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a16="http://schemas.microsoft.com/office/drawing/2014/main" xmlns=""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a16="http://schemas.microsoft.com/office/drawing/2014/main" xmlns=""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a16="http://schemas.microsoft.com/office/drawing/2014/main" xmlns=""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a16="http://schemas.microsoft.com/office/drawing/2014/main" xmlns=""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8" name="Oval 407">
              <a:extLst>
                <a:ext uri="{FF2B5EF4-FFF2-40B4-BE49-F238E27FC236}">
                  <a16:creationId xmlns:a16="http://schemas.microsoft.com/office/drawing/2014/main" xmlns=""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a16="http://schemas.microsoft.com/office/drawing/2014/main" xmlns=""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a16="http://schemas.microsoft.com/office/drawing/2014/main" xmlns=""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11" name="Straight Arrow Connector 410">
              <a:extLst>
                <a:ext uri="{FF2B5EF4-FFF2-40B4-BE49-F238E27FC236}">
                  <a16:creationId xmlns:a16="http://schemas.microsoft.com/office/drawing/2014/main" xmlns=""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a16="http://schemas.microsoft.com/office/drawing/2014/main" xmlns=""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a16="http://schemas.microsoft.com/office/drawing/2014/main" xmlns=""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a16="http://schemas.microsoft.com/office/drawing/2014/main" xmlns=""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a16="http://schemas.microsoft.com/office/drawing/2014/main" xmlns="" id="{C4AAA334-C4B2-DD48-A566-2EA2C1AA11DF}"/>
              </a:ext>
            </a:extLst>
          </p:cNvPr>
          <p:cNvGrpSpPr>
            <a:grpSpLocks/>
          </p:cNvGrpSpPr>
          <p:nvPr/>
        </p:nvGrpSpPr>
        <p:grpSpPr bwMode="auto">
          <a:xfrm>
            <a:off x="3147598" y="3114745"/>
            <a:ext cx="6375400" cy="1047750"/>
            <a:chOff x="1557338" y="3074988"/>
            <a:chExt cx="6375400" cy="1047750"/>
          </a:xfrm>
        </p:grpSpPr>
        <p:sp>
          <p:nvSpPr>
            <p:cNvPr id="416" name="TextBox 232">
              <a:extLst>
                <a:ext uri="{FF2B5EF4-FFF2-40B4-BE49-F238E27FC236}">
                  <a16:creationId xmlns:a16="http://schemas.microsoft.com/office/drawing/2014/main" xmlns="" id="{97D7EB84-BAC0-D448-A55F-A56C30BB6A4D}"/>
                </a:ext>
              </a:extLst>
            </p:cNvPr>
            <p:cNvSpPr txBox="1">
              <a:spLocks noChangeArrowheads="1"/>
            </p:cNvSpPr>
            <p:nvPr/>
          </p:nvSpPr>
          <p:spPr bwMode="auto">
            <a:xfrm>
              <a:off x="7292975" y="3651250"/>
              <a:ext cx="595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417" name="TextBox 233">
              <a:extLst>
                <a:ext uri="{FF2B5EF4-FFF2-40B4-BE49-F238E27FC236}">
                  <a16:creationId xmlns:a16="http://schemas.microsoft.com/office/drawing/2014/main" xmlns="" id="{24A4F1C7-4BF4-EB42-A291-47BAC2502CDB}"/>
                </a:ext>
              </a:extLst>
            </p:cNvPr>
            <p:cNvSpPr txBox="1">
              <a:spLocks noChangeArrowheads="1"/>
            </p:cNvSpPr>
            <p:nvPr/>
          </p:nvSpPr>
          <p:spPr bwMode="auto">
            <a:xfrm>
              <a:off x="7224713" y="3074988"/>
              <a:ext cx="7080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418" name="Straight Connector 417">
              <a:extLst>
                <a:ext uri="{FF2B5EF4-FFF2-40B4-BE49-F238E27FC236}">
                  <a16:creationId xmlns:a16="http://schemas.microsoft.com/office/drawing/2014/main" xmlns=""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a16="http://schemas.microsoft.com/office/drawing/2014/main" xmlns="" id="{DB2133B7-0204-944D-9F85-D90FA61B1AAF}"/>
              </a:ext>
            </a:extLst>
          </p:cNvPr>
          <p:cNvGrpSpPr>
            <a:grpSpLocks/>
          </p:cNvGrpSpPr>
          <p:nvPr/>
        </p:nvGrpSpPr>
        <p:grpSpPr bwMode="auto">
          <a:xfrm>
            <a:off x="3419060" y="3741807"/>
            <a:ext cx="5126038" cy="1120775"/>
            <a:chOff x="-4746102" y="4471477"/>
            <a:chExt cx="5126173" cy="1120753"/>
          </a:xfrm>
        </p:grpSpPr>
        <p:pic>
          <p:nvPicPr>
            <p:cNvPr id="420" name="Picture 10" descr="fig42_table.pdf">
              <a:extLst>
                <a:ext uri="{FF2B5EF4-FFF2-40B4-BE49-F238E27FC236}">
                  <a16:creationId xmlns:a16="http://schemas.microsoft.com/office/drawing/2014/main" xmlns=""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a16="http://schemas.microsoft.com/office/drawing/2014/main" xmlns=""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a16="http://schemas.microsoft.com/office/drawing/2014/main" xmlns=""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a16="http://schemas.microsoft.com/office/drawing/2014/main" xmlns=""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9" name="Straight Connector 438">
                  <a:extLst>
                    <a:ext uri="{FF2B5EF4-FFF2-40B4-BE49-F238E27FC236}">
                      <a16:creationId xmlns:a16="http://schemas.microsoft.com/office/drawing/2014/main" xmlns=""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a16="http://schemas.microsoft.com/office/drawing/2014/main" xmlns=""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a16="http://schemas.microsoft.com/office/drawing/2014/main" xmlns=""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a16="http://schemas.microsoft.com/office/drawing/2014/main" xmlns=""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a16="http://schemas.microsoft.com/office/drawing/2014/main" xmlns=""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5" name="Straight Connector 434">
                  <a:extLst>
                    <a:ext uri="{FF2B5EF4-FFF2-40B4-BE49-F238E27FC236}">
                      <a16:creationId xmlns:a16="http://schemas.microsoft.com/office/drawing/2014/main" xmlns=""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a16="http://schemas.microsoft.com/office/drawing/2014/main" xmlns=""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a16="http://schemas.microsoft.com/office/drawing/2014/main" xmlns=""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a16="http://schemas.microsoft.com/office/drawing/2014/main" xmlns=""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a16="http://schemas.microsoft.com/office/drawing/2014/main" xmlns=""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31" name="Straight Connector 430">
                  <a:extLst>
                    <a:ext uri="{FF2B5EF4-FFF2-40B4-BE49-F238E27FC236}">
                      <a16:creationId xmlns:a16="http://schemas.microsoft.com/office/drawing/2014/main" xmlns=""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a16="http://schemas.microsoft.com/office/drawing/2014/main" xmlns=""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a16="http://schemas.microsoft.com/office/drawing/2014/main" xmlns=""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a16="http://schemas.microsoft.com/office/drawing/2014/main" xmlns=""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a16="http://schemas.microsoft.com/office/drawing/2014/main" xmlns=""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427" name="Straight Connector 426">
                  <a:extLst>
                    <a:ext uri="{FF2B5EF4-FFF2-40B4-BE49-F238E27FC236}">
                      <a16:creationId xmlns:a16="http://schemas.microsoft.com/office/drawing/2014/main" xmlns=""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a16="http://schemas.microsoft.com/office/drawing/2014/main" xmlns=""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a16="http://schemas.microsoft.com/office/drawing/2014/main" xmlns=""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a16="http://schemas.microsoft.com/office/drawing/2014/main" xmlns="" id="{DC317182-2E9B-354F-9E6B-904AD53D9670}"/>
              </a:ext>
            </a:extLst>
          </p:cNvPr>
          <p:cNvGrpSpPr>
            <a:grpSpLocks/>
          </p:cNvGrpSpPr>
          <p:nvPr/>
        </p:nvGrpSpPr>
        <p:grpSpPr bwMode="auto">
          <a:xfrm>
            <a:off x="3873085" y="2922657"/>
            <a:ext cx="4437063" cy="1577975"/>
            <a:chOff x="-4267279" y="3655204"/>
            <a:chExt cx="4437063" cy="1578510"/>
          </a:xfrm>
        </p:grpSpPr>
        <p:cxnSp>
          <p:nvCxnSpPr>
            <p:cNvPr id="443" name="Straight Arrow Connector 442">
              <a:extLst>
                <a:ext uri="{FF2B5EF4-FFF2-40B4-BE49-F238E27FC236}">
                  <a16:creationId xmlns:a16="http://schemas.microsoft.com/office/drawing/2014/main" xmlns=""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a16="http://schemas.microsoft.com/office/drawing/2014/main" xmlns=""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a16="http://schemas.microsoft.com/office/drawing/2014/main" xmlns=""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a16="http://schemas.microsoft.com/office/drawing/2014/main" xmlns=""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a16="http://schemas.microsoft.com/office/drawing/2014/main" xmlns=""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a16="http://schemas.microsoft.com/office/drawing/2014/main" xmlns="" id="{EBF459C0-AF75-AC4B-82FD-7B57E1803EDC}"/>
              </a:ext>
            </a:extLst>
          </p:cNvPr>
          <p:cNvCxnSpPr/>
          <p:nvPr/>
        </p:nvCxnSpPr>
        <p:spPr>
          <a:xfrm flipH="1">
            <a:off x="2872960" y="5842070"/>
            <a:ext cx="1508125" cy="1587"/>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a16="http://schemas.microsoft.com/office/drawing/2014/main" xmlns="" id="{8D6CC213-50D8-D143-AB2E-8A70AD0BD3DA}"/>
              </a:ext>
            </a:extLst>
          </p:cNvPr>
          <p:cNvSpPr txBox="1">
            <a:spLocks noChangeArrowheads="1"/>
          </p:cNvSpPr>
          <p:nvPr/>
        </p:nvSpPr>
        <p:spPr bwMode="auto">
          <a:xfrm>
            <a:off x="4789073" y="5513457"/>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50" name="TextBox 281">
            <a:extLst>
              <a:ext uri="{FF2B5EF4-FFF2-40B4-BE49-F238E27FC236}">
                <a16:creationId xmlns:a16="http://schemas.microsoft.com/office/drawing/2014/main" xmlns="" id="{FD871173-63C8-004A-B893-95B0B94D0C38}"/>
              </a:ext>
            </a:extLst>
          </p:cNvPr>
          <p:cNvSpPr txBox="1">
            <a:spLocks noChangeArrowheads="1"/>
          </p:cNvSpPr>
          <p:nvPr/>
        </p:nvSpPr>
        <p:spPr bwMode="auto">
          <a:xfrm>
            <a:off x="4963698" y="5800795"/>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451" name="Group 5">
            <a:extLst>
              <a:ext uri="{FF2B5EF4-FFF2-40B4-BE49-F238E27FC236}">
                <a16:creationId xmlns:a16="http://schemas.microsoft.com/office/drawing/2014/main" xmlns="" id="{57C14B28-467E-9240-8CC3-03FBD986B649}"/>
              </a:ext>
            </a:extLst>
          </p:cNvPr>
          <p:cNvGrpSpPr>
            <a:grpSpLocks/>
          </p:cNvGrpSpPr>
          <p:nvPr/>
        </p:nvGrpSpPr>
        <p:grpSpPr bwMode="auto">
          <a:xfrm>
            <a:off x="2528473" y="5276920"/>
            <a:ext cx="1616075" cy="487362"/>
            <a:chOff x="-4079003" y="2717403"/>
            <a:chExt cx="1616718" cy="488475"/>
          </a:xfrm>
        </p:grpSpPr>
        <p:sp>
          <p:nvSpPr>
            <p:cNvPr id="453" name="Rectangle 98">
              <a:extLst>
                <a:ext uri="{FF2B5EF4-FFF2-40B4-BE49-F238E27FC236}">
                  <a16:creationId xmlns:a16="http://schemas.microsoft.com/office/drawing/2014/main" xmlns=""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4" name="Line 99">
              <a:extLst>
                <a:ext uri="{FF2B5EF4-FFF2-40B4-BE49-F238E27FC236}">
                  <a16:creationId xmlns:a16="http://schemas.microsoft.com/office/drawing/2014/main" xmlns=""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Rectangle 104">
              <a:extLst>
                <a:ext uri="{FF2B5EF4-FFF2-40B4-BE49-F238E27FC236}">
                  <a16:creationId xmlns:a16="http://schemas.microsoft.com/office/drawing/2014/main" xmlns=""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6" name="Text Box 105">
              <a:extLst>
                <a:ext uri="{FF2B5EF4-FFF2-40B4-BE49-F238E27FC236}">
                  <a16:creationId xmlns:a16="http://schemas.microsoft.com/office/drawing/2014/main" xmlns="" id="{47FDF11B-1F9E-D148-996F-69ECC9F11F2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457" name="Line 119">
              <a:extLst>
                <a:ext uri="{FF2B5EF4-FFF2-40B4-BE49-F238E27FC236}">
                  <a16:creationId xmlns:a16="http://schemas.microsoft.com/office/drawing/2014/main" xmlns=""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58" name="Freeform 120">
            <a:extLst>
              <a:ext uri="{FF2B5EF4-FFF2-40B4-BE49-F238E27FC236}">
                <a16:creationId xmlns:a16="http://schemas.microsoft.com/office/drawing/2014/main" xmlns="" id="{9B17F469-9813-DD46-ADCC-A6A37DCBE4CD}"/>
              </a:ext>
            </a:extLst>
          </p:cNvPr>
          <p:cNvSpPr>
            <a:spLocks/>
          </p:cNvSpPr>
          <p:nvPr/>
        </p:nvSpPr>
        <p:spPr bwMode="auto">
          <a:xfrm>
            <a:off x="4084223" y="5708720"/>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9" name="Group 357">
            <a:extLst>
              <a:ext uri="{FF2B5EF4-FFF2-40B4-BE49-F238E27FC236}">
                <a16:creationId xmlns:a16="http://schemas.microsoft.com/office/drawing/2014/main" xmlns="" id="{F5E5FC5C-1765-2446-9583-0A67B919000D}"/>
              </a:ext>
            </a:extLst>
          </p:cNvPr>
          <p:cNvGrpSpPr>
            <a:grpSpLocks/>
          </p:cNvGrpSpPr>
          <p:nvPr/>
        </p:nvGrpSpPr>
        <p:grpSpPr bwMode="auto">
          <a:xfrm>
            <a:off x="4304885" y="5699195"/>
            <a:ext cx="565150" cy="293687"/>
            <a:chOff x="1871277" y="1576300"/>
            <a:chExt cx="1128371" cy="437861"/>
          </a:xfrm>
        </p:grpSpPr>
        <p:sp>
          <p:nvSpPr>
            <p:cNvPr id="460" name="Oval 459">
              <a:extLst>
                <a:ext uri="{FF2B5EF4-FFF2-40B4-BE49-F238E27FC236}">
                  <a16:creationId xmlns:a16="http://schemas.microsoft.com/office/drawing/2014/main" xmlns=""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1" name="Rectangle 460">
              <a:extLst>
                <a:ext uri="{FF2B5EF4-FFF2-40B4-BE49-F238E27FC236}">
                  <a16:creationId xmlns:a16="http://schemas.microsoft.com/office/drawing/2014/main" xmlns=""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2" name="Oval 461">
              <a:extLst>
                <a:ext uri="{FF2B5EF4-FFF2-40B4-BE49-F238E27FC236}">
                  <a16:creationId xmlns:a16="http://schemas.microsoft.com/office/drawing/2014/main" xmlns=""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3" name="Freeform 462">
              <a:extLst>
                <a:ext uri="{FF2B5EF4-FFF2-40B4-BE49-F238E27FC236}">
                  <a16:creationId xmlns:a16="http://schemas.microsoft.com/office/drawing/2014/main" xmlns=""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xmlns=""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Freeform 464">
              <a:extLst>
                <a:ext uri="{FF2B5EF4-FFF2-40B4-BE49-F238E27FC236}">
                  <a16:creationId xmlns:a16="http://schemas.microsoft.com/office/drawing/2014/main" xmlns=""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6" name="Freeform 465">
              <a:extLst>
                <a:ext uri="{FF2B5EF4-FFF2-40B4-BE49-F238E27FC236}">
                  <a16:creationId xmlns:a16="http://schemas.microsoft.com/office/drawing/2014/main" xmlns=""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67" name="Straight Connector 466">
              <a:extLst>
                <a:ext uri="{FF2B5EF4-FFF2-40B4-BE49-F238E27FC236}">
                  <a16:creationId xmlns:a16="http://schemas.microsoft.com/office/drawing/2014/main" xmlns=""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a16="http://schemas.microsoft.com/office/drawing/2014/main" xmlns=""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a16="http://schemas.microsoft.com/office/drawing/2014/main" xmlns="" id="{EED866B1-9598-C54F-A0E0-D641030E1752}"/>
              </a:ext>
            </a:extLst>
          </p:cNvPr>
          <p:cNvSpPr txBox="1">
            <a:spLocks noChangeArrowheads="1"/>
          </p:cNvSpPr>
          <p:nvPr/>
        </p:nvSpPr>
        <p:spPr bwMode="auto">
          <a:xfrm>
            <a:off x="1787110" y="4943545"/>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TextBox 282">
            <a:extLst>
              <a:ext uri="{FF2B5EF4-FFF2-40B4-BE49-F238E27FC236}">
                <a16:creationId xmlns:a16="http://schemas.microsoft.com/office/drawing/2014/main" xmlns="" id="{CE2B3699-263C-CA42-8354-6E8A61868F04}"/>
              </a:ext>
            </a:extLst>
          </p:cNvPr>
          <p:cNvSpPr txBox="1">
            <a:spLocks noChangeArrowheads="1"/>
          </p:cNvSpPr>
          <p:nvPr/>
        </p:nvSpPr>
        <p:spPr bwMode="auto">
          <a:xfrm>
            <a:off x="4658898" y="5902395"/>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
        <p:nvSpPr>
          <p:cNvPr id="236" name="Slide Number Placeholder 4">
            <a:extLst>
              <a:ext uri="{FF2B5EF4-FFF2-40B4-BE49-F238E27FC236}">
                <a16:creationId xmlns:a16="http://schemas.microsoft.com/office/drawing/2014/main" xmlns="" id="{ED6517D9-F18B-5447-8ABE-90D9847B304D}"/>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6</a:t>
            </a:fld>
            <a:endParaRPr lang="en-US" dirty="0"/>
          </a:p>
        </p:txBody>
      </p:sp>
    </p:spTree>
    <p:extLst>
      <p:ext uri="{BB962C8B-B14F-4D97-AF65-F5344CB8AC3E}">
        <p14:creationId xmlns:p14="http://schemas.microsoft.com/office/powerpoint/2010/main" val="90495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 service model</a:t>
            </a:r>
          </a:p>
        </p:txBody>
      </p:sp>
      <p:sp>
        <p:nvSpPr>
          <p:cNvPr id="3" name="Content Placeholder 2">
            <a:extLst>
              <a:ext uri="{FF2B5EF4-FFF2-40B4-BE49-F238E27FC236}">
                <a16:creationId xmlns:a16="http://schemas.microsoft.com/office/drawing/2014/main" xmlns="" id="{55464CE4-E4F1-4F4A-A1DB-26BB66DC4403}"/>
              </a:ext>
            </a:extLst>
          </p:cNvPr>
          <p:cNvSpPr>
            <a:spLocks noGrp="1"/>
          </p:cNvSpPr>
          <p:nvPr>
            <p:ph sz="half" idx="1"/>
          </p:nvPr>
        </p:nvSpPr>
        <p:spPr>
          <a:xfrm>
            <a:off x="1050233" y="2623931"/>
            <a:ext cx="4621697" cy="3208477"/>
          </a:xfrm>
        </p:spPr>
        <p:txBody>
          <a:bodyPr>
            <a:normAutofit/>
          </a:bodyPr>
          <a:lstStyle/>
          <a:p>
            <a:pPr>
              <a:buFont typeface="Wingdings" charset="0"/>
              <a:buNone/>
              <a:defRPr/>
            </a:pPr>
            <a:r>
              <a:rPr lang="en-US" sz="3200" dirty="0">
                <a:solidFill>
                  <a:srgbClr val="C00000"/>
                </a:solidFill>
              </a:rPr>
              <a:t>example services for </a:t>
            </a:r>
            <a:r>
              <a:rPr lang="en-US" sz="3200" i="1" dirty="0">
                <a:solidFill>
                  <a:srgbClr val="C00000"/>
                </a:solidFill>
              </a:rPr>
              <a:t>individual</a:t>
            </a:r>
            <a:r>
              <a:rPr lang="en-US" sz="3200" dirty="0">
                <a:solidFill>
                  <a:srgbClr val="C00000"/>
                </a:solidFill>
              </a:rPr>
              <a:t> datagrams</a:t>
            </a:r>
            <a:r>
              <a:rPr lang="en-US" sz="3200" dirty="0">
                <a:solidFill>
                  <a:srgbClr val="CC0000"/>
                </a:solidFill>
              </a:rPr>
              <a:t>:</a:t>
            </a:r>
          </a:p>
          <a:p>
            <a:pPr>
              <a:buFont typeface="Wingdings" charset="2"/>
              <a:buChar char="§"/>
              <a:defRPr/>
            </a:pPr>
            <a:r>
              <a:rPr lang="en-US" dirty="0"/>
              <a:t>guaranteed delivery</a:t>
            </a:r>
          </a:p>
          <a:p>
            <a:pPr>
              <a:buFont typeface="Wingdings" charset="2"/>
              <a:buChar char="§"/>
              <a:defRPr/>
            </a:pPr>
            <a:r>
              <a:rPr lang="en-US" dirty="0"/>
              <a:t>guaranteed delivery with less than 40 msec delay</a:t>
            </a:r>
          </a:p>
          <a:p>
            <a:pPr marL="130175" indent="0">
              <a:buNone/>
            </a:pPr>
            <a:endParaRPr lang="en-US" dirty="0"/>
          </a:p>
        </p:txBody>
      </p:sp>
      <p:sp>
        <p:nvSpPr>
          <p:cNvPr id="4" name="Content Placeholder 3">
            <a:extLst>
              <a:ext uri="{FF2B5EF4-FFF2-40B4-BE49-F238E27FC236}">
                <a16:creationId xmlns:a16="http://schemas.microsoft.com/office/drawing/2014/main" xmlns="" id="{98DB0211-6ED0-7F44-B672-CF345E4B3295}"/>
              </a:ext>
            </a:extLst>
          </p:cNvPr>
          <p:cNvSpPr>
            <a:spLocks noGrp="1"/>
          </p:cNvSpPr>
          <p:nvPr>
            <p:ph sz="half" idx="2"/>
          </p:nvPr>
        </p:nvSpPr>
        <p:spPr>
          <a:xfrm>
            <a:off x="6278216" y="2597426"/>
            <a:ext cx="5502965" cy="3564837"/>
          </a:xfrm>
        </p:spPr>
        <p:txBody>
          <a:bodyPr>
            <a:normAutofit/>
          </a:bodyPr>
          <a:lstStyle/>
          <a:p>
            <a:pPr>
              <a:buNone/>
            </a:pPr>
            <a:r>
              <a:rPr lang="en-US" altLang="en-US" sz="3200" dirty="0">
                <a:solidFill>
                  <a:srgbClr val="CC0000"/>
                </a:solidFill>
                <a:ea typeface="ＭＳ Ｐゴシック" panose="020B0600070205080204" pitchFamily="34" charset="-128"/>
                <a:cs typeface="ＭＳ Ｐゴシック" panose="020B0600070205080204" pitchFamily="34" charset="-128"/>
              </a:rPr>
              <a:t>example services for a </a:t>
            </a:r>
            <a:r>
              <a:rPr lang="en-US" altLang="en-US" sz="3200" i="1" dirty="0">
                <a:solidFill>
                  <a:srgbClr val="CC0000"/>
                </a:solidFill>
                <a:ea typeface="ＭＳ Ｐゴシック" panose="020B0600070205080204" pitchFamily="34" charset="-128"/>
                <a:cs typeface="ＭＳ Ｐゴシック" panose="020B0600070205080204" pitchFamily="34" charset="-128"/>
              </a:rPr>
              <a:t>flow</a:t>
            </a:r>
            <a:r>
              <a:rPr lang="en-US" altLang="en-US" sz="3200" dirty="0">
                <a:solidFill>
                  <a:srgbClr val="CC0000"/>
                </a:solidFill>
                <a:ea typeface="ＭＳ Ｐゴシック" panose="020B0600070205080204" pitchFamily="34" charset="-128"/>
                <a:cs typeface="ＭＳ Ｐゴシック" panose="020B0600070205080204" pitchFamily="34" charset="-128"/>
              </a:rPr>
              <a:t> of datagrams:</a:t>
            </a:r>
          </a:p>
          <a:p>
            <a:r>
              <a:rPr lang="en-US" altLang="en-US" dirty="0">
                <a:ea typeface="ＭＳ Ｐゴシック" panose="020B0600070205080204" pitchFamily="34" charset="-128"/>
                <a:cs typeface="ＭＳ Ｐゴシック" panose="020B0600070205080204" pitchFamily="34" charset="-128"/>
              </a:rPr>
              <a:t>in-order datagram delivery</a:t>
            </a:r>
          </a:p>
          <a:p>
            <a:r>
              <a:rPr lang="en-US" altLang="en-US" dirty="0">
                <a:ea typeface="ＭＳ Ｐゴシック" panose="020B0600070205080204" pitchFamily="34" charset="-128"/>
                <a:cs typeface="ＭＳ Ｐゴシック" panose="020B0600070205080204" pitchFamily="34" charset="-128"/>
              </a:rPr>
              <a:t>guaranteed minimum bandwidth to flow</a:t>
            </a:r>
          </a:p>
          <a:p>
            <a:r>
              <a:rPr lang="en-US" altLang="en-US" dirty="0">
                <a:ea typeface="ＭＳ Ｐゴシック" panose="020B0600070205080204" pitchFamily="34" charset="-128"/>
                <a:cs typeface="ＭＳ Ｐゴシック" panose="020B0600070205080204" pitchFamily="34" charset="-128"/>
              </a:rPr>
              <a:t>restrictions on changes in inter-packet spacing</a:t>
            </a:r>
          </a:p>
          <a:p>
            <a:endParaRPr lang="en-US" dirty="0"/>
          </a:p>
        </p:txBody>
      </p:sp>
      <p:sp>
        <p:nvSpPr>
          <p:cNvPr id="62" name="Rectangle 13">
            <a:extLst>
              <a:ext uri="{FF2B5EF4-FFF2-40B4-BE49-F238E27FC236}">
                <a16:creationId xmlns:a16="http://schemas.microsoft.com/office/drawing/2014/main" xmlns="" id="{1FBC4707-F7A4-A94F-8160-5F9B1176127F}"/>
              </a:ext>
            </a:extLst>
          </p:cNvPr>
          <p:cNvSpPr>
            <a:spLocks noChangeArrowheads="1"/>
          </p:cNvSpPr>
          <p:nvPr/>
        </p:nvSpPr>
        <p:spPr bwMode="auto">
          <a:xfrm>
            <a:off x="1033668" y="1403834"/>
            <a:ext cx="1078727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ED7D31"/>
              </a:buClr>
              <a:buSzPct val="85000"/>
              <a:buFont typeface="ZapfDingbats"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What </a:t>
            </a:r>
            <a:r>
              <a:rPr kumimoji="0" lang="en-US" altLang="en-US" sz="32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service model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for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channel” transporting datagrams from sender to receiver?</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Slide Number Placeholder 4">
            <a:extLst>
              <a:ext uri="{FF2B5EF4-FFF2-40B4-BE49-F238E27FC236}">
                <a16:creationId xmlns:a16="http://schemas.microsoft.com/office/drawing/2014/main" xmlns="" id="{BCE52C15-0B00-9649-90D9-D506878A4BC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7</a:t>
            </a:fld>
            <a:endParaRPr lang="en-US" dirty="0"/>
          </a:p>
        </p:txBody>
      </p:sp>
    </p:spTree>
    <p:extLst>
      <p:ext uri="{BB962C8B-B14F-4D97-AF65-F5344CB8AC3E}">
        <p14:creationId xmlns:p14="http://schemas.microsoft.com/office/powerpoint/2010/main" val="35770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a16="http://schemas.microsoft.com/office/drawing/2014/main" xmlns=""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a16="http://schemas.microsoft.com/office/drawing/2014/main" xmlns=""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Intserv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Diffserv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xmlns=""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a16="http://schemas.microsoft.com/office/drawing/2014/main" xmlns=""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a16="http://schemas.microsoft.com/office/drawing/2014/main" xmlns=""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a16="http://schemas.microsoft.com/office/drawing/2014/main" xmlns=""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 name="Line 19">
            <a:extLst>
              <a:ext uri="{FF2B5EF4-FFF2-40B4-BE49-F238E27FC236}">
                <a16:creationId xmlns:a16="http://schemas.microsoft.com/office/drawing/2014/main" xmlns=""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xmlns=""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a16="http://schemas.microsoft.com/office/drawing/2014/main" xmlns=""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a16="http://schemas.microsoft.com/office/drawing/2014/main" xmlns=""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a16="http://schemas.microsoft.com/office/drawing/2014/main" xmlns=""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xmlns="" id="{A76539A4-4744-8842-8ED2-36EF0B5DAA55}"/>
              </a:ext>
            </a:extLst>
          </p:cNvPr>
          <p:cNvSpPr/>
          <p:nvPr/>
        </p:nvSpPr>
        <p:spPr>
          <a:xfrm>
            <a:off x="821410" y="3093349"/>
            <a:ext cx="10120393" cy="29044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Line 16">
            <a:extLst>
              <a:ext uri="{FF2B5EF4-FFF2-40B4-BE49-F238E27FC236}">
                <a16:creationId xmlns:a16="http://schemas.microsoft.com/office/drawing/2014/main" xmlns="" id="{B1FE5F6C-026F-0544-9F5F-295E95B4FC3A}"/>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xmlns="" id="{B777822C-9D57-814F-877A-2273D1202ED7}"/>
              </a:ext>
            </a:extLst>
          </p:cNvPr>
          <p:cNvGrpSpPr/>
          <p:nvPr/>
        </p:nvGrpSpPr>
        <p:grpSpPr>
          <a:xfrm>
            <a:off x="1859797" y="3440624"/>
            <a:ext cx="8105613" cy="2557221"/>
            <a:chOff x="852407" y="3270142"/>
            <a:chExt cx="8105613" cy="2557221"/>
          </a:xfrm>
        </p:grpSpPr>
        <p:sp>
          <p:nvSpPr>
            <p:cNvPr id="28" name="TextBox 27">
              <a:extLst>
                <a:ext uri="{FF2B5EF4-FFF2-40B4-BE49-F238E27FC236}">
                  <a16:creationId xmlns:a16="http://schemas.microsoft.com/office/drawing/2014/main" xmlns="" id="{828EFD12-C61D-5143-AE81-9D893932CA81}"/>
                </a:ext>
              </a:extLst>
            </p:cNvPr>
            <p:cNvSpPr txBox="1"/>
            <p:nvPr/>
          </p:nvSpPr>
          <p:spPr>
            <a:xfrm>
              <a:off x="1175287" y="3794500"/>
              <a:ext cx="751616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0013A3"/>
                  </a:solidFill>
                  <a:effectLst/>
                  <a:uLnTx/>
                  <a:uFillTx/>
                  <a:latin typeface="Calibri" panose="020F0502020204030204"/>
                  <a:ea typeface="+mn-ea"/>
                  <a:cs typeface="+mn-cs"/>
                </a:rPr>
                <a:t>No</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guarantees on</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 </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successful</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datagram delivery to destination</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timing or order of delivery</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bandwidth available to end-end flow</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xmlns="" id="{78D0C32C-957E-6540-8CA6-963771BBE837}"/>
                </a:ext>
              </a:extLst>
            </p:cNvPr>
            <p:cNvSpPr/>
            <p:nvPr/>
          </p:nvSpPr>
          <p:spPr>
            <a:xfrm>
              <a:off x="852407" y="3502617"/>
              <a:ext cx="8105613" cy="2324746"/>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xmlns="" id="{611B64E3-F240-2E4A-9BB4-1C9FDFBB21EA}"/>
                </a:ext>
              </a:extLst>
            </p:cNvPr>
            <p:cNvSpPr txBox="1"/>
            <p:nvPr/>
          </p:nvSpPr>
          <p:spPr>
            <a:xfrm>
              <a:off x="1100380" y="3270142"/>
              <a:ext cx="5474191"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Internet  “best effort” service model</a:t>
              </a:r>
            </a:p>
          </p:txBody>
        </p:sp>
      </p:grpSp>
      <p:sp>
        <p:nvSpPr>
          <p:cNvPr id="29" name="Text Box 15">
            <a:extLst>
              <a:ext uri="{FF2B5EF4-FFF2-40B4-BE49-F238E27FC236}">
                <a16:creationId xmlns:a16="http://schemas.microsoft.com/office/drawing/2014/main" xmlns="" id="{9BD70DA9-3274-304C-A354-2FF885CD2536}"/>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Quality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21" name="Slide Number Placeholder 4">
            <a:extLst>
              <a:ext uri="{FF2B5EF4-FFF2-40B4-BE49-F238E27FC236}">
                <a16:creationId xmlns:a16="http://schemas.microsoft.com/office/drawing/2014/main" xmlns="" id="{CC41D844-4BFF-004B-B364-1106DEFC8A1E}"/>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8</a:t>
            </a:fld>
            <a:endParaRPr lang="en-US" dirty="0"/>
          </a:p>
        </p:txBody>
      </p:sp>
    </p:spTree>
    <p:extLst>
      <p:ext uri="{BB962C8B-B14F-4D97-AF65-F5344CB8AC3E}">
        <p14:creationId xmlns:p14="http://schemas.microsoft.com/office/powerpoint/2010/main" val="78934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a16="http://schemas.microsoft.com/office/drawing/2014/main" xmlns=""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a16="http://schemas.microsoft.com/office/drawing/2014/main" xmlns=""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Intserv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Diffserv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xmlns=""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a16="http://schemas.microsoft.com/office/drawing/2014/main" xmlns=""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a16="http://schemas.microsoft.com/office/drawing/2014/main" xmlns=""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a16="http://schemas.microsoft.com/office/drawing/2014/main" xmlns=""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6" name="Text Box 15">
            <a:extLst>
              <a:ext uri="{FF2B5EF4-FFF2-40B4-BE49-F238E27FC236}">
                <a16:creationId xmlns:a16="http://schemas.microsoft.com/office/drawing/2014/main" xmlns="" id="{479EAFF1-C146-F24F-9503-6BE4EF35EFE9}"/>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Quality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7" name="Line 16">
            <a:extLst>
              <a:ext uri="{FF2B5EF4-FFF2-40B4-BE49-F238E27FC236}">
                <a16:creationId xmlns:a16="http://schemas.microsoft.com/office/drawing/2014/main" xmlns="" id="{A7360785-A1D9-E240-8C62-5B61E714BE89}"/>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Line 19">
            <a:extLst>
              <a:ext uri="{FF2B5EF4-FFF2-40B4-BE49-F238E27FC236}">
                <a16:creationId xmlns:a16="http://schemas.microsoft.com/office/drawing/2014/main" xmlns=""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xmlns=""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a16="http://schemas.microsoft.com/office/drawing/2014/main" xmlns=""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a16="http://schemas.microsoft.com/office/drawing/2014/main" xmlns=""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a16="http://schemas.microsoft.com/office/drawing/2014/main" xmlns=""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lide Number Placeholder 4">
            <a:extLst>
              <a:ext uri="{FF2B5EF4-FFF2-40B4-BE49-F238E27FC236}">
                <a16:creationId xmlns:a16="http://schemas.microsoft.com/office/drawing/2014/main" xmlns="" id="{34A31A66-AE43-4140-AE73-7F9488AFC116}"/>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9</a:t>
            </a:fld>
            <a:endParaRPr lang="en-US" dirty="0"/>
          </a:p>
        </p:txBody>
      </p:sp>
    </p:spTree>
    <p:extLst>
      <p:ext uri="{BB962C8B-B14F-4D97-AF65-F5344CB8AC3E}">
        <p14:creationId xmlns:p14="http://schemas.microsoft.com/office/powerpoint/2010/main" val="29548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1B8519-F020-5F41-9762-E63B0FD7EA80}"/>
              </a:ext>
            </a:extLst>
          </p:cNvPr>
          <p:cNvSpPr>
            <a:spLocks noGrp="1"/>
          </p:cNvSpPr>
          <p:nvPr>
            <p:ph type="title"/>
          </p:nvPr>
        </p:nvSpPr>
        <p:spPr>
          <a:xfrm>
            <a:off x="838200" y="398812"/>
            <a:ext cx="10515600" cy="894622"/>
          </a:xfrm>
        </p:spPr>
        <p:txBody>
          <a:bodyPr>
            <a:normAutofit/>
          </a:bodyPr>
          <a:lstStyle/>
          <a:p>
            <a:r>
              <a:rPr lang="en-US" sz="4800" dirty="0"/>
              <a:t>Reflections on best-effort  service:</a:t>
            </a:r>
          </a:p>
        </p:txBody>
      </p:sp>
      <p:sp>
        <p:nvSpPr>
          <p:cNvPr id="3" name="Content Placeholder 2">
            <a:extLst>
              <a:ext uri="{FF2B5EF4-FFF2-40B4-BE49-F238E27FC236}">
                <a16:creationId xmlns:a16="http://schemas.microsoft.com/office/drawing/2014/main" xmlns="" id="{55464CE4-E4F1-4F4A-A1DB-26BB66DC4403}"/>
              </a:ext>
            </a:extLst>
          </p:cNvPr>
          <p:cNvSpPr>
            <a:spLocks noGrp="1"/>
          </p:cNvSpPr>
          <p:nvPr>
            <p:ph sz="half" idx="1"/>
          </p:nvPr>
        </p:nvSpPr>
        <p:spPr>
          <a:xfrm>
            <a:off x="848755" y="1399565"/>
            <a:ext cx="10836967" cy="4691268"/>
          </a:xfrm>
        </p:spPr>
        <p:txBody>
          <a:bodyPr>
            <a:normAutofit/>
          </a:bodyPr>
          <a:lstStyle/>
          <a:p>
            <a:pPr>
              <a:buFont typeface="Wingdings" charset="2"/>
              <a:buChar char="§"/>
              <a:defRPr/>
            </a:pPr>
            <a:r>
              <a:rPr lang="en-US" dirty="0">
                <a:solidFill>
                  <a:srgbClr val="0013A3"/>
                </a:solidFill>
              </a:rPr>
              <a:t>simplicity of mechanism </a:t>
            </a:r>
            <a:r>
              <a:rPr lang="en-US" dirty="0"/>
              <a:t>has allowed Internet to be widely deployed adopted</a:t>
            </a:r>
          </a:p>
          <a:p>
            <a:pPr>
              <a:buFont typeface="Wingdings" charset="2"/>
              <a:buChar char="§"/>
              <a:defRPr/>
            </a:pPr>
            <a:r>
              <a:rPr lang="en-US" dirty="0"/>
              <a:t>sufficient </a:t>
            </a:r>
            <a:r>
              <a:rPr lang="en-US" dirty="0">
                <a:solidFill>
                  <a:srgbClr val="0013A3"/>
                </a:solidFill>
              </a:rPr>
              <a:t>provisioning of bandwidth</a:t>
            </a:r>
            <a:r>
              <a:rPr lang="en-US" dirty="0"/>
              <a:t> allows performance of real-time applications (e.g., interactive voice, video) to be “good enough” for “most of the time”</a:t>
            </a:r>
          </a:p>
          <a:p>
            <a:pPr>
              <a:buFont typeface="Wingdings" charset="2"/>
              <a:buChar char="§"/>
              <a:defRPr/>
            </a:pPr>
            <a:r>
              <a:rPr lang="en-US" dirty="0">
                <a:solidFill>
                  <a:srgbClr val="0013A3"/>
                </a:solidFill>
              </a:rPr>
              <a:t>replicated, application-layer distributed services </a:t>
            </a:r>
            <a:r>
              <a:rPr lang="en-US" dirty="0"/>
              <a:t>(datacenters, content distribution networks) connecting close to clients’ networks, allow services to be provided from multiple locations</a:t>
            </a:r>
          </a:p>
          <a:p>
            <a:pPr>
              <a:buFont typeface="Wingdings" charset="2"/>
              <a:buChar char="§"/>
              <a:defRPr/>
            </a:pPr>
            <a:r>
              <a:rPr lang="en-US" dirty="0"/>
              <a:t>congestion control of “elastic” services helps</a:t>
            </a:r>
          </a:p>
          <a:p>
            <a:pPr marL="130175" indent="0">
              <a:buNone/>
            </a:pPr>
            <a:endParaRPr lang="en-US" dirty="0"/>
          </a:p>
        </p:txBody>
      </p:sp>
      <p:sp>
        <p:nvSpPr>
          <p:cNvPr id="7" name="TextBox 6">
            <a:extLst>
              <a:ext uri="{FF2B5EF4-FFF2-40B4-BE49-F238E27FC236}">
                <a16:creationId xmlns:a16="http://schemas.microsoft.com/office/drawing/2014/main" xmlns="" id="{A62B6DB3-9428-AA4F-A9F0-FA024E48D16D}"/>
              </a:ext>
            </a:extLst>
          </p:cNvPr>
          <p:cNvSpPr txBox="1"/>
          <p:nvPr/>
        </p:nvSpPr>
        <p:spPr>
          <a:xfrm flipH="1">
            <a:off x="1131375" y="5749871"/>
            <a:ext cx="1010489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It’s hard to argue with success of best-effort service model </a:t>
            </a:r>
          </a:p>
        </p:txBody>
      </p:sp>
      <p:sp>
        <p:nvSpPr>
          <p:cNvPr id="5" name="Slide Number Placeholder 4">
            <a:extLst>
              <a:ext uri="{FF2B5EF4-FFF2-40B4-BE49-F238E27FC236}">
                <a16:creationId xmlns:a16="http://schemas.microsoft.com/office/drawing/2014/main" xmlns="" id="{F7F6B907-925A-7C4B-8121-37A5FA8A6BE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10</a:t>
            </a:fld>
            <a:endParaRPr lang="en-US" dirty="0"/>
          </a:p>
        </p:txBody>
      </p:sp>
    </p:spTree>
    <p:extLst>
      <p:ext uri="{BB962C8B-B14F-4D97-AF65-F5344CB8AC3E}">
        <p14:creationId xmlns:p14="http://schemas.microsoft.com/office/powerpoint/2010/main" val="46218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xmlns="" id="{55AB9D8D-7F05-094B-8DA6-3095A7A7A096}"/>
              </a:ext>
            </a:extLst>
          </p:cNvPr>
          <p:cNvSpPr>
            <a:spLocks noGrp="1" noChangeArrowheads="1"/>
          </p:cNvSpPr>
          <p:nvPr>
            <p:ph sz="half" idx="2"/>
          </p:nvPr>
        </p:nvSpPr>
        <p:spPr>
          <a:xfrm>
            <a:off x="570089" y="1428299"/>
            <a:ext cx="6618109" cy="5197353"/>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Network layer: overview</a:t>
            </a:r>
          </a:p>
          <a:p>
            <a:pPr lvl="1">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 plane</a:t>
            </a:r>
          </a:p>
          <a:p>
            <a:pPr lvl="1">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control plane</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What</a:t>
            </a:r>
            <a:r>
              <a:rPr lang="en-US" altLang="ja-JP" sz="3200" dirty="0">
                <a:solidFill>
                  <a:schemeClr val="bg1">
                    <a:lumMod val="75000"/>
                  </a:schemeClr>
                </a:solidFill>
                <a:ea typeface="ＭＳ Ｐゴシック" panose="020B0600070205080204" pitchFamily="34" charset="-128"/>
                <a:cs typeface="Arial" panose="020B0604020202020204" pitchFamily="34" charset="0"/>
              </a:rPr>
              <a:t>’s inside a router</a:t>
            </a:r>
          </a:p>
          <a:p>
            <a:pPr lvl="1">
              <a:spcBef>
                <a:spcPts val="600"/>
              </a:spcBef>
              <a:buClr>
                <a:schemeClr val="bg1">
                  <a:lumMod val="75000"/>
                </a:schemeClr>
              </a:buClr>
            </a:pPr>
            <a:r>
              <a:rPr lang="en-US" altLang="ja-JP" sz="2800" dirty="0">
                <a:solidFill>
                  <a:schemeClr val="bg1">
                    <a:lumMod val="75000"/>
                  </a:schemeClr>
                </a:solidFill>
                <a:ea typeface="ＭＳ Ｐゴシック" panose="020B0600070205080204" pitchFamily="34" charset="-128"/>
                <a:cs typeface="Arial" panose="020B0604020202020204" pitchFamily="34" charset="0"/>
              </a:rPr>
              <a:t>input ports, switching, output ports</a:t>
            </a:r>
          </a:p>
          <a:p>
            <a:pPr lvl="1">
              <a:spcBef>
                <a:spcPts val="600"/>
              </a:spcBef>
              <a:buClr>
                <a:schemeClr val="bg1">
                  <a:lumMod val="75000"/>
                </a:schemeClr>
              </a:buClr>
            </a:pPr>
            <a:r>
              <a:rPr lang="en-US" altLang="ja-JP" sz="2800" dirty="0">
                <a:solidFill>
                  <a:schemeClr val="bg1">
                    <a:lumMod val="75000"/>
                  </a:schemeClr>
                </a:solidFill>
                <a:ea typeface="ＭＳ Ｐゴシック" panose="020B0600070205080204" pitchFamily="34" charset="-128"/>
                <a:cs typeface="Arial" panose="020B0604020202020204" pitchFamily="34" charset="0"/>
              </a:rPr>
              <a:t>buffer management, scheduling</a:t>
            </a:r>
          </a:p>
          <a:p>
            <a:pPr marL="407988" indent="-277813">
              <a:spcBef>
                <a:spcPts val="600"/>
              </a:spcBef>
            </a:pPr>
            <a:r>
              <a:rPr lang="en-US" altLang="en-US" sz="3200" dirty="0">
                <a:ea typeface="ＭＳ Ｐゴシック" panose="020B0600070205080204" pitchFamily="34" charset="-128"/>
                <a:cs typeface="Arial" panose="020B0604020202020204" pitchFamily="34" charset="0"/>
              </a:rPr>
              <a:t>IP: the Internet Protocol</a:t>
            </a:r>
          </a:p>
          <a:p>
            <a:pPr lvl="1">
              <a:spcBef>
                <a:spcPts val="400"/>
              </a:spcBef>
              <a:buClr>
                <a:srgbClr val="0000A3"/>
              </a:buClr>
            </a:pPr>
            <a:r>
              <a:rPr lang="en-US" altLang="en-US" sz="2800" dirty="0">
                <a:solidFill>
                  <a:srgbClr val="0000A3"/>
                </a:solidFill>
                <a:ea typeface="ＭＳ Ｐゴシック" panose="020B0600070205080204" pitchFamily="34" charset="-128"/>
                <a:cs typeface="Arial" panose="020B0604020202020204" pitchFamily="34" charset="0"/>
              </a:rPr>
              <a:t>datagram format</a:t>
            </a:r>
          </a:p>
          <a:p>
            <a:pPr lvl="1">
              <a:spcBef>
                <a:spcPts val="400"/>
              </a:spcBef>
              <a:buClr>
                <a:srgbClr val="0000A3"/>
              </a:buClr>
            </a:pPr>
            <a:r>
              <a:rPr lang="en-US" altLang="en-US" sz="2800" dirty="0">
                <a:solidFill>
                  <a:srgbClr val="0000A3"/>
                </a:solidFill>
                <a:ea typeface="ＭＳ Ｐゴシック" panose="020B0600070205080204" pitchFamily="34" charset="-128"/>
                <a:cs typeface="Arial" panose="020B0604020202020204" pitchFamily="34" charset="0"/>
              </a:rPr>
              <a:t>addressing</a:t>
            </a:r>
          </a:p>
          <a:p>
            <a:pPr lvl="1">
              <a:spcBef>
                <a:spcPts val="400"/>
              </a:spcBef>
              <a:buClr>
                <a:srgbClr val="0000A3"/>
              </a:buClr>
            </a:pPr>
            <a:r>
              <a:rPr lang="en-US" altLang="en-US" sz="2800" dirty="0">
                <a:ea typeface="ＭＳ Ｐゴシック" panose="020B0600070205080204" pitchFamily="34" charset="-128"/>
                <a:cs typeface="Arial" panose="020B0604020202020204" pitchFamily="34" charset="0"/>
              </a:rPr>
              <a:t>network address translation</a:t>
            </a:r>
          </a:p>
          <a:p>
            <a:pPr lvl="1">
              <a:spcBef>
                <a:spcPts val="400"/>
              </a:spcBef>
              <a:buClr>
                <a:srgbClr val="0000A3"/>
              </a:buClr>
            </a:pPr>
            <a:r>
              <a:rPr lang="en-US" altLang="en-US" sz="2800" dirty="0">
                <a:ea typeface="ＭＳ Ｐゴシック" panose="020B0600070205080204" pitchFamily="34" charset="-128"/>
                <a:cs typeface="Arial" panose="020B0604020202020204" pitchFamily="34" charset="0"/>
              </a:rPr>
              <a:t>IPv6</a:t>
            </a:r>
          </a:p>
        </p:txBody>
      </p:sp>
      <p:pic>
        <p:nvPicPr>
          <p:cNvPr id="6" name="Picture 5" descr="A train crossing a bridge over a body of water&#10;&#10;Description automatically generated">
            <a:extLst>
              <a:ext uri="{FF2B5EF4-FFF2-40B4-BE49-F238E27FC236}">
                <a16:creationId xmlns:a16="http://schemas.microsoft.com/office/drawing/2014/main" xmlns=""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
        <p:nvSpPr>
          <p:cNvPr id="7" name="Rectangle 4">
            <a:extLst>
              <a:ext uri="{FF2B5EF4-FFF2-40B4-BE49-F238E27FC236}">
                <a16:creationId xmlns:a16="http://schemas.microsoft.com/office/drawing/2014/main" xmlns="" id="{F3A4FBDA-F3DE-F640-AAEE-CE557E67DD69}"/>
              </a:ext>
            </a:extLst>
          </p:cNvPr>
          <p:cNvSpPr txBox="1">
            <a:spLocks noChangeArrowheads="1"/>
          </p:cNvSpPr>
          <p:nvPr/>
        </p:nvSpPr>
        <p:spPr>
          <a:xfrm>
            <a:off x="6186488" y="4277300"/>
            <a:ext cx="6005512" cy="1937764"/>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ＭＳ Ｐゴシック" panose="020B0600070205080204" pitchFamily="34" charset="-128"/>
              </a:rPr>
              <a:t>Generalized Forwarding, SDN</a:t>
            </a:r>
          </a:p>
          <a:p>
            <a:pPr lvl="1">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rPr>
              <a:t>match+action</a:t>
            </a:r>
          </a:p>
          <a:p>
            <a:pPr lvl="1">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rPr>
              <a:t>OpenFlow: match+action in action</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rPr>
              <a:t>Middleboxes</a:t>
            </a:r>
          </a:p>
          <a:p>
            <a:pPr lvl="1"/>
            <a:endParaRPr lang="en-US" altLang="en-US" dirty="0"/>
          </a:p>
        </p:txBody>
      </p:sp>
      <p:sp>
        <p:nvSpPr>
          <p:cNvPr id="8" name="Slide Number Placeholder 4">
            <a:extLst>
              <a:ext uri="{FF2B5EF4-FFF2-40B4-BE49-F238E27FC236}">
                <a16:creationId xmlns:a16="http://schemas.microsoft.com/office/drawing/2014/main" xmlns="" id="{F4D04E88-D653-0249-9F2C-45CB993BCE4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11</a:t>
            </a:fld>
            <a:endParaRPr lang="en-US" dirty="0"/>
          </a:p>
        </p:txBody>
      </p:sp>
    </p:spTree>
    <p:extLst>
      <p:ext uri="{BB962C8B-B14F-4D97-AF65-F5344CB8AC3E}">
        <p14:creationId xmlns:p14="http://schemas.microsoft.com/office/powerpoint/2010/main" val="494825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6236E45-D353-3946-A538-2B64275829F3}"/>
              </a:ext>
            </a:extLst>
          </p:cNvPr>
          <p:cNvSpPr>
            <a:spLocks noGrp="1"/>
          </p:cNvSpPr>
          <p:nvPr>
            <p:ph type="title"/>
          </p:nvPr>
        </p:nvSpPr>
        <p:spPr>
          <a:xfrm>
            <a:off x="838200" y="311144"/>
            <a:ext cx="10515600" cy="894622"/>
          </a:xfrm>
        </p:spPr>
        <p:txBody>
          <a:bodyPr/>
          <a:lstStyle/>
          <a:p>
            <a:r>
              <a:rPr lang="en-US" dirty="0">
                <a:ea typeface="ＭＳ Ｐゴシック" panose="020B0600070205080204" pitchFamily="34" charset="-128"/>
              </a:rPr>
              <a:t>Network Layer: Internet</a:t>
            </a:r>
            <a:endParaRPr lang="en-US" dirty="0"/>
          </a:p>
        </p:txBody>
      </p:sp>
      <p:sp>
        <p:nvSpPr>
          <p:cNvPr id="42" name="Rectangle 3">
            <a:extLst>
              <a:ext uri="{FF2B5EF4-FFF2-40B4-BE49-F238E27FC236}">
                <a16:creationId xmlns:a16="http://schemas.microsoft.com/office/drawing/2014/main" xmlns="" id="{54249E09-2CB1-514A-AC5F-40ADE00A2799}"/>
              </a:ext>
            </a:extLst>
          </p:cNvPr>
          <p:cNvSpPr>
            <a:spLocks noChangeArrowheads="1"/>
          </p:cNvSpPr>
          <p:nvPr/>
        </p:nvSpPr>
        <p:spPr bwMode="auto">
          <a:xfrm>
            <a:off x="3137317" y="2215552"/>
            <a:ext cx="7370788" cy="4076700"/>
          </a:xfrm>
          <a:prstGeom prst="rect">
            <a:avLst/>
          </a:prstGeom>
          <a:solidFill>
            <a:srgbClr val="FFFFFF"/>
          </a:solidFill>
          <a:ln w="19050">
            <a:solidFill>
              <a:srgbClr val="000000"/>
            </a:solidFill>
            <a:miter lim="800000"/>
            <a:headEnd/>
            <a:tailEnd/>
          </a:ln>
          <a:effectLst>
            <a:outerShdw blurRad="1651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3" name="Rectangle 16">
            <a:extLst>
              <a:ext uri="{FF2B5EF4-FFF2-40B4-BE49-F238E27FC236}">
                <a16:creationId xmlns:a16="http://schemas.microsoft.com/office/drawing/2014/main" xmlns="" id="{B180F0D6-1F8C-804C-9B7D-8CC6486CAF5D}"/>
              </a:ext>
            </a:extLst>
          </p:cNvPr>
          <p:cNvSpPr txBox="1">
            <a:spLocks noChangeArrowheads="1"/>
          </p:cNvSpPr>
          <p:nvPr/>
        </p:nvSpPr>
        <p:spPr bwMode="auto">
          <a:xfrm>
            <a:off x="888584" y="1413891"/>
            <a:ext cx="753427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342900" marR="0" lvl="0" indent="-342900"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3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host, router network layer functions:</a:t>
            </a:r>
          </a:p>
        </p:txBody>
      </p:sp>
      <p:sp>
        <p:nvSpPr>
          <p:cNvPr id="54" name="Line 17">
            <a:extLst>
              <a:ext uri="{FF2B5EF4-FFF2-40B4-BE49-F238E27FC236}">
                <a16:creationId xmlns:a16="http://schemas.microsoft.com/office/drawing/2014/main" xmlns="" id="{C662B522-B91B-764B-B1C6-707D227F7B4D}"/>
              </a:ext>
            </a:extLst>
          </p:cNvPr>
          <p:cNvSpPr>
            <a:spLocks noChangeShapeType="1"/>
          </p:cNvSpPr>
          <p:nvPr/>
        </p:nvSpPr>
        <p:spPr bwMode="auto">
          <a:xfrm flipV="1">
            <a:off x="3127792" y="5768661"/>
            <a:ext cx="7395303" cy="1082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5" name="Line 18">
            <a:extLst>
              <a:ext uri="{FF2B5EF4-FFF2-40B4-BE49-F238E27FC236}">
                <a16:creationId xmlns:a16="http://schemas.microsoft.com/office/drawing/2014/main" xmlns="" id="{FF84D1AE-B7A3-194D-8C60-F60894071514}"/>
              </a:ext>
            </a:extLst>
          </p:cNvPr>
          <p:cNvSpPr>
            <a:spLocks noChangeShapeType="1"/>
          </p:cNvSpPr>
          <p:nvPr/>
        </p:nvSpPr>
        <p:spPr bwMode="auto">
          <a:xfrm flipV="1">
            <a:off x="3156367" y="5244860"/>
            <a:ext cx="7366728" cy="1075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60" name="Group 24">
            <a:extLst>
              <a:ext uri="{FF2B5EF4-FFF2-40B4-BE49-F238E27FC236}">
                <a16:creationId xmlns:a16="http://schemas.microsoft.com/office/drawing/2014/main" xmlns="" id="{5EB605D2-4BE6-F84E-ADE0-AB4D2A7BF140}"/>
              </a:ext>
            </a:extLst>
          </p:cNvPr>
          <p:cNvGrpSpPr>
            <a:grpSpLocks/>
          </p:cNvGrpSpPr>
          <p:nvPr/>
        </p:nvGrpSpPr>
        <p:grpSpPr bwMode="auto">
          <a:xfrm>
            <a:off x="7184669" y="2927915"/>
            <a:ext cx="3136903" cy="1276350"/>
            <a:chOff x="102" y="1294"/>
            <a:chExt cx="1976" cy="804"/>
          </a:xfrm>
        </p:grpSpPr>
        <p:sp>
          <p:nvSpPr>
            <p:cNvPr id="62" name="Rectangle 26">
              <a:extLst>
                <a:ext uri="{FF2B5EF4-FFF2-40B4-BE49-F238E27FC236}">
                  <a16:creationId xmlns:a16="http://schemas.microsoft.com/office/drawing/2014/main" xmlns="" id="{2EDD264A-A709-3A4C-A00D-67F984963850}"/>
                </a:ext>
              </a:extLst>
            </p:cNvPr>
            <p:cNvSpPr>
              <a:spLocks noChangeArrowheads="1"/>
            </p:cNvSpPr>
            <p:nvPr/>
          </p:nvSpPr>
          <p:spPr bwMode="auto">
            <a:xfrm>
              <a:off x="102" y="1314"/>
              <a:ext cx="1976" cy="784"/>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3" name="Text Box 27">
              <a:extLst>
                <a:ext uri="{FF2B5EF4-FFF2-40B4-BE49-F238E27FC236}">
                  <a16:creationId xmlns:a16="http://schemas.microsoft.com/office/drawing/2014/main" xmlns="" id="{0296BAAF-C3F3-6D4C-8BEA-A71228A41980}"/>
                </a:ext>
              </a:extLst>
            </p:cNvPr>
            <p:cNvSpPr txBox="1">
              <a:spLocks noChangeArrowheads="1"/>
            </p:cNvSpPr>
            <p:nvPr/>
          </p:nvSpPr>
          <p:spPr bwMode="auto">
            <a:xfrm>
              <a:off x="131" y="1294"/>
              <a:ext cx="1918" cy="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IP protocol</a:t>
              </a:r>
              <a:endPar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a:p>
              <a:pPr marL="0" marR="0" lvl="0" indent="0" algn="l" defTabSz="914400" rtl="0" eaLnBrk="0" fontAlgn="base" latinLnBrk="0" hangingPunct="0">
                <a:lnSpc>
                  <a:spcPct val="95000"/>
                </a:lnSpc>
                <a:spcBef>
                  <a:spcPct val="0"/>
                </a:spcBef>
                <a:spcAft>
                  <a:spcPct val="0"/>
                </a:spcAft>
                <a:buClr>
                  <a:srgbClr val="0000A3"/>
                </a:buClr>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datagram format</a:t>
              </a:r>
            </a:p>
            <a:p>
              <a:pPr marL="0" marR="0" lvl="0" indent="0" algn="l" defTabSz="914400" rtl="0" eaLnBrk="0" fontAlgn="base" latinLnBrk="0" hangingPunct="0">
                <a:lnSpc>
                  <a:spcPct val="95000"/>
                </a:lnSpc>
                <a:spcBef>
                  <a:spcPct val="0"/>
                </a:spcBef>
                <a:spcAft>
                  <a:spcPct val="0"/>
                </a:spcAft>
                <a:buClr>
                  <a:srgbClr val="0000A3"/>
                </a:buClr>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addressing</a:t>
              </a:r>
            </a:p>
            <a:p>
              <a:pPr marL="0" marR="0" lvl="0" indent="0" algn="l" defTabSz="914400" rtl="0" eaLnBrk="0" fontAlgn="base" latinLnBrk="0" hangingPunct="0">
                <a:lnSpc>
                  <a:spcPct val="95000"/>
                </a:lnSpc>
                <a:spcBef>
                  <a:spcPct val="0"/>
                </a:spcBef>
                <a:spcAft>
                  <a:spcPct val="0"/>
                </a:spcAft>
                <a:buClr>
                  <a:srgbClr val="0000A3"/>
                </a:buClr>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packet handling conventions</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65" name="Rectangle 30">
            <a:extLst>
              <a:ext uri="{FF2B5EF4-FFF2-40B4-BE49-F238E27FC236}">
                <a16:creationId xmlns:a16="http://schemas.microsoft.com/office/drawing/2014/main" xmlns="" id="{D53E8097-7EF9-9F40-A258-C7BAC9FB04F8}"/>
              </a:ext>
            </a:extLst>
          </p:cNvPr>
          <p:cNvSpPr>
            <a:spLocks noChangeArrowheads="1"/>
          </p:cNvSpPr>
          <p:nvPr/>
        </p:nvSpPr>
        <p:spPr bwMode="auto">
          <a:xfrm>
            <a:off x="7723368" y="4279825"/>
            <a:ext cx="2376099" cy="885011"/>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6" name="Text Box 31">
            <a:extLst>
              <a:ext uri="{FF2B5EF4-FFF2-40B4-BE49-F238E27FC236}">
                <a16:creationId xmlns:a16="http://schemas.microsoft.com/office/drawing/2014/main" xmlns="" id="{CA5FE275-A1EE-6149-A25B-AB47FE13C914}"/>
              </a:ext>
            </a:extLst>
          </p:cNvPr>
          <p:cNvSpPr txBox="1">
            <a:spLocks noChangeArrowheads="1"/>
          </p:cNvSpPr>
          <p:nvPr/>
        </p:nvSpPr>
        <p:spPr bwMode="auto">
          <a:xfrm>
            <a:off x="7779352" y="4233489"/>
            <a:ext cx="245538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95000"/>
              </a:lnSpc>
              <a:spcBef>
                <a:spcPct val="0"/>
              </a:spcBef>
              <a:spcAft>
                <a:spcPct val="0"/>
              </a:spcAft>
              <a:buClrTx/>
              <a:buSzTx/>
              <a:buFontTx/>
              <a:buNone/>
              <a:tabLst/>
              <a:defRPr/>
            </a:pPr>
            <a:r>
              <a:rPr kumimoji="0" lang="en-US" altLang="en-US" sz="24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ICMP protocol</a:t>
            </a:r>
          </a:p>
          <a:p>
            <a:pPr marL="0" marR="0" lvl="0" indent="0" algn="l" defTabSz="914400" rtl="0" eaLnBrk="0" fontAlgn="base" latinLnBrk="0" hangingPunct="0">
              <a:lnSpc>
                <a:spcPct val="95000"/>
              </a:lnSpc>
              <a:spcBef>
                <a:spcPct val="0"/>
              </a:spcBef>
              <a:spcAft>
                <a:spcPct val="0"/>
              </a:spcAft>
              <a:buClrTx/>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error reporting</a:t>
            </a:r>
          </a:p>
          <a:p>
            <a:pPr marL="0" marR="0" lvl="0" indent="0" algn="l" defTabSz="914400" rtl="0" eaLnBrk="0" fontAlgn="base" latinLnBrk="0" hangingPunct="0">
              <a:lnSpc>
                <a:spcPct val="95000"/>
              </a:lnSpc>
              <a:spcBef>
                <a:spcPct val="0"/>
              </a:spcBef>
              <a:spcAft>
                <a:spcPct val="0"/>
              </a:spcAft>
              <a:buClrTx/>
              <a:buSzTx/>
              <a:buFontTx/>
              <a:buChar char="•"/>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router “</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signaling”</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7" name="Line 32">
            <a:extLst>
              <a:ext uri="{FF2B5EF4-FFF2-40B4-BE49-F238E27FC236}">
                <a16:creationId xmlns:a16="http://schemas.microsoft.com/office/drawing/2014/main" xmlns="" id="{83D8B023-CCE3-A545-A900-2FBC5363CBA5}"/>
              </a:ext>
            </a:extLst>
          </p:cNvPr>
          <p:cNvSpPr>
            <a:spLocks noChangeShapeType="1"/>
          </p:cNvSpPr>
          <p:nvPr/>
        </p:nvSpPr>
        <p:spPr bwMode="auto">
          <a:xfrm flipV="1">
            <a:off x="3156367" y="2825510"/>
            <a:ext cx="7366728" cy="1075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8" name="Text Box 33">
            <a:extLst>
              <a:ext uri="{FF2B5EF4-FFF2-40B4-BE49-F238E27FC236}">
                <a16:creationId xmlns:a16="http://schemas.microsoft.com/office/drawing/2014/main" xmlns="" id="{0FCECF46-65B8-9744-948E-304AC0DAC27D}"/>
              </a:ext>
            </a:extLst>
          </p:cNvPr>
          <p:cNvSpPr txBox="1">
            <a:spLocks noChangeArrowheads="1"/>
          </p:cNvSpPr>
          <p:nvPr/>
        </p:nvSpPr>
        <p:spPr bwMode="auto">
          <a:xfrm>
            <a:off x="5347325" y="2318922"/>
            <a:ext cx="28376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808080"/>
                </a:solidFill>
                <a:effectLst/>
                <a:uLnTx/>
                <a:uFillTx/>
                <a:latin typeface="Calibri" panose="020F0502020204030204"/>
                <a:ea typeface="ＭＳ Ｐゴシック" panose="020B0600070205080204" pitchFamily="34" charset="-128"/>
                <a:cs typeface="+mn-cs"/>
              </a:rPr>
              <a:t>transport layer: TCP, UDP</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69" name="Text Box 34">
            <a:extLst>
              <a:ext uri="{FF2B5EF4-FFF2-40B4-BE49-F238E27FC236}">
                <a16:creationId xmlns:a16="http://schemas.microsoft.com/office/drawing/2014/main" xmlns="" id="{F0EDF1E8-9470-B34D-B8BA-67D4C38586E9}"/>
              </a:ext>
            </a:extLst>
          </p:cNvPr>
          <p:cNvSpPr txBox="1">
            <a:spLocks noChangeArrowheads="1"/>
          </p:cNvSpPr>
          <p:nvPr/>
        </p:nvSpPr>
        <p:spPr bwMode="auto">
          <a:xfrm>
            <a:off x="6161947" y="5335692"/>
            <a:ext cx="11288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808080"/>
                </a:solidFill>
                <a:effectLst/>
                <a:uLnTx/>
                <a:uFillTx/>
                <a:latin typeface="Calibri" panose="020F0502020204030204"/>
                <a:ea typeface="ＭＳ Ｐゴシック" panose="020B0600070205080204" pitchFamily="34" charset="-128"/>
                <a:cs typeface="+mn-cs"/>
              </a:rPr>
              <a:t>link layer</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0" name="Text Box 35">
            <a:extLst>
              <a:ext uri="{FF2B5EF4-FFF2-40B4-BE49-F238E27FC236}">
                <a16:creationId xmlns:a16="http://schemas.microsoft.com/office/drawing/2014/main" xmlns="" id="{DC66EFC2-D14F-D54B-94E4-C02AED9BE40C}"/>
              </a:ext>
            </a:extLst>
          </p:cNvPr>
          <p:cNvSpPr txBox="1">
            <a:spLocks noChangeArrowheads="1"/>
          </p:cNvSpPr>
          <p:nvPr/>
        </p:nvSpPr>
        <p:spPr bwMode="auto">
          <a:xfrm>
            <a:off x="6039527" y="5844577"/>
            <a:ext cx="1595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808080"/>
                </a:solidFill>
                <a:effectLst/>
                <a:uLnTx/>
                <a:uFillTx/>
                <a:latin typeface="Calibri" panose="020F0502020204030204"/>
                <a:ea typeface="ＭＳ Ｐゴシック" panose="020B0600070205080204" pitchFamily="34" charset="-128"/>
                <a:cs typeface="+mn-cs"/>
              </a:rPr>
              <a:t>physical layer</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1" name="Text Box 36">
            <a:extLst>
              <a:ext uri="{FF2B5EF4-FFF2-40B4-BE49-F238E27FC236}">
                <a16:creationId xmlns:a16="http://schemas.microsoft.com/office/drawing/2014/main" xmlns="" id="{443CA5C2-E267-9843-988A-10AA069D7A88}"/>
              </a:ext>
            </a:extLst>
          </p:cNvPr>
          <p:cNvSpPr txBox="1">
            <a:spLocks noChangeArrowheads="1"/>
          </p:cNvSpPr>
          <p:nvPr/>
        </p:nvSpPr>
        <p:spPr bwMode="auto">
          <a:xfrm>
            <a:off x="1664488" y="3618902"/>
            <a:ext cx="140615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network</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8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layer</a:t>
            </a:r>
            <a:endParaRPr kumimoji="0" lang="en-US" altLang="en-US" sz="2000" b="0" i="0"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72" name="Line 37">
            <a:extLst>
              <a:ext uri="{FF2B5EF4-FFF2-40B4-BE49-F238E27FC236}">
                <a16:creationId xmlns:a16="http://schemas.microsoft.com/office/drawing/2014/main" xmlns="" id="{3FA09A96-5FBE-6E4C-B57D-75ADA055202E}"/>
              </a:ext>
            </a:extLst>
          </p:cNvPr>
          <p:cNvSpPr>
            <a:spLocks noChangeShapeType="1"/>
          </p:cNvSpPr>
          <p:nvPr/>
        </p:nvSpPr>
        <p:spPr bwMode="auto">
          <a:xfrm flipV="1">
            <a:off x="2880142" y="2845789"/>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3" name="Line 38">
            <a:extLst>
              <a:ext uri="{FF2B5EF4-FFF2-40B4-BE49-F238E27FC236}">
                <a16:creationId xmlns:a16="http://schemas.microsoft.com/office/drawing/2014/main" xmlns="" id="{F1A87A3C-ABBA-1445-B932-9F07DDB1DC8B}"/>
              </a:ext>
            </a:extLst>
          </p:cNvPr>
          <p:cNvSpPr>
            <a:spLocks noChangeShapeType="1"/>
          </p:cNvSpPr>
          <p:nvPr/>
        </p:nvSpPr>
        <p:spPr bwMode="auto">
          <a:xfrm>
            <a:off x="2894578" y="4512664"/>
            <a:ext cx="0" cy="742950"/>
          </a:xfrm>
          <a:prstGeom prst="line">
            <a:avLst/>
          </a:prstGeom>
          <a:noFill/>
          <a:ln w="28575">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2" name="Group 1">
            <a:extLst>
              <a:ext uri="{FF2B5EF4-FFF2-40B4-BE49-F238E27FC236}">
                <a16:creationId xmlns:a16="http://schemas.microsoft.com/office/drawing/2014/main" xmlns="" id="{C8E5DB8E-5758-7A40-B6B5-7D4AF5690956}"/>
              </a:ext>
            </a:extLst>
          </p:cNvPr>
          <p:cNvGrpSpPr/>
          <p:nvPr/>
        </p:nvGrpSpPr>
        <p:grpSpPr>
          <a:xfrm>
            <a:off x="3407866" y="3093438"/>
            <a:ext cx="3656521" cy="1988228"/>
            <a:chOff x="3407866" y="3093438"/>
            <a:chExt cx="3656521" cy="1988228"/>
          </a:xfrm>
        </p:grpSpPr>
        <p:grpSp>
          <p:nvGrpSpPr>
            <p:cNvPr id="43" name="Group 6">
              <a:extLst>
                <a:ext uri="{FF2B5EF4-FFF2-40B4-BE49-F238E27FC236}">
                  <a16:creationId xmlns:a16="http://schemas.microsoft.com/office/drawing/2014/main" xmlns="" id="{871F3AA1-3276-FB48-99A0-4DB2EA4E1228}"/>
                </a:ext>
              </a:extLst>
            </p:cNvPr>
            <p:cNvGrpSpPr>
              <a:grpSpLocks/>
            </p:cNvGrpSpPr>
            <p:nvPr/>
          </p:nvGrpSpPr>
          <p:grpSpPr bwMode="auto">
            <a:xfrm>
              <a:off x="5731569" y="3657572"/>
              <a:ext cx="1332818" cy="1171575"/>
              <a:chOff x="3972" y="2910"/>
              <a:chExt cx="649" cy="738"/>
            </a:xfrm>
          </p:grpSpPr>
          <p:sp>
            <p:nvSpPr>
              <p:cNvPr id="45" name="Rectangle 8">
                <a:extLst>
                  <a:ext uri="{FF2B5EF4-FFF2-40B4-BE49-F238E27FC236}">
                    <a16:creationId xmlns:a16="http://schemas.microsoft.com/office/drawing/2014/main" xmlns="" id="{BA7260F4-B2A7-AF47-BF92-9B85CFE6FC13}"/>
                  </a:ext>
                </a:extLst>
              </p:cNvPr>
              <p:cNvSpPr>
                <a:spLocks noChangeArrowheads="1"/>
              </p:cNvSpPr>
              <p:nvPr/>
            </p:nvSpPr>
            <p:spPr bwMode="auto">
              <a:xfrm>
                <a:off x="3996" y="2910"/>
                <a:ext cx="582" cy="738"/>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6" name="Text Box 9">
                <a:extLst>
                  <a:ext uri="{FF2B5EF4-FFF2-40B4-BE49-F238E27FC236}">
                    <a16:creationId xmlns:a16="http://schemas.microsoft.com/office/drawing/2014/main" xmlns="" id="{C24F447E-295B-5343-A770-64A4288623FA}"/>
                  </a:ext>
                </a:extLst>
              </p:cNvPr>
              <p:cNvSpPr txBox="1">
                <a:spLocks noChangeArrowheads="1"/>
              </p:cNvSpPr>
              <p:nvPr/>
            </p:nvSpPr>
            <p:spPr bwMode="auto">
              <a:xfrm>
                <a:off x="3972" y="3071"/>
                <a:ext cx="64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table</a:t>
                </a:r>
              </a:p>
            </p:txBody>
          </p:sp>
          <p:sp>
            <p:nvSpPr>
              <p:cNvPr id="47" name="Line 10">
                <a:extLst>
                  <a:ext uri="{FF2B5EF4-FFF2-40B4-BE49-F238E27FC236}">
                    <a16:creationId xmlns:a16="http://schemas.microsoft.com/office/drawing/2014/main" xmlns="" id="{A1A6378B-7AD4-9543-A13E-9D075DF319CB}"/>
                  </a:ext>
                </a:extLst>
              </p:cNvPr>
              <p:cNvSpPr>
                <a:spLocks noChangeShapeType="1"/>
              </p:cNvSpPr>
              <p:nvPr/>
            </p:nvSpPr>
            <p:spPr bwMode="auto">
              <a:xfrm>
                <a:off x="4065" y="2994"/>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8" name="Line 11">
                <a:extLst>
                  <a:ext uri="{FF2B5EF4-FFF2-40B4-BE49-F238E27FC236}">
                    <a16:creationId xmlns:a16="http://schemas.microsoft.com/office/drawing/2014/main" xmlns="" id="{AFF84EEF-BF82-EE46-A8CD-990D38D7B888}"/>
                  </a:ext>
                </a:extLst>
              </p:cNvPr>
              <p:cNvSpPr>
                <a:spLocks noChangeShapeType="1"/>
              </p:cNvSpPr>
              <p:nvPr/>
            </p:nvSpPr>
            <p:spPr bwMode="auto">
              <a:xfrm>
                <a:off x="4071" y="304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49" name="Line 12">
                <a:extLst>
                  <a:ext uri="{FF2B5EF4-FFF2-40B4-BE49-F238E27FC236}">
                    <a16:creationId xmlns:a16="http://schemas.microsoft.com/office/drawing/2014/main" xmlns="" id="{F9BAE992-9BF7-104C-8ECA-81D34B658B5E}"/>
                  </a:ext>
                </a:extLst>
              </p:cNvPr>
              <p:cNvSpPr>
                <a:spLocks noChangeShapeType="1"/>
              </p:cNvSpPr>
              <p:nvPr/>
            </p:nvSpPr>
            <p:spPr bwMode="auto">
              <a:xfrm>
                <a:off x="4074" y="3102"/>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0" name="Line 13">
                <a:extLst>
                  <a:ext uri="{FF2B5EF4-FFF2-40B4-BE49-F238E27FC236}">
                    <a16:creationId xmlns:a16="http://schemas.microsoft.com/office/drawing/2014/main" xmlns="" id="{3429694D-F679-004A-9DBC-A3A9033DE14F}"/>
                  </a:ext>
                </a:extLst>
              </p:cNvPr>
              <p:cNvSpPr>
                <a:spLocks noChangeShapeType="1"/>
              </p:cNvSpPr>
              <p:nvPr/>
            </p:nvSpPr>
            <p:spPr bwMode="auto">
              <a:xfrm>
                <a:off x="4065" y="3477"/>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1" name="Line 14">
                <a:extLst>
                  <a:ext uri="{FF2B5EF4-FFF2-40B4-BE49-F238E27FC236}">
                    <a16:creationId xmlns:a16="http://schemas.microsoft.com/office/drawing/2014/main" xmlns="" id="{76EE42B6-BAC1-4944-9196-448650DA216C}"/>
                  </a:ext>
                </a:extLst>
              </p:cNvPr>
              <p:cNvSpPr>
                <a:spLocks noChangeShapeType="1"/>
              </p:cNvSpPr>
              <p:nvPr/>
            </p:nvSpPr>
            <p:spPr bwMode="auto">
              <a:xfrm>
                <a:off x="4068" y="3528"/>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2" name="Line 15">
                <a:extLst>
                  <a:ext uri="{FF2B5EF4-FFF2-40B4-BE49-F238E27FC236}">
                    <a16:creationId xmlns:a16="http://schemas.microsoft.com/office/drawing/2014/main" xmlns="" id="{F59AD1B5-E124-0149-BDFB-A6D75F8BE6E8}"/>
                  </a:ext>
                </a:extLst>
              </p:cNvPr>
              <p:cNvSpPr>
                <a:spLocks noChangeShapeType="1"/>
              </p:cNvSpPr>
              <p:nvPr/>
            </p:nvSpPr>
            <p:spPr bwMode="auto">
              <a:xfrm>
                <a:off x="4071" y="3579"/>
                <a:ext cx="43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sp>
          <p:nvSpPr>
            <p:cNvPr id="57" name="Rectangle 21">
              <a:extLst>
                <a:ext uri="{FF2B5EF4-FFF2-40B4-BE49-F238E27FC236}">
                  <a16:creationId xmlns:a16="http://schemas.microsoft.com/office/drawing/2014/main" xmlns="" id="{D79EAD81-D7BF-7740-89CA-28286122F096}"/>
                </a:ext>
              </a:extLst>
            </p:cNvPr>
            <p:cNvSpPr>
              <a:spLocks noChangeArrowheads="1"/>
            </p:cNvSpPr>
            <p:nvPr/>
          </p:nvSpPr>
          <p:spPr bwMode="auto">
            <a:xfrm>
              <a:off x="3407866" y="3093438"/>
              <a:ext cx="2048551" cy="1988228"/>
            </a:xfrm>
            <a:prstGeom prst="rect">
              <a:avLst/>
            </a:prstGeom>
            <a:solidFill>
              <a:srgbClr val="FFFFFF"/>
            </a:solidFill>
            <a:ln w="19050">
              <a:solidFill>
                <a:srgbClr val="000000"/>
              </a:solidFill>
              <a:miter lim="800000"/>
              <a:headEnd/>
              <a:tailEnd/>
            </a:ln>
            <a:effectLst>
              <a:outerShdw blurRad="508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58" name="Text Box 22">
              <a:extLst>
                <a:ext uri="{FF2B5EF4-FFF2-40B4-BE49-F238E27FC236}">
                  <a16:creationId xmlns:a16="http://schemas.microsoft.com/office/drawing/2014/main" xmlns="" id="{468D56E5-617A-EB4B-A291-7109B25CF16E}"/>
                </a:ext>
              </a:extLst>
            </p:cNvPr>
            <p:cNvSpPr txBox="1">
              <a:spLocks noChangeArrowheads="1"/>
            </p:cNvSpPr>
            <p:nvPr/>
          </p:nvSpPr>
          <p:spPr bwMode="auto">
            <a:xfrm>
              <a:off x="3446596" y="3128879"/>
              <a:ext cx="212521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Path-selection  algorithms: </a:t>
              </a:r>
              <a:r>
                <a:rPr kumimoji="0" lang="en-US" altLang="en-US" sz="20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implemented in </a:t>
              </a:r>
            </a:p>
            <a:p>
              <a:pPr marL="228600" marR="0" lvl="0" indent="-171450" algn="l" defTabSz="914400" rtl="0" eaLnBrk="0" fontAlgn="base" latinLnBrk="0" hangingPunct="0">
                <a:lnSpc>
                  <a:spcPct val="100000"/>
                </a:lnSpc>
                <a:spcBef>
                  <a:spcPct val="0"/>
                </a:spcBef>
                <a:spcAft>
                  <a:spcPct val="0"/>
                </a:spcAft>
                <a:buClr>
                  <a:srgbClr val="0000A3"/>
                </a:buClr>
                <a:buSzTx/>
                <a:buFont typeface="Arial" panose="020B0604020202020204" pitchFamily="34" charset="0"/>
                <a:buChar char="•"/>
                <a:tabLst>
                  <a:tab pos="53975" algn="l"/>
                  <a:tab pos="111125" algn="l"/>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routing protocols (OSPF, BGP)</a:t>
              </a:r>
            </a:p>
            <a:p>
              <a:pPr marL="228600" marR="0" lvl="0" indent="-171450" algn="l" defTabSz="914400" rtl="0" eaLnBrk="0" fontAlgn="base" latinLnBrk="0" hangingPunct="0">
                <a:lnSpc>
                  <a:spcPct val="100000"/>
                </a:lnSpc>
                <a:spcBef>
                  <a:spcPct val="0"/>
                </a:spcBef>
                <a:spcAft>
                  <a:spcPct val="0"/>
                </a:spcAft>
                <a:buClr>
                  <a:srgbClr val="0000A3"/>
                </a:buClr>
                <a:buSzTx/>
                <a:buFont typeface="Arial" panose="020B0604020202020204" pitchFamily="34" charset="0"/>
                <a:buChar char="•"/>
                <a:tabLst>
                  <a:tab pos="53975" algn="l"/>
                  <a:tab pos="111125" algn="l"/>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SDN controller</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74" name="Bent Arrow 73">
              <a:extLst>
                <a:ext uri="{FF2B5EF4-FFF2-40B4-BE49-F238E27FC236}">
                  <a16:creationId xmlns:a16="http://schemas.microsoft.com/office/drawing/2014/main" xmlns="" id="{0C3DF2E4-3C65-BB46-9EC4-94CCFD39934B}"/>
                </a:ext>
              </a:extLst>
            </p:cNvPr>
            <p:cNvSpPr/>
            <p:nvPr/>
          </p:nvSpPr>
          <p:spPr>
            <a:xfrm rot="5400000">
              <a:off x="5728412" y="2923460"/>
              <a:ext cx="479687" cy="86868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2" name="Slide Number Placeholder 3">
            <a:extLst>
              <a:ext uri="{FF2B5EF4-FFF2-40B4-BE49-F238E27FC236}">
                <a16:creationId xmlns:a16="http://schemas.microsoft.com/office/drawing/2014/main" xmlns="" id="{2ED44C56-FED1-2249-B378-3FF1836635D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12</a:t>
            </a:fld>
            <a:endParaRPr lang="en-US" dirty="0"/>
          </a:p>
        </p:txBody>
      </p:sp>
    </p:spTree>
    <p:extLst>
      <p:ext uri="{BB962C8B-B14F-4D97-AF65-F5344CB8AC3E}">
        <p14:creationId xmlns:p14="http://schemas.microsoft.com/office/powerpoint/2010/main" val="3779150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dissolv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dissolve">
                                      <p:cBhvr>
                                        <p:cTn id="2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6236E45-D353-3946-A538-2B64275829F3}"/>
              </a:ext>
            </a:extLst>
          </p:cNvPr>
          <p:cNvSpPr>
            <a:spLocks noGrp="1"/>
          </p:cNvSpPr>
          <p:nvPr>
            <p:ph type="title"/>
          </p:nvPr>
        </p:nvSpPr>
        <p:spPr>
          <a:xfrm>
            <a:off x="838200" y="311144"/>
            <a:ext cx="10515600" cy="894622"/>
          </a:xfrm>
        </p:spPr>
        <p:txBody>
          <a:bodyPr/>
          <a:lstStyle/>
          <a:p>
            <a:r>
              <a:rPr lang="en-US" dirty="0">
                <a:ea typeface="ＭＳ Ｐゴシック" panose="020B0600070205080204" pitchFamily="34" charset="-128"/>
              </a:rPr>
              <a:t>IP Datagram format</a:t>
            </a:r>
            <a:endParaRPr lang="en-US" dirty="0"/>
          </a:p>
        </p:txBody>
      </p:sp>
      <p:grpSp>
        <p:nvGrpSpPr>
          <p:cNvPr id="120" name="Group 55">
            <a:extLst>
              <a:ext uri="{FF2B5EF4-FFF2-40B4-BE49-F238E27FC236}">
                <a16:creationId xmlns:a16="http://schemas.microsoft.com/office/drawing/2014/main" xmlns="" id="{096C3C5A-67A4-3541-9E14-6812D63272DC}"/>
              </a:ext>
            </a:extLst>
          </p:cNvPr>
          <p:cNvGrpSpPr>
            <a:grpSpLocks/>
          </p:cNvGrpSpPr>
          <p:nvPr/>
        </p:nvGrpSpPr>
        <p:grpSpPr bwMode="auto">
          <a:xfrm>
            <a:off x="4441383" y="1263416"/>
            <a:ext cx="4040188" cy="5326062"/>
            <a:chOff x="1929" y="607"/>
            <a:chExt cx="2545" cy="3355"/>
          </a:xfrm>
        </p:grpSpPr>
        <p:sp>
          <p:nvSpPr>
            <p:cNvPr id="122" name="Rectangle 5">
              <a:extLst>
                <a:ext uri="{FF2B5EF4-FFF2-40B4-BE49-F238E27FC236}">
                  <a16:creationId xmlns:a16="http://schemas.microsoft.com/office/drawing/2014/main" xmlns="" id="{7B516688-96C2-8349-A69E-D6A9EC6BBF14}"/>
                </a:ext>
              </a:extLst>
            </p:cNvPr>
            <p:cNvSpPr>
              <a:spLocks noChangeArrowheads="1"/>
            </p:cNvSpPr>
            <p:nvPr/>
          </p:nvSpPr>
          <p:spPr bwMode="auto">
            <a:xfrm>
              <a:off x="1980" y="935"/>
              <a:ext cx="2489" cy="3027"/>
            </a:xfrm>
            <a:prstGeom prst="rect">
              <a:avLst/>
            </a:prstGeom>
            <a:solidFill>
              <a:srgbClr val="FFFFFF"/>
            </a:solidFill>
            <a:ln w="19050">
              <a:solidFill>
                <a:srgbClr val="000000"/>
              </a:solidFill>
              <a:miter lim="800000"/>
              <a:headEnd/>
              <a:tailEnd/>
            </a:ln>
            <a:effectLst>
              <a:outerShdw blurRad="139700" dist="38100" dir="18900000" algn="bl" rotWithShape="0">
                <a:srgbClr val="0000A3">
                  <a:alpha val="40000"/>
                </a:srgb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 name="Text Box 6">
              <a:extLst>
                <a:ext uri="{FF2B5EF4-FFF2-40B4-BE49-F238E27FC236}">
                  <a16:creationId xmlns:a16="http://schemas.microsoft.com/office/drawing/2014/main" xmlns="" id="{DF4EC220-193E-8947-9E07-CECD76B72F65}"/>
                </a:ext>
              </a:extLst>
            </p:cNvPr>
            <p:cNvSpPr txBox="1">
              <a:spLocks noChangeArrowheads="1"/>
            </p:cNvSpPr>
            <p:nvPr/>
          </p:nvSpPr>
          <p:spPr bwMode="auto">
            <a:xfrm>
              <a:off x="1954" y="973"/>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ver</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Text Box 7">
              <a:extLst>
                <a:ext uri="{FF2B5EF4-FFF2-40B4-BE49-F238E27FC236}">
                  <a16:creationId xmlns:a16="http://schemas.microsoft.com/office/drawing/2014/main" xmlns="" id="{3EE9E625-9218-0244-9694-F71E2BAA4608}"/>
                </a:ext>
              </a:extLst>
            </p:cNvPr>
            <p:cNvSpPr txBox="1">
              <a:spLocks noChangeArrowheads="1"/>
            </p:cNvSpPr>
            <p:nvPr/>
          </p:nvSpPr>
          <p:spPr bwMode="auto">
            <a:xfrm>
              <a:off x="3529" y="1012"/>
              <a:ext cx="5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length</a:t>
              </a:r>
            </a:p>
          </p:txBody>
        </p:sp>
        <p:sp>
          <p:nvSpPr>
            <p:cNvPr id="125" name="Line 8">
              <a:extLst>
                <a:ext uri="{FF2B5EF4-FFF2-40B4-BE49-F238E27FC236}">
                  <a16:creationId xmlns:a16="http://schemas.microsoft.com/office/drawing/2014/main" xmlns="" id="{F817320A-8485-D045-8632-7F84A094CE8F}"/>
                </a:ext>
              </a:extLst>
            </p:cNvPr>
            <p:cNvSpPr>
              <a:spLocks noChangeShapeType="1"/>
            </p:cNvSpPr>
            <p:nvPr/>
          </p:nvSpPr>
          <p:spPr bwMode="auto">
            <a:xfrm>
              <a:off x="1988" y="1261"/>
              <a:ext cx="2486" cy="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Line 9">
              <a:extLst>
                <a:ext uri="{FF2B5EF4-FFF2-40B4-BE49-F238E27FC236}">
                  <a16:creationId xmlns:a16="http://schemas.microsoft.com/office/drawing/2014/main" xmlns="" id="{4A7FCA27-B9B4-7C40-B61E-66830D6E541D}"/>
                </a:ext>
              </a:extLst>
            </p:cNvPr>
            <p:cNvSpPr>
              <a:spLocks noChangeShapeType="1"/>
            </p:cNvSpPr>
            <p:nvPr/>
          </p:nvSpPr>
          <p:spPr bwMode="auto">
            <a:xfrm flipH="1" flipV="1">
              <a:off x="3210" y="941"/>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7" name="Text Box 10">
              <a:extLst>
                <a:ext uri="{FF2B5EF4-FFF2-40B4-BE49-F238E27FC236}">
                  <a16:creationId xmlns:a16="http://schemas.microsoft.com/office/drawing/2014/main" xmlns="" id="{4C789F02-EAB2-A242-BBE2-FBDC34528E5A}"/>
                </a:ext>
              </a:extLst>
            </p:cNvPr>
            <p:cNvSpPr txBox="1">
              <a:spLocks noChangeArrowheads="1"/>
            </p:cNvSpPr>
            <p:nvPr/>
          </p:nvSpPr>
          <p:spPr bwMode="auto">
            <a:xfrm>
              <a:off x="2922" y="607"/>
              <a:ext cx="5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 bits</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Line 11">
              <a:extLst>
                <a:ext uri="{FF2B5EF4-FFF2-40B4-BE49-F238E27FC236}">
                  <a16:creationId xmlns:a16="http://schemas.microsoft.com/office/drawing/2014/main" xmlns="" id="{95360C57-2C57-0544-9320-4650E66A99D5}"/>
                </a:ext>
              </a:extLst>
            </p:cNvPr>
            <p:cNvSpPr>
              <a:spLocks noChangeShapeType="1"/>
            </p:cNvSpPr>
            <p:nvPr/>
          </p:nvSpPr>
          <p:spPr bwMode="auto">
            <a:xfrm>
              <a:off x="3552" y="762"/>
              <a:ext cx="899" cy="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9" name="Line 12">
              <a:extLst>
                <a:ext uri="{FF2B5EF4-FFF2-40B4-BE49-F238E27FC236}">
                  <a16:creationId xmlns:a16="http://schemas.microsoft.com/office/drawing/2014/main" xmlns="" id="{5C078034-561A-DD4E-8E06-3CE9768E71F5}"/>
                </a:ext>
              </a:extLst>
            </p:cNvPr>
            <p:cNvSpPr>
              <a:spLocks noChangeShapeType="1"/>
            </p:cNvSpPr>
            <p:nvPr/>
          </p:nvSpPr>
          <p:spPr bwMode="auto">
            <a:xfrm rot="10800000">
              <a:off x="1972" y="769"/>
              <a:ext cx="845"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Text Box 13">
              <a:extLst>
                <a:ext uri="{FF2B5EF4-FFF2-40B4-BE49-F238E27FC236}">
                  <a16:creationId xmlns:a16="http://schemas.microsoft.com/office/drawing/2014/main" xmlns="" id="{EAAA5B1E-960B-444D-BC67-196606CFF4BD}"/>
                </a:ext>
              </a:extLst>
            </p:cNvPr>
            <p:cNvSpPr txBox="1">
              <a:spLocks noChangeArrowheads="1"/>
            </p:cNvSpPr>
            <p:nvPr/>
          </p:nvSpPr>
          <p:spPr bwMode="auto">
            <a:xfrm>
              <a:off x="2578" y="2943"/>
              <a:ext cx="1351"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payload data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(variable length,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typically a TCP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or UDP segment)</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Text Box 14">
              <a:extLst>
                <a:ext uri="{FF2B5EF4-FFF2-40B4-BE49-F238E27FC236}">
                  <a16:creationId xmlns:a16="http://schemas.microsoft.com/office/drawing/2014/main" xmlns="" id="{B7C5120C-457F-DD46-9E43-405DD41CBE92}"/>
                </a:ext>
              </a:extLst>
            </p:cNvPr>
            <p:cNvSpPr txBox="1">
              <a:spLocks noChangeArrowheads="1"/>
            </p:cNvSpPr>
            <p:nvPr/>
          </p:nvSpPr>
          <p:spPr bwMode="auto">
            <a:xfrm>
              <a:off x="1929" y="1320"/>
              <a:ext cx="1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16-bit identifier</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Line 15">
              <a:extLst>
                <a:ext uri="{FF2B5EF4-FFF2-40B4-BE49-F238E27FC236}">
                  <a16:creationId xmlns:a16="http://schemas.microsoft.com/office/drawing/2014/main" xmlns="" id="{6E8EDA64-4D72-E644-A7A2-C624035759F6}"/>
                </a:ext>
              </a:extLst>
            </p:cNvPr>
            <p:cNvSpPr>
              <a:spLocks noChangeShapeType="1"/>
            </p:cNvSpPr>
            <p:nvPr/>
          </p:nvSpPr>
          <p:spPr bwMode="auto">
            <a:xfrm flipV="1">
              <a:off x="1984" y="22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3" name="Line 16">
              <a:extLst>
                <a:ext uri="{FF2B5EF4-FFF2-40B4-BE49-F238E27FC236}">
                  <a16:creationId xmlns:a16="http://schemas.microsoft.com/office/drawing/2014/main" xmlns="" id="{27C58B80-F7F3-2B47-A794-308A73EF2619}"/>
                </a:ext>
              </a:extLst>
            </p:cNvPr>
            <p:cNvSpPr>
              <a:spLocks noChangeShapeType="1"/>
            </p:cNvSpPr>
            <p:nvPr/>
          </p:nvSpPr>
          <p:spPr bwMode="auto">
            <a:xfrm flipV="1">
              <a:off x="1984" y="25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4" name="Text Box 17">
              <a:extLst>
                <a:ext uri="{FF2B5EF4-FFF2-40B4-BE49-F238E27FC236}">
                  <a16:creationId xmlns:a16="http://schemas.microsoft.com/office/drawing/2014/main" xmlns="" id="{C16AB973-194F-5A45-BFDC-8BC3E836AD72}"/>
                </a:ext>
              </a:extLst>
            </p:cNvPr>
            <p:cNvSpPr txBox="1">
              <a:spLocks noChangeArrowheads="1"/>
            </p:cNvSpPr>
            <p:nvPr/>
          </p:nvSpPr>
          <p:spPr bwMode="auto">
            <a:xfrm>
              <a:off x="3464" y="1549"/>
              <a:ext cx="8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checksum</a:t>
              </a:r>
            </a:p>
          </p:txBody>
        </p:sp>
        <p:sp>
          <p:nvSpPr>
            <p:cNvPr id="135" name="Text Box 18">
              <a:extLst>
                <a:ext uri="{FF2B5EF4-FFF2-40B4-BE49-F238E27FC236}">
                  <a16:creationId xmlns:a16="http://schemas.microsoft.com/office/drawing/2014/main" xmlns="" id="{73F144F0-D722-DD4E-913A-9D1C13A3A3DC}"/>
                </a:ext>
              </a:extLst>
            </p:cNvPr>
            <p:cNvSpPr txBox="1">
              <a:spLocks noChangeArrowheads="1"/>
            </p:cNvSpPr>
            <p:nvPr/>
          </p:nvSpPr>
          <p:spPr bwMode="auto">
            <a:xfrm>
              <a:off x="2008" y="1531"/>
              <a:ext cx="5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time to</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live</a:t>
              </a:r>
            </a:p>
          </p:txBody>
        </p:sp>
        <p:sp>
          <p:nvSpPr>
            <p:cNvPr id="136" name="Text Box 19">
              <a:extLst>
                <a:ext uri="{FF2B5EF4-FFF2-40B4-BE49-F238E27FC236}">
                  <a16:creationId xmlns:a16="http://schemas.microsoft.com/office/drawing/2014/main" xmlns="" id="{24E2CAED-6A31-D148-BAF3-804A52CDFBE4}"/>
                </a:ext>
              </a:extLst>
            </p:cNvPr>
            <p:cNvSpPr txBox="1">
              <a:spLocks noChangeArrowheads="1"/>
            </p:cNvSpPr>
            <p:nvPr/>
          </p:nvSpPr>
          <p:spPr bwMode="auto">
            <a:xfrm>
              <a:off x="2539" y="1959"/>
              <a:ext cx="13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source IP address</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Text Box 31">
              <a:extLst>
                <a:ext uri="{FF2B5EF4-FFF2-40B4-BE49-F238E27FC236}">
                  <a16:creationId xmlns:a16="http://schemas.microsoft.com/office/drawing/2014/main" xmlns="" id="{BEE296DD-3F61-ED40-BC79-F3A9021ABAD7}"/>
                </a:ext>
              </a:extLst>
            </p:cNvPr>
            <p:cNvSpPr txBox="1">
              <a:spLocks noChangeArrowheads="1"/>
            </p:cNvSpPr>
            <p:nvPr/>
          </p:nvSpPr>
          <p:spPr bwMode="auto">
            <a:xfrm>
              <a:off x="2222" y="907"/>
              <a:ext cx="47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len</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8" name="Text Box 32">
              <a:extLst>
                <a:ext uri="{FF2B5EF4-FFF2-40B4-BE49-F238E27FC236}">
                  <a16:creationId xmlns:a16="http://schemas.microsoft.com/office/drawing/2014/main" xmlns="" id="{F97B56F5-767E-B842-B667-C862E3D38318}"/>
                </a:ext>
              </a:extLst>
            </p:cNvPr>
            <p:cNvSpPr txBox="1">
              <a:spLocks noChangeArrowheads="1"/>
            </p:cNvSpPr>
            <p:nvPr/>
          </p:nvSpPr>
          <p:spPr bwMode="auto">
            <a:xfrm>
              <a:off x="2646" y="901"/>
              <a:ext cx="57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type of</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service</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Line 33">
              <a:extLst>
                <a:ext uri="{FF2B5EF4-FFF2-40B4-BE49-F238E27FC236}">
                  <a16:creationId xmlns:a16="http://schemas.microsoft.com/office/drawing/2014/main" xmlns="" id="{BDD076AF-08C4-4F47-9082-FD95A3AE8871}"/>
                </a:ext>
              </a:extLst>
            </p:cNvPr>
            <p:cNvSpPr>
              <a:spLocks noChangeShapeType="1"/>
            </p:cNvSpPr>
            <p:nvPr/>
          </p:nvSpPr>
          <p:spPr bwMode="auto">
            <a:xfrm flipH="1" flipV="1">
              <a:off x="2646" y="938"/>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Line 34">
              <a:extLst>
                <a:ext uri="{FF2B5EF4-FFF2-40B4-BE49-F238E27FC236}">
                  <a16:creationId xmlns:a16="http://schemas.microsoft.com/office/drawing/2014/main" xmlns="" id="{ED69820A-98A8-C448-9306-B016D7131F89}"/>
                </a:ext>
              </a:extLst>
            </p:cNvPr>
            <p:cNvSpPr>
              <a:spLocks noChangeShapeType="1"/>
            </p:cNvSpPr>
            <p:nvPr/>
          </p:nvSpPr>
          <p:spPr bwMode="auto">
            <a:xfrm flipH="1" flipV="1">
              <a:off x="2259" y="944"/>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1" name="Line 37">
              <a:extLst>
                <a:ext uri="{FF2B5EF4-FFF2-40B4-BE49-F238E27FC236}">
                  <a16:creationId xmlns:a16="http://schemas.microsoft.com/office/drawing/2014/main" xmlns="" id="{4C39789B-1352-C348-9751-652C9E9F847E}"/>
                </a:ext>
              </a:extLst>
            </p:cNvPr>
            <p:cNvSpPr>
              <a:spLocks noChangeShapeType="1"/>
            </p:cNvSpPr>
            <p:nvPr/>
          </p:nvSpPr>
          <p:spPr bwMode="auto">
            <a:xfrm flipH="1" flipV="1">
              <a:off x="3210" y="1265"/>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2" name="Text Box 38">
              <a:extLst>
                <a:ext uri="{FF2B5EF4-FFF2-40B4-BE49-F238E27FC236}">
                  <a16:creationId xmlns:a16="http://schemas.microsoft.com/office/drawing/2014/main" xmlns="" id="{D17766F8-1604-7844-AF12-5526BB719D91}"/>
                </a:ext>
              </a:extLst>
            </p:cNvPr>
            <p:cNvSpPr txBox="1">
              <a:spLocks noChangeArrowheads="1"/>
            </p:cNvSpPr>
            <p:nvPr/>
          </p:nvSpPr>
          <p:spPr bwMode="auto">
            <a:xfrm>
              <a:off x="3117" y="1314"/>
              <a:ext cx="48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flgs</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3" name="Line 39">
              <a:extLst>
                <a:ext uri="{FF2B5EF4-FFF2-40B4-BE49-F238E27FC236}">
                  <a16:creationId xmlns:a16="http://schemas.microsoft.com/office/drawing/2014/main" xmlns="" id="{347B244D-DD5B-7D4F-94F4-91C0A285AFF9}"/>
                </a:ext>
              </a:extLst>
            </p:cNvPr>
            <p:cNvSpPr>
              <a:spLocks noChangeShapeType="1"/>
            </p:cNvSpPr>
            <p:nvPr/>
          </p:nvSpPr>
          <p:spPr bwMode="auto">
            <a:xfrm flipH="1" flipV="1">
              <a:off x="3504" y="125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4" name="Text Box 40">
              <a:extLst>
                <a:ext uri="{FF2B5EF4-FFF2-40B4-BE49-F238E27FC236}">
                  <a16:creationId xmlns:a16="http://schemas.microsoft.com/office/drawing/2014/main" xmlns="" id="{7247D566-AB42-3841-994B-E294C06DAB62}"/>
                </a:ext>
              </a:extLst>
            </p:cNvPr>
            <p:cNvSpPr txBox="1">
              <a:spLocks noChangeArrowheads="1"/>
            </p:cNvSpPr>
            <p:nvPr/>
          </p:nvSpPr>
          <p:spPr bwMode="auto">
            <a:xfrm>
              <a:off x="3531" y="1230"/>
              <a:ext cx="90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fragment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offset</a:t>
              </a:r>
              <a:endPar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5" name="Line 43">
              <a:extLst>
                <a:ext uri="{FF2B5EF4-FFF2-40B4-BE49-F238E27FC236}">
                  <a16:creationId xmlns:a16="http://schemas.microsoft.com/office/drawing/2014/main" xmlns="" id="{3AA0ABEC-0F0D-104F-A9E5-4BBC9A6A4208}"/>
                </a:ext>
              </a:extLst>
            </p:cNvPr>
            <p:cNvSpPr>
              <a:spLocks noChangeShapeType="1"/>
            </p:cNvSpPr>
            <p:nvPr/>
          </p:nvSpPr>
          <p:spPr bwMode="auto">
            <a:xfrm flipV="1">
              <a:off x="1984" y="1581"/>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6" name="Line 44">
              <a:extLst>
                <a:ext uri="{FF2B5EF4-FFF2-40B4-BE49-F238E27FC236}">
                  <a16:creationId xmlns:a16="http://schemas.microsoft.com/office/drawing/2014/main" xmlns="" id="{3BCAABB0-D26C-C443-A64A-9B2F129C9CCE}"/>
                </a:ext>
              </a:extLst>
            </p:cNvPr>
            <p:cNvSpPr>
              <a:spLocks noChangeShapeType="1"/>
            </p:cNvSpPr>
            <p:nvPr/>
          </p:nvSpPr>
          <p:spPr bwMode="auto">
            <a:xfrm flipH="1" flipV="1">
              <a:off x="3210" y="1583"/>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7" name="Line 45">
              <a:extLst>
                <a:ext uri="{FF2B5EF4-FFF2-40B4-BE49-F238E27FC236}">
                  <a16:creationId xmlns:a16="http://schemas.microsoft.com/office/drawing/2014/main" xmlns="" id="{E866F42A-10BE-C449-97E1-04B252E8309D}"/>
                </a:ext>
              </a:extLst>
            </p:cNvPr>
            <p:cNvSpPr>
              <a:spLocks noChangeShapeType="1"/>
            </p:cNvSpPr>
            <p:nvPr/>
          </p:nvSpPr>
          <p:spPr bwMode="auto">
            <a:xfrm flipV="1">
              <a:off x="1972" y="1905"/>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Text Box 46">
              <a:extLst>
                <a:ext uri="{FF2B5EF4-FFF2-40B4-BE49-F238E27FC236}">
                  <a16:creationId xmlns:a16="http://schemas.microsoft.com/office/drawing/2014/main" xmlns="" id="{E683D402-CA7F-9F47-849F-2224DC3DE9FB}"/>
                </a:ext>
              </a:extLst>
            </p:cNvPr>
            <p:cNvSpPr txBox="1">
              <a:spLocks noChangeArrowheads="1"/>
            </p:cNvSpPr>
            <p:nvPr/>
          </p:nvSpPr>
          <p:spPr bwMode="auto">
            <a:xfrm>
              <a:off x="2668" y="1525"/>
              <a:ext cx="48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upper</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layer</a:t>
              </a:r>
            </a:p>
          </p:txBody>
        </p:sp>
        <p:sp>
          <p:nvSpPr>
            <p:cNvPr id="149" name="Line 47">
              <a:extLst>
                <a:ext uri="{FF2B5EF4-FFF2-40B4-BE49-F238E27FC236}">
                  <a16:creationId xmlns:a16="http://schemas.microsoft.com/office/drawing/2014/main" xmlns="" id="{0E531E3C-4F5A-D941-83E8-AE1464B5A344}"/>
                </a:ext>
              </a:extLst>
            </p:cNvPr>
            <p:cNvSpPr>
              <a:spLocks noChangeShapeType="1"/>
            </p:cNvSpPr>
            <p:nvPr/>
          </p:nvSpPr>
          <p:spPr bwMode="auto">
            <a:xfrm flipH="1" flipV="1">
              <a:off x="2610" y="1589"/>
              <a:ext cx="0" cy="31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0" name="Text Box 49">
              <a:extLst>
                <a:ext uri="{FF2B5EF4-FFF2-40B4-BE49-F238E27FC236}">
                  <a16:creationId xmlns:a16="http://schemas.microsoft.com/office/drawing/2014/main" xmlns="" id="{0D207251-C799-F041-9618-AD88DBAA8CF0}"/>
                </a:ext>
              </a:extLst>
            </p:cNvPr>
            <p:cNvSpPr txBox="1">
              <a:spLocks noChangeArrowheads="1"/>
            </p:cNvSpPr>
            <p:nvPr/>
          </p:nvSpPr>
          <p:spPr bwMode="auto">
            <a:xfrm>
              <a:off x="2450" y="2235"/>
              <a:ext cx="15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destination IP address</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1" name="Line 50">
              <a:extLst>
                <a:ext uri="{FF2B5EF4-FFF2-40B4-BE49-F238E27FC236}">
                  <a16:creationId xmlns:a16="http://schemas.microsoft.com/office/drawing/2014/main" xmlns="" id="{3D7847B5-06DC-744F-AFA4-710C1C3AACDA}"/>
                </a:ext>
              </a:extLst>
            </p:cNvPr>
            <p:cNvSpPr>
              <a:spLocks noChangeShapeType="1"/>
            </p:cNvSpPr>
            <p:nvPr/>
          </p:nvSpPr>
          <p:spPr bwMode="auto">
            <a:xfrm flipV="1">
              <a:off x="1984" y="2787"/>
              <a:ext cx="2489"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2" name="Text Box 51">
              <a:extLst>
                <a:ext uri="{FF2B5EF4-FFF2-40B4-BE49-F238E27FC236}">
                  <a16:creationId xmlns:a16="http://schemas.microsoft.com/office/drawing/2014/main" xmlns="" id="{DDCF4509-5098-514D-8D40-9FA4EA41780D}"/>
                </a:ext>
              </a:extLst>
            </p:cNvPr>
            <p:cNvSpPr txBox="1">
              <a:spLocks noChangeArrowheads="1"/>
            </p:cNvSpPr>
            <p:nvPr/>
          </p:nvSpPr>
          <p:spPr bwMode="auto">
            <a:xfrm>
              <a:off x="2673" y="2529"/>
              <a:ext cx="10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options (if any)</a:t>
              </a:r>
              <a:endParaRPr kumimoji="0" lang="en-US" alt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53" name="Group 56">
            <a:extLst>
              <a:ext uri="{FF2B5EF4-FFF2-40B4-BE49-F238E27FC236}">
                <a16:creationId xmlns:a16="http://schemas.microsoft.com/office/drawing/2014/main" xmlns="" id="{F46ED7D0-3A4C-C74F-A2AF-2F28546928AE}"/>
              </a:ext>
            </a:extLst>
          </p:cNvPr>
          <p:cNvGrpSpPr>
            <a:grpSpLocks/>
          </p:cNvGrpSpPr>
          <p:nvPr/>
        </p:nvGrpSpPr>
        <p:grpSpPr bwMode="auto">
          <a:xfrm>
            <a:off x="1064770" y="1650761"/>
            <a:ext cx="3598863" cy="369886"/>
            <a:chOff x="-198" y="851"/>
            <a:chExt cx="2267" cy="233"/>
          </a:xfrm>
        </p:grpSpPr>
        <p:sp>
          <p:nvSpPr>
            <p:cNvPr id="154" name="Text Box 20">
              <a:extLst>
                <a:ext uri="{FF2B5EF4-FFF2-40B4-BE49-F238E27FC236}">
                  <a16:creationId xmlns:a16="http://schemas.microsoft.com/office/drawing/2014/main" xmlns="" id="{DD501FF6-E28D-E740-B77A-CD4A3210C2D5}"/>
                </a:ext>
              </a:extLst>
            </p:cNvPr>
            <p:cNvSpPr txBox="1">
              <a:spLocks noChangeArrowheads="1"/>
            </p:cNvSpPr>
            <p:nvPr/>
          </p:nvSpPr>
          <p:spPr bwMode="auto">
            <a:xfrm>
              <a:off x="-198" y="851"/>
              <a:ext cx="196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IP protocol version number</a:t>
              </a:r>
              <a:endPar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5" name="Line 23">
              <a:extLst>
                <a:ext uri="{FF2B5EF4-FFF2-40B4-BE49-F238E27FC236}">
                  <a16:creationId xmlns:a16="http://schemas.microsoft.com/office/drawing/2014/main" xmlns="" id="{F85B0816-D21B-CB47-8C66-E05D0680EC83}"/>
                </a:ext>
              </a:extLst>
            </p:cNvPr>
            <p:cNvSpPr>
              <a:spLocks noChangeShapeType="1"/>
            </p:cNvSpPr>
            <p:nvPr/>
          </p:nvSpPr>
          <p:spPr bwMode="auto">
            <a:xfrm flipV="1">
              <a:off x="1740" y="996"/>
              <a:ext cx="329"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56" name="Group 57">
            <a:extLst>
              <a:ext uri="{FF2B5EF4-FFF2-40B4-BE49-F238E27FC236}">
                <a16:creationId xmlns:a16="http://schemas.microsoft.com/office/drawing/2014/main" xmlns="" id="{09D76537-7447-BC4F-803B-D699F93DFDEB}"/>
              </a:ext>
            </a:extLst>
          </p:cNvPr>
          <p:cNvGrpSpPr>
            <a:grpSpLocks/>
          </p:cNvGrpSpPr>
          <p:nvPr/>
        </p:nvGrpSpPr>
        <p:grpSpPr bwMode="auto">
          <a:xfrm>
            <a:off x="1228282" y="2004782"/>
            <a:ext cx="3817939" cy="369888"/>
            <a:chOff x="-95" y="1074"/>
            <a:chExt cx="2405" cy="233"/>
          </a:xfrm>
        </p:grpSpPr>
        <p:sp>
          <p:nvSpPr>
            <p:cNvPr id="157" name="Text Box 21">
              <a:extLst>
                <a:ext uri="{FF2B5EF4-FFF2-40B4-BE49-F238E27FC236}">
                  <a16:creationId xmlns:a16="http://schemas.microsoft.com/office/drawing/2014/main" xmlns="" id="{6BB3B2E4-B494-8F48-ADC1-00DA5E9C53C6}"/>
                </a:ext>
              </a:extLst>
            </p:cNvPr>
            <p:cNvSpPr txBox="1">
              <a:spLocks noChangeArrowheads="1"/>
            </p:cNvSpPr>
            <p:nvPr/>
          </p:nvSpPr>
          <p:spPr bwMode="auto">
            <a:xfrm>
              <a:off x="-95" y="1074"/>
              <a:ext cx="18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header length(bytes)</a:t>
              </a:r>
              <a:endPar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8" name="Line 24">
              <a:extLst>
                <a:ext uri="{FF2B5EF4-FFF2-40B4-BE49-F238E27FC236}">
                  <a16:creationId xmlns:a16="http://schemas.microsoft.com/office/drawing/2014/main" xmlns="" id="{706E58AF-5939-4644-8ECF-E13603BC22AD}"/>
                </a:ext>
              </a:extLst>
            </p:cNvPr>
            <p:cNvSpPr>
              <a:spLocks noChangeShapeType="1"/>
            </p:cNvSpPr>
            <p:nvPr/>
          </p:nvSpPr>
          <p:spPr bwMode="auto">
            <a:xfrm flipV="1">
              <a:off x="1748" y="1184"/>
              <a:ext cx="562"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59" name="Group 60">
            <a:extLst>
              <a:ext uri="{FF2B5EF4-FFF2-40B4-BE49-F238E27FC236}">
                <a16:creationId xmlns:a16="http://schemas.microsoft.com/office/drawing/2014/main" xmlns="" id="{4258D741-EF03-AB43-8674-1FF314406AE4}"/>
              </a:ext>
            </a:extLst>
          </p:cNvPr>
          <p:cNvGrpSpPr>
            <a:grpSpLocks/>
          </p:cNvGrpSpPr>
          <p:nvPr/>
        </p:nvGrpSpPr>
        <p:grpSpPr bwMode="auto">
          <a:xfrm>
            <a:off x="151955" y="3111541"/>
            <a:ext cx="5535615" cy="1247776"/>
            <a:chOff x="-773" y="1434"/>
            <a:chExt cx="3487" cy="786"/>
          </a:xfrm>
        </p:grpSpPr>
        <p:sp>
          <p:nvSpPr>
            <p:cNvPr id="160" name="Text Box 27">
              <a:extLst>
                <a:ext uri="{FF2B5EF4-FFF2-40B4-BE49-F238E27FC236}">
                  <a16:creationId xmlns:a16="http://schemas.microsoft.com/office/drawing/2014/main" xmlns="" id="{2ABE1009-3567-E94C-9ECA-3B9CCF763210}"/>
                </a:ext>
              </a:extLst>
            </p:cNvPr>
            <p:cNvSpPr txBox="1">
              <a:spLocks noChangeArrowheads="1"/>
            </p:cNvSpPr>
            <p:nvPr/>
          </p:nvSpPr>
          <p:spPr bwMode="auto">
            <a:xfrm>
              <a:off x="-773" y="1987"/>
              <a:ext cx="256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upper layer protocol </a:t>
              </a: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(e.g., TCP or UDP)</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1" name="Line 28">
              <a:extLst>
                <a:ext uri="{FF2B5EF4-FFF2-40B4-BE49-F238E27FC236}">
                  <a16:creationId xmlns:a16="http://schemas.microsoft.com/office/drawing/2014/main" xmlns="" id="{5458F48E-33B1-F14C-AC20-E862C9526956}"/>
                </a:ext>
              </a:extLst>
            </p:cNvPr>
            <p:cNvSpPr>
              <a:spLocks noChangeShapeType="1"/>
            </p:cNvSpPr>
            <p:nvPr/>
          </p:nvSpPr>
          <p:spPr bwMode="auto">
            <a:xfrm flipV="1">
              <a:off x="1766" y="1434"/>
              <a:ext cx="948" cy="672"/>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2" name="Group 61">
            <a:extLst>
              <a:ext uri="{FF2B5EF4-FFF2-40B4-BE49-F238E27FC236}">
                <a16:creationId xmlns:a16="http://schemas.microsoft.com/office/drawing/2014/main" xmlns="" id="{CACE9B0D-62D6-B34E-89A0-4E0AFCF2C3B2}"/>
              </a:ext>
            </a:extLst>
          </p:cNvPr>
          <p:cNvGrpSpPr>
            <a:grpSpLocks/>
          </p:cNvGrpSpPr>
          <p:nvPr/>
        </p:nvGrpSpPr>
        <p:grpSpPr bwMode="auto">
          <a:xfrm>
            <a:off x="8102158" y="1652352"/>
            <a:ext cx="2322512" cy="641350"/>
            <a:chOff x="4235" y="852"/>
            <a:chExt cx="1463" cy="404"/>
          </a:xfrm>
        </p:grpSpPr>
        <p:sp>
          <p:nvSpPr>
            <p:cNvPr id="163" name="Text Box 26">
              <a:extLst>
                <a:ext uri="{FF2B5EF4-FFF2-40B4-BE49-F238E27FC236}">
                  <a16:creationId xmlns:a16="http://schemas.microsoft.com/office/drawing/2014/main" xmlns="" id="{30E427B3-A5A5-4D4F-B92F-565A16BD627D}"/>
                </a:ext>
              </a:extLst>
            </p:cNvPr>
            <p:cNvSpPr txBox="1">
              <a:spLocks noChangeArrowheads="1"/>
            </p:cNvSpPr>
            <p:nvPr/>
          </p:nvSpPr>
          <p:spPr bwMode="auto">
            <a:xfrm>
              <a:off x="4662" y="852"/>
              <a:ext cx="10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total datagram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length (bytes)</a:t>
              </a:r>
            </a:p>
          </p:txBody>
        </p:sp>
        <p:sp>
          <p:nvSpPr>
            <p:cNvPr id="164" name="Line 30">
              <a:extLst>
                <a:ext uri="{FF2B5EF4-FFF2-40B4-BE49-F238E27FC236}">
                  <a16:creationId xmlns:a16="http://schemas.microsoft.com/office/drawing/2014/main" xmlns="" id="{3AF47488-1011-A848-99D2-FC6016C55C06}"/>
                </a:ext>
              </a:extLst>
            </p:cNvPr>
            <p:cNvSpPr>
              <a:spLocks noChangeShapeType="1"/>
            </p:cNvSpPr>
            <p:nvPr/>
          </p:nvSpPr>
          <p:spPr bwMode="auto">
            <a:xfrm flipH="1">
              <a:off x="4235" y="1149"/>
              <a:ext cx="429" cy="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5" name="Group 58">
            <a:extLst>
              <a:ext uri="{FF2B5EF4-FFF2-40B4-BE49-F238E27FC236}">
                <a16:creationId xmlns:a16="http://schemas.microsoft.com/office/drawing/2014/main" xmlns="" id="{48A836F1-05EC-DE4D-B1B8-1C5131E8EA97}"/>
              </a:ext>
            </a:extLst>
          </p:cNvPr>
          <p:cNvGrpSpPr>
            <a:grpSpLocks/>
          </p:cNvGrpSpPr>
          <p:nvPr/>
        </p:nvGrpSpPr>
        <p:grpSpPr bwMode="auto">
          <a:xfrm>
            <a:off x="2323661" y="2060348"/>
            <a:ext cx="3378202" cy="1452568"/>
            <a:chOff x="595" y="1109"/>
            <a:chExt cx="2128" cy="915"/>
          </a:xfrm>
        </p:grpSpPr>
        <p:sp>
          <p:nvSpPr>
            <p:cNvPr id="166" name="Text Box 35">
              <a:extLst>
                <a:ext uri="{FF2B5EF4-FFF2-40B4-BE49-F238E27FC236}">
                  <a16:creationId xmlns:a16="http://schemas.microsoft.com/office/drawing/2014/main" xmlns="" id="{30EE02F6-A328-8D46-8C08-639ED0208690}"/>
                </a:ext>
              </a:extLst>
            </p:cNvPr>
            <p:cNvSpPr txBox="1">
              <a:spLocks noChangeArrowheads="1"/>
            </p:cNvSpPr>
            <p:nvPr/>
          </p:nvSpPr>
          <p:spPr bwMode="auto">
            <a:xfrm>
              <a:off x="595" y="1307"/>
              <a:ext cx="1202" cy="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ja-JP"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“type” of service:</a:t>
              </a:r>
            </a:p>
            <a:p>
              <a:pPr marL="285750" marR="0" lvl="0" indent="-165100"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diffserv (0:5)</a:t>
              </a:r>
            </a:p>
            <a:p>
              <a:pPr marL="285750" marR="0" lvl="0" indent="-165100"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altLang="ja-JP"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ECN (6:7)</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ja-JP"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a:t>
              </a:r>
              <a:endParaRPr kumimoji="0" lang="en-US" altLang="en-US" sz="1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7" name="Line 36">
              <a:extLst>
                <a:ext uri="{FF2B5EF4-FFF2-40B4-BE49-F238E27FC236}">
                  <a16:creationId xmlns:a16="http://schemas.microsoft.com/office/drawing/2014/main" xmlns="" id="{F3ABE1B3-92EF-EE40-8416-0B8D319EE942}"/>
                </a:ext>
              </a:extLst>
            </p:cNvPr>
            <p:cNvSpPr>
              <a:spLocks noChangeShapeType="1"/>
            </p:cNvSpPr>
            <p:nvPr/>
          </p:nvSpPr>
          <p:spPr bwMode="auto">
            <a:xfrm flipV="1">
              <a:off x="1746" y="1109"/>
              <a:ext cx="977" cy="320"/>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8" name="Group 62">
            <a:extLst>
              <a:ext uri="{FF2B5EF4-FFF2-40B4-BE49-F238E27FC236}">
                <a16:creationId xmlns:a16="http://schemas.microsoft.com/office/drawing/2014/main" xmlns="" id="{4087126E-9476-2B47-BE4F-7A42B99BC7FE}"/>
              </a:ext>
            </a:extLst>
          </p:cNvPr>
          <p:cNvGrpSpPr>
            <a:grpSpLocks/>
          </p:cNvGrpSpPr>
          <p:nvPr/>
        </p:nvGrpSpPr>
        <p:grpSpPr bwMode="auto">
          <a:xfrm>
            <a:off x="6330509" y="2273066"/>
            <a:ext cx="4110038" cy="646113"/>
            <a:chOff x="3119" y="1243"/>
            <a:chExt cx="2589" cy="407"/>
          </a:xfrm>
        </p:grpSpPr>
        <p:sp>
          <p:nvSpPr>
            <p:cNvPr id="169" name="Text Box 25">
              <a:extLst>
                <a:ext uri="{FF2B5EF4-FFF2-40B4-BE49-F238E27FC236}">
                  <a16:creationId xmlns:a16="http://schemas.microsoft.com/office/drawing/2014/main" xmlns="" id="{512E3B71-E3FC-D34A-9DEC-E65FCBAE37BC}"/>
                </a:ext>
              </a:extLst>
            </p:cNvPr>
            <p:cNvSpPr txBox="1">
              <a:spLocks noChangeArrowheads="1"/>
            </p:cNvSpPr>
            <p:nvPr/>
          </p:nvSpPr>
          <p:spPr bwMode="auto">
            <a:xfrm>
              <a:off x="4663" y="1243"/>
              <a:ext cx="104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fragmentation/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reassembly</a:t>
              </a:r>
            </a:p>
          </p:txBody>
        </p:sp>
        <p:sp>
          <p:nvSpPr>
            <p:cNvPr id="170" name="Line 29">
              <a:extLst>
                <a:ext uri="{FF2B5EF4-FFF2-40B4-BE49-F238E27FC236}">
                  <a16:creationId xmlns:a16="http://schemas.microsoft.com/office/drawing/2014/main" xmlns="" id="{82BB5C8E-99D8-AB4F-812C-C8887D1E1E10}"/>
                </a:ext>
              </a:extLst>
            </p:cNvPr>
            <p:cNvSpPr>
              <a:spLocks noChangeShapeType="1"/>
            </p:cNvSpPr>
            <p:nvPr/>
          </p:nvSpPr>
          <p:spPr bwMode="auto">
            <a:xfrm flipH="1">
              <a:off x="3443" y="1358"/>
              <a:ext cx="1228" cy="177"/>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1" name="Line 41">
              <a:extLst>
                <a:ext uri="{FF2B5EF4-FFF2-40B4-BE49-F238E27FC236}">
                  <a16:creationId xmlns:a16="http://schemas.microsoft.com/office/drawing/2014/main" xmlns="" id="{179D4ED7-D84C-2F4C-8903-32B5F0AEECE1}"/>
                </a:ext>
              </a:extLst>
            </p:cNvPr>
            <p:cNvSpPr>
              <a:spLocks noChangeShapeType="1"/>
            </p:cNvSpPr>
            <p:nvPr/>
          </p:nvSpPr>
          <p:spPr bwMode="auto">
            <a:xfrm flipH="1" flipV="1">
              <a:off x="4301" y="1349"/>
              <a:ext cx="381" cy="2"/>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2" name="Line 42">
              <a:extLst>
                <a:ext uri="{FF2B5EF4-FFF2-40B4-BE49-F238E27FC236}">
                  <a16:creationId xmlns:a16="http://schemas.microsoft.com/office/drawing/2014/main" xmlns="" id="{E9410A24-EBCE-C541-89FB-7277C9EF1BCD}"/>
                </a:ext>
              </a:extLst>
            </p:cNvPr>
            <p:cNvSpPr>
              <a:spLocks noChangeShapeType="1"/>
            </p:cNvSpPr>
            <p:nvPr/>
          </p:nvSpPr>
          <p:spPr bwMode="auto">
            <a:xfrm flipH="1">
              <a:off x="3119" y="1354"/>
              <a:ext cx="1555" cy="103"/>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73" name="Group 59">
            <a:extLst>
              <a:ext uri="{FF2B5EF4-FFF2-40B4-BE49-F238E27FC236}">
                <a16:creationId xmlns:a16="http://schemas.microsoft.com/office/drawing/2014/main" xmlns="" id="{F3E5E860-E3FA-1043-A7CA-31E59409DB3B}"/>
              </a:ext>
            </a:extLst>
          </p:cNvPr>
          <p:cNvGrpSpPr>
            <a:grpSpLocks/>
          </p:cNvGrpSpPr>
          <p:nvPr/>
        </p:nvGrpSpPr>
        <p:grpSpPr bwMode="auto">
          <a:xfrm>
            <a:off x="786919" y="3200477"/>
            <a:ext cx="3975103" cy="723900"/>
            <a:chOff x="-366" y="1483"/>
            <a:chExt cx="2504" cy="456"/>
          </a:xfrm>
        </p:grpSpPr>
        <p:sp>
          <p:nvSpPr>
            <p:cNvPr id="174" name="Text Box 22">
              <a:extLst>
                <a:ext uri="{FF2B5EF4-FFF2-40B4-BE49-F238E27FC236}">
                  <a16:creationId xmlns:a16="http://schemas.microsoft.com/office/drawing/2014/main" xmlns="" id="{F3BCF68C-C9A4-A848-9F65-D9DA862AA831}"/>
                </a:ext>
              </a:extLst>
            </p:cNvPr>
            <p:cNvSpPr txBox="1">
              <a:spLocks noChangeArrowheads="1"/>
            </p:cNvSpPr>
            <p:nvPr/>
          </p:nvSpPr>
          <p:spPr bwMode="auto">
            <a:xfrm>
              <a:off x="-366" y="1551"/>
              <a:ext cx="2144"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TTL: remaining  max hops</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(decremented at each router)</a:t>
              </a:r>
            </a:p>
          </p:txBody>
        </p:sp>
        <p:sp>
          <p:nvSpPr>
            <p:cNvPr id="175" name="Line 48">
              <a:extLst>
                <a:ext uri="{FF2B5EF4-FFF2-40B4-BE49-F238E27FC236}">
                  <a16:creationId xmlns:a16="http://schemas.microsoft.com/office/drawing/2014/main" xmlns="" id="{E8C2FC41-FC21-EB4A-81CC-6A4E388FF3AA}"/>
                </a:ext>
              </a:extLst>
            </p:cNvPr>
            <p:cNvSpPr>
              <a:spLocks noChangeShapeType="1"/>
            </p:cNvSpPr>
            <p:nvPr/>
          </p:nvSpPr>
          <p:spPr bwMode="auto">
            <a:xfrm flipV="1">
              <a:off x="1753" y="1483"/>
              <a:ext cx="385" cy="277"/>
            </a:xfrm>
            <a:prstGeom prst="line">
              <a:avLst/>
            </a:prstGeom>
            <a:noFill/>
            <a:ln w="19050">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xmlns="" id="{10A5FB9C-8877-CF48-9B4B-0001510B0996}"/>
              </a:ext>
            </a:extLst>
          </p:cNvPr>
          <p:cNvGrpSpPr/>
          <p:nvPr/>
        </p:nvGrpSpPr>
        <p:grpSpPr>
          <a:xfrm>
            <a:off x="1134317" y="4446414"/>
            <a:ext cx="2823045" cy="2083632"/>
            <a:chOff x="419725" y="4467070"/>
            <a:chExt cx="2823045" cy="2083632"/>
          </a:xfrm>
        </p:grpSpPr>
        <p:sp>
          <p:nvSpPr>
            <p:cNvPr id="179" name="Rectangle 54">
              <a:extLst>
                <a:ext uri="{FF2B5EF4-FFF2-40B4-BE49-F238E27FC236}">
                  <a16:creationId xmlns:a16="http://schemas.microsoft.com/office/drawing/2014/main" xmlns="" id="{F3422680-BA18-B141-8049-75179551BB0C}"/>
                </a:ext>
              </a:extLst>
            </p:cNvPr>
            <p:cNvSpPr>
              <a:spLocks noChangeArrowheads="1"/>
            </p:cNvSpPr>
            <p:nvPr/>
          </p:nvSpPr>
          <p:spPr bwMode="auto">
            <a:xfrm>
              <a:off x="437293" y="4954788"/>
              <a:ext cx="2805477" cy="146547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223838" algn="l" defTabSz="914400" rtl="0" eaLnBrk="0" fontAlgn="base" latinLnBrk="0" hangingPunct="0">
                <a:lnSpc>
                  <a:spcPct val="8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20 bytes of TCP</a:t>
              </a:r>
            </a:p>
            <a:p>
              <a:pPr marL="342900" marR="0" lvl="0" indent="-223838" algn="l" defTabSz="914400" rtl="0" eaLnBrk="0" fontAlgn="base" latinLnBrk="0" hangingPunct="0">
                <a:lnSpc>
                  <a:spcPct val="8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20 bytes of IP</a:t>
              </a:r>
            </a:p>
            <a:p>
              <a:pPr marL="342900" marR="0" lvl="0" indent="-223838" algn="l" defTabSz="914400" rtl="0" eaLnBrk="0" fontAlgn="base" latinLnBrk="0" hangingPunct="0">
                <a:lnSpc>
                  <a:spcPct val="95000"/>
                </a:lnSpc>
                <a:spcBef>
                  <a:spcPct val="20000"/>
                </a:spcBef>
                <a:spcAft>
                  <a:spcPct val="0"/>
                </a:spcAft>
                <a:buClr>
                  <a:srgbClr val="0000A3"/>
                </a:buClr>
                <a:buSzPct val="100000"/>
                <a:buFont typeface="Wingdings" pitchFamily="2" charset="2"/>
                <a:buChar char="§"/>
                <a:tabLst/>
                <a:defRPr/>
              </a:pPr>
              <a:r>
                <a:rPr kumimoji="0" lang="en-US" altLang="en-US" sz="20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 40 bytes + app layer overhead for TCP+IP</a:t>
              </a:r>
            </a:p>
          </p:txBody>
        </p:sp>
        <p:sp>
          <p:nvSpPr>
            <p:cNvPr id="2" name="Rectangle 1">
              <a:extLst>
                <a:ext uri="{FF2B5EF4-FFF2-40B4-BE49-F238E27FC236}">
                  <a16:creationId xmlns:a16="http://schemas.microsoft.com/office/drawing/2014/main" xmlns="" id="{A5B2B29C-1437-FE43-B7BB-737B9DE7CB08}"/>
                </a:ext>
              </a:extLst>
            </p:cNvPr>
            <p:cNvSpPr/>
            <p:nvPr/>
          </p:nvSpPr>
          <p:spPr>
            <a:xfrm>
              <a:off x="419725" y="4751882"/>
              <a:ext cx="2683239" cy="179882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xmlns="" id="{A07067E8-C930-4E4E-82B1-DB76C7299991}"/>
                </a:ext>
              </a:extLst>
            </p:cNvPr>
            <p:cNvSpPr txBox="1"/>
            <p:nvPr/>
          </p:nvSpPr>
          <p:spPr>
            <a:xfrm>
              <a:off x="599607" y="4467070"/>
              <a:ext cx="1561325"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overhead</a:t>
              </a:r>
            </a:p>
          </p:txBody>
        </p:sp>
      </p:grpSp>
      <p:grpSp>
        <p:nvGrpSpPr>
          <p:cNvPr id="9" name="Group 8">
            <a:extLst>
              <a:ext uri="{FF2B5EF4-FFF2-40B4-BE49-F238E27FC236}">
                <a16:creationId xmlns:a16="http://schemas.microsoft.com/office/drawing/2014/main" xmlns="" id="{B25CB83E-CD83-0142-A8BA-DD13CD2B40A6}"/>
              </a:ext>
            </a:extLst>
          </p:cNvPr>
          <p:cNvGrpSpPr/>
          <p:nvPr/>
        </p:nvGrpSpPr>
        <p:grpSpPr>
          <a:xfrm>
            <a:off x="7719934" y="4348085"/>
            <a:ext cx="3971903" cy="646113"/>
            <a:chOff x="7719934" y="4348085"/>
            <a:chExt cx="3971903" cy="646113"/>
          </a:xfrm>
        </p:grpSpPr>
        <p:sp>
          <p:nvSpPr>
            <p:cNvPr id="177" name="Text Box 52">
              <a:extLst>
                <a:ext uri="{FF2B5EF4-FFF2-40B4-BE49-F238E27FC236}">
                  <a16:creationId xmlns:a16="http://schemas.microsoft.com/office/drawing/2014/main" xmlns="" id="{BF8FA8D1-8EB5-EC42-B60C-8F8686E922DD}"/>
                </a:ext>
              </a:extLst>
            </p:cNvPr>
            <p:cNvSpPr txBox="1">
              <a:spLocks noChangeArrowheads="1"/>
            </p:cNvSpPr>
            <p:nvPr/>
          </p:nvSpPr>
          <p:spPr bwMode="auto">
            <a:xfrm>
              <a:off x="8778774" y="4348085"/>
              <a:ext cx="2913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e.g., timestamp, record route taken</a:t>
              </a:r>
            </a:p>
          </p:txBody>
        </p:sp>
        <p:cxnSp>
          <p:nvCxnSpPr>
            <p:cNvPr id="8" name="Straight Connector 7">
              <a:extLst>
                <a:ext uri="{FF2B5EF4-FFF2-40B4-BE49-F238E27FC236}">
                  <a16:creationId xmlns:a16="http://schemas.microsoft.com/office/drawing/2014/main" xmlns="" id="{A07119CE-E347-CD4F-96FC-B870BFBD3116}"/>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xmlns="" id="{DE02EBEC-D750-1C46-BDD3-4EC55628DEFF}"/>
              </a:ext>
            </a:extLst>
          </p:cNvPr>
          <p:cNvGrpSpPr/>
          <p:nvPr/>
        </p:nvGrpSpPr>
        <p:grpSpPr>
          <a:xfrm>
            <a:off x="7739650" y="3384606"/>
            <a:ext cx="3971903" cy="369332"/>
            <a:chOff x="7719934" y="4348085"/>
            <a:chExt cx="3971903" cy="369332"/>
          </a:xfrm>
        </p:grpSpPr>
        <p:sp>
          <p:nvSpPr>
            <p:cNvPr id="67" name="Text Box 52">
              <a:extLst>
                <a:ext uri="{FF2B5EF4-FFF2-40B4-BE49-F238E27FC236}">
                  <a16:creationId xmlns:a16="http://schemas.microsoft.com/office/drawing/2014/main" xmlns="" id="{3CBC8EE1-4E86-AC49-A4AC-FB712E2BE141}"/>
                </a:ext>
              </a:extLst>
            </p:cNvPr>
            <p:cNvSpPr txBox="1">
              <a:spLocks noChangeArrowheads="1"/>
            </p:cNvSpPr>
            <p:nvPr/>
          </p:nvSpPr>
          <p:spPr bwMode="auto">
            <a:xfrm>
              <a:off x="8778774" y="4348085"/>
              <a:ext cx="2913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32-bit source IP address</a:t>
              </a:r>
            </a:p>
          </p:txBody>
        </p:sp>
        <p:cxnSp>
          <p:nvCxnSpPr>
            <p:cNvPr id="68" name="Straight Connector 67">
              <a:extLst>
                <a:ext uri="{FF2B5EF4-FFF2-40B4-BE49-F238E27FC236}">
                  <a16:creationId xmlns:a16="http://schemas.microsoft.com/office/drawing/2014/main" xmlns="" id="{8DD646F6-F588-FB47-AA50-B7AAB81C8AE9}"/>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xmlns="" id="{9D96639F-797D-284B-91E2-801FDB799E1D}"/>
              </a:ext>
            </a:extLst>
          </p:cNvPr>
          <p:cNvGrpSpPr/>
          <p:nvPr/>
        </p:nvGrpSpPr>
        <p:grpSpPr>
          <a:xfrm>
            <a:off x="7721569" y="3862471"/>
            <a:ext cx="4181130" cy="369332"/>
            <a:chOff x="7719934" y="4348085"/>
            <a:chExt cx="4181130" cy="369332"/>
          </a:xfrm>
        </p:grpSpPr>
        <p:sp>
          <p:nvSpPr>
            <p:cNvPr id="70" name="Text Box 52">
              <a:extLst>
                <a:ext uri="{FF2B5EF4-FFF2-40B4-BE49-F238E27FC236}">
                  <a16:creationId xmlns:a16="http://schemas.microsoft.com/office/drawing/2014/main" xmlns="" id="{E0B8AC9F-9175-CD46-93B6-7B6E6B487849}"/>
                </a:ext>
              </a:extLst>
            </p:cNvPr>
            <p:cNvSpPr txBox="1">
              <a:spLocks noChangeArrowheads="1"/>
            </p:cNvSpPr>
            <p:nvPr/>
          </p:nvSpPr>
          <p:spPr bwMode="auto">
            <a:xfrm>
              <a:off x="8778774" y="4348085"/>
              <a:ext cx="31222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32-bit destination IP address</a:t>
              </a:r>
            </a:p>
          </p:txBody>
        </p:sp>
        <p:cxnSp>
          <p:nvCxnSpPr>
            <p:cNvPr id="71" name="Straight Connector 70">
              <a:extLst>
                <a:ext uri="{FF2B5EF4-FFF2-40B4-BE49-F238E27FC236}">
                  <a16:creationId xmlns:a16="http://schemas.microsoft.com/office/drawing/2014/main" xmlns="" id="{4120CCDA-7A8F-1344-9A9B-52EEE045034B}"/>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xmlns="" id="{9E74BE6E-3A51-9848-A524-4B01A8AE7030}"/>
              </a:ext>
            </a:extLst>
          </p:cNvPr>
          <p:cNvGrpSpPr/>
          <p:nvPr/>
        </p:nvGrpSpPr>
        <p:grpSpPr>
          <a:xfrm>
            <a:off x="7737066" y="2920899"/>
            <a:ext cx="3971903" cy="369332"/>
            <a:chOff x="7719934" y="4348085"/>
            <a:chExt cx="3971903" cy="369332"/>
          </a:xfrm>
        </p:grpSpPr>
        <p:sp>
          <p:nvSpPr>
            <p:cNvPr id="73" name="Text Box 52">
              <a:extLst>
                <a:ext uri="{FF2B5EF4-FFF2-40B4-BE49-F238E27FC236}">
                  <a16:creationId xmlns:a16="http://schemas.microsoft.com/office/drawing/2014/main" xmlns="" id="{A7B0ED1A-7B94-1F43-8F94-529E2D993741}"/>
                </a:ext>
              </a:extLst>
            </p:cNvPr>
            <p:cNvSpPr txBox="1">
              <a:spLocks noChangeArrowheads="1"/>
            </p:cNvSpPr>
            <p:nvPr/>
          </p:nvSpPr>
          <p:spPr bwMode="auto">
            <a:xfrm>
              <a:off x="8778774" y="4348085"/>
              <a:ext cx="2913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header checksum</a:t>
              </a:r>
            </a:p>
          </p:txBody>
        </p:sp>
        <p:cxnSp>
          <p:nvCxnSpPr>
            <p:cNvPr id="74" name="Straight Connector 73">
              <a:extLst>
                <a:ext uri="{FF2B5EF4-FFF2-40B4-BE49-F238E27FC236}">
                  <a16:creationId xmlns:a16="http://schemas.microsoft.com/office/drawing/2014/main" xmlns="" id="{FD6BF316-20F5-9D47-88E4-912E1DFB3A16}"/>
                </a:ext>
              </a:extLst>
            </p:cNvPr>
            <p:cNvCxnSpPr/>
            <p:nvPr/>
          </p:nvCxnSpPr>
          <p:spPr>
            <a:xfrm>
              <a:off x="7719934" y="4542020"/>
              <a:ext cx="98935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xmlns="" id="{1FEAE828-7047-3147-A47C-B181088247F3}"/>
              </a:ext>
            </a:extLst>
          </p:cNvPr>
          <p:cNvGrpSpPr/>
          <p:nvPr/>
        </p:nvGrpSpPr>
        <p:grpSpPr>
          <a:xfrm>
            <a:off x="8948060" y="1758043"/>
            <a:ext cx="2808718" cy="4833257"/>
            <a:chOff x="9209324" y="1834243"/>
            <a:chExt cx="2808718" cy="4833257"/>
          </a:xfrm>
        </p:grpSpPr>
        <p:cxnSp>
          <p:nvCxnSpPr>
            <p:cNvPr id="75" name="Straight Arrow Connector 74">
              <a:extLst>
                <a:ext uri="{FF2B5EF4-FFF2-40B4-BE49-F238E27FC236}">
                  <a16:creationId xmlns:a16="http://schemas.microsoft.com/office/drawing/2014/main" xmlns="" id="{A63DAC61-3FDE-8840-9F16-FD8E18BF0966}"/>
                </a:ext>
              </a:extLst>
            </p:cNvPr>
            <p:cNvCxnSpPr/>
            <p:nvPr/>
          </p:nvCxnSpPr>
          <p:spPr>
            <a:xfrm>
              <a:off x="11097988" y="1834243"/>
              <a:ext cx="0" cy="4833257"/>
            </a:xfrm>
            <a:prstGeom prst="straightConnector1">
              <a:avLst/>
            </a:prstGeom>
            <a:ln w="4445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xmlns="" id="{3D5FB8E8-CA23-894F-92FD-40ED972CF645}"/>
                </a:ext>
              </a:extLst>
            </p:cNvPr>
            <p:cNvCxnSpPr/>
            <p:nvPr/>
          </p:nvCxnSpPr>
          <p:spPr>
            <a:xfrm>
              <a:off x="10823536" y="1839686"/>
              <a:ext cx="60036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xmlns="" id="{8B2F5C4B-1186-4346-9A50-C9616F8D8E9F}"/>
                </a:ext>
              </a:extLst>
            </p:cNvPr>
            <p:cNvCxnSpPr/>
            <p:nvPr/>
          </p:nvCxnSpPr>
          <p:spPr>
            <a:xfrm>
              <a:off x="10828978" y="6645729"/>
              <a:ext cx="600364"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xmlns="" id="{BFCABC9A-B0D4-C84D-B341-359EA25A99AD}"/>
                </a:ext>
              </a:extLst>
            </p:cNvPr>
            <p:cNvSpPr txBox="1"/>
            <p:nvPr/>
          </p:nvSpPr>
          <p:spPr>
            <a:xfrm>
              <a:off x="9209324" y="3788229"/>
              <a:ext cx="2808718" cy="646331"/>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Maximum length: 64K bytes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Typically: 1500 bytes or less</a:t>
              </a:r>
            </a:p>
          </p:txBody>
        </p:sp>
      </p:grpSp>
      <p:sp>
        <p:nvSpPr>
          <p:cNvPr id="79" name="Slide Number Placeholder 3">
            <a:extLst>
              <a:ext uri="{FF2B5EF4-FFF2-40B4-BE49-F238E27FC236}">
                <a16:creationId xmlns:a16="http://schemas.microsoft.com/office/drawing/2014/main" xmlns="" id="{4475E451-EA6C-E04C-BC05-BA34B2ECE74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13</a:t>
            </a:fld>
            <a:endParaRPr lang="en-US" dirty="0"/>
          </a:p>
        </p:txBody>
      </p:sp>
    </p:spTree>
    <p:extLst>
      <p:ext uri="{BB962C8B-B14F-4D97-AF65-F5344CB8AC3E}">
        <p14:creationId xmlns:p14="http://schemas.microsoft.com/office/powerpoint/2010/main" val="399610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dissolve">
                                      <p:cBhvr>
                                        <p:cTn id="7" dur="500"/>
                                        <p:tgtEl>
                                          <p:spTgt spid="15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6"/>
                                        </p:tgtEl>
                                        <p:attrNameLst>
                                          <p:attrName>style.visibility</p:attrName>
                                        </p:attrNameLst>
                                      </p:cBhvr>
                                      <p:to>
                                        <p:strVal val="visible"/>
                                      </p:to>
                                    </p:set>
                                    <p:animEffect transition="in" filter="dissolve">
                                      <p:cBhvr>
                                        <p:cTn id="12" dur="500"/>
                                        <p:tgtEl>
                                          <p:spTgt spid="15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dissolve">
                                      <p:cBhvr>
                                        <p:cTn id="17" dur="500"/>
                                        <p:tgtEl>
                                          <p:spTgt spid="16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nodeType="clickEffect">
                                  <p:stCondLst>
                                    <p:cond delay="0"/>
                                  </p:stCondLst>
                                  <p:childTnLst>
                                    <p:animEffect transition="out" filter="dissolve">
                                      <p:cBhvr>
                                        <p:cTn id="26" dur="500"/>
                                        <p:tgtEl>
                                          <p:spTgt spid="4"/>
                                        </p:tgtEl>
                                      </p:cBhvr>
                                    </p:animEffect>
                                    <p:set>
                                      <p:cBhvr>
                                        <p:cTn id="27" dur="1" fill="hold">
                                          <p:stCondLst>
                                            <p:cond delay="499"/>
                                          </p:stCondLst>
                                        </p:cTn>
                                        <p:tgtEl>
                                          <p:spTgt spid="4"/>
                                        </p:tgtEl>
                                        <p:attrNameLst>
                                          <p:attrName>style.visibility</p:attrName>
                                        </p:attrNameLst>
                                      </p:cBhvr>
                                      <p:to>
                                        <p:strVal val="hidden"/>
                                      </p:to>
                                    </p:set>
                                  </p:childTnLst>
                                </p:cTn>
                              </p:par>
                              <p:par>
                                <p:cTn id="28" presetID="9" presetClass="entr" presetSubtype="0" fill="hold" nodeType="withEffect">
                                  <p:stCondLst>
                                    <p:cond delay="0"/>
                                  </p:stCondLst>
                                  <p:childTnLst>
                                    <p:set>
                                      <p:cBhvr>
                                        <p:cTn id="29" dur="1" fill="hold">
                                          <p:stCondLst>
                                            <p:cond delay="0"/>
                                          </p:stCondLst>
                                        </p:cTn>
                                        <p:tgtEl>
                                          <p:spTgt spid="165"/>
                                        </p:tgtEl>
                                        <p:attrNameLst>
                                          <p:attrName>style.visibility</p:attrName>
                                        </p:attrNameLst>
                                      </p:cBhvr>
                                      <p:to>
                                        <p:strVal val="visible"/>
                                      </p:to>
                                    </p:set>
                                    <p:animEffect transition="in" filter="dissolve">
                                      <p:cBhvr>
                                        <p:cTn id="30" dur="500"/>
                                        <p:tgtEl>
                                          <p:spTgt spid="16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73"/>
                                        </p:tgtEl>
                                        <p:attrNameLst>
                                          <p:attrName>style.visibility</p:attrName>
                                        </p:attrNameLst>
                                      </p:cBhvr>
                                      <p:to>
                                        <p:strVal val="visible"/>
                                      </p:to>
                                    </p:set>
                                    <p:animEffect transition="in" filter="dissolve">
                                      <p:cBhvr>
                                        <p:cTn id="35" dur="500"/>
                                        <p:tgtEl>
                                          <p:spTgt spid="17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159"/>
                                        </p:tgtEl>
                                        <p:attrNameLst>
                                          <p:attrName>style.visibility</p:attrName>
                                        </p:attrNameLst>
                                      </p:cBhvr>
                                      <p:to>
                                        <p:strVal val="visible"/>
                                      </p:to>
                                    </p:set>
                                    <p:animEffect transition="in" filter="dissolve">
                                      <p:cBhvr>
                                        <p:cTn id="40" dur="500"/>
                                        <p:tgtEl>
                                          <p:spTgt spid="15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68"/>
                                        </p:tgtEl>
                                        <p:attrNameLst>
                                          <p:attrName>style.visibility</p:attrName>
                                        </p:attrNameLst>
                                      </p:cBhvr>
                                      <p:to>
                                        <p:strVal val="visible"/>
                                      </p:to>
                                    </p:set>
                                    <p:animEffect transition="in" filter="dissolve">
                                      <p:cBhvr>
                                        <p:cTn id="45" dur="500"/>
                                        <p:tgtEl>
                                          <p:spTgt spid="168"/>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72"/>
                                        </p:tgtEl>
                                        <p:attrNameLst>
                                          <p:attrName>style.visibility</p:attrName>
                                        </p:attrNameLst>
                                      </p:cBhvr>
                                      <p:to>
                                        <p:strVal val="visible"/>
                                      </p:to>
                                    </p:set>
                                    <p:animEffect transition="in" filter="dissolve">
                                      <p:cBhvr>
                                        <p:cTn id="50" dur="500"/>
                                        <p:tgtEl>
                                          <p:spTgt spid="7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6"/>
                                        </p:tgtEl>
                                        <p:attrNameLst>
                                          <p:attrName>style.visibility</p:attrName>
                                        </p:attrNameLst>
                                      </p:cBhvr>
                                      <p:to>
                                        <p:strVal val="visible"/>
                                      </p:to>
                                    </p:set>
                                    <p:animEffect transition="in" filter="dissolve">
                                      <p:cBhvr>
                                        <p:cTn id="55" dur="500"/>
                                        <p:tgtEl>
                                          <p:spTgt spid="66"/>
                                        </p:tgtEl>
                                      </p:cBhvr>
                                    </p:animEffect>
                                  </p:childTnLst>
                                </p:cTn>
                              </p:par>
                              <p:par>
                                <p:cTn id="56" presetID="9" presetClass="entr" presetSubtype="0" fill="hold" nodeType="withEffect">
                                  <p:stCondLst>
                                    <p:cond delay="0"/>
                                  </p:stCondLst>
                                  <p:childTnLst>
                                    <p:set>
                                      <p:cBhvr>
                                        <p:cTn id="57" dur="1" fill="hold">
                                          <p:stCondLst>
                                            <p:cond delay="0"/>
                                          </p:stCondLst>
                                        </p:cTn>
                                        <p:tgtEl>
                                          <p:spTgt spid="69"/>
                                        </p:tgtEl>
                                        <p:attrNameLst>
                                          <p:attrName>style.visibility</p:attrName>
                                        </p:attrNameLst>
                                      </p:cBhvr>
                                      <p:to>
                                        <p:strVal val="visible"/>
                                      </p:to>
                                    </p:set>
                                    <p:animEffect transition="in" filter="dissolve">
                                      <p:cBhvr>
                                        <p:cTn id="58" dur="500"/>
                                        <p:tgtEl>
                                          <p:spTgt spid="69"/>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dissolve">
                                      <p:cBhvr>
                                        <p:cTn id="63" dur="500"/>
                                        <p:tgtEl>
                                          <p:spTgt spid="9"/>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dissolve">
                                      <p:cBhvr>
                                        <p:cTn id="6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xmlns="" id="{19673C0F-EEA6-3549-BFCE-D83173D8EA3B}"/>
              </a:ext>
            </a:extLst>
          </p:cNvPr>
          <p:cNvSpPr>
            <a:spLocks noGrp="1"/>
          </p:cNvSpPr>
          <p:nvPr>
            <p:ph idx="1"/>
          </p:nvPr>
        </p:nvSpPr>
        <p:spPr>
          <a:xfrm>
            <a:off x="872790" y="1409001"/>
            <a:ext cx="5557988" cy="4841896"/>
          </a:xfrm>
        </p:spPr>
        <p:txBody>
          <a:bodyPr>
            <a:normAutofit/>
          </a:bodyPr>
          <a:lstStyle/>
          <a:p>
            <a:pPr indent="-293688"/>
            <a:r>
              <a:rPr lang="en-US" altLang="en-US" sz="3200" dirty="0">
                <a:solidFill>
                  <a:srgbClr val="C00000"/>
                </a:solidFill>
                <a:ea typeface="ＭＳ Ｐゴシック" panose="020B0600070205080204" pitchFamily="34" charset="-128"/>
                <a:cs typeface="ＭＳ Ｐゴシック" panose="020B0600070205080204" pitchFamily="34" charset="-128"/>
              </a:rPr>
              <a:t>IP address:</a:t>
            </a:r>
            <a:r>
              <a:rPr lang="en-US" altLang="en-US" dirty="0">
                <a:solidFill>
                  <a:srgbClr val="C00000"/>
                </a:solidFill>
                <a:ea typeface="ＭＳ Ｐゴシック" panose="020B0600070205080204" pitchFamily="34" charset="-128"/>
                <a:cs typeface="ＭＳ Ｐゴシック" panose="020B0600070205080204" pitchFamily="34" charset="-128"/>
              </a:rPr>
              <a:t> </a:t>
            </a:r>
            <a:r>
              <a:rPr lang="en-US" altLang="en-US" dirty="0">
                <a:ea typeface="ＭＳ Ｐゴシック" panose="020B0600070205080204" pitchFamily="34" charset="-128"/>
                <a:cs typeface="ＭＳ Ｐゴシック" panose="020B0600070205080204" pitchFamily="34" charset="-128"/>
              </a:rPr>
              <a:t>32-bit identifier associated with each host or router </a:t>
            </a:r>
            <a:r>
              <a:rPr lang="en-US" altLang="en-US" i="1" dirty="0">
                <a:solidFill>
                  <a:srgbClr val="0000A3"/>
                </a:solidFill>
                <a:ea typeface="ＭＳ Ｐゴシック" panose="020B0600070205080204" pitchFamily="34" charset="-128"/>
                <a:cs typeface="ＭＳ Ｐゴシック" panose="020B0600070205080204" pitchFamily="34" charset="-128"/>
              </a:rPr>
              <a:t>interface</a:t>
            </a:r>
            <a:r>
              <a:rPr lang="en-US" altLang="en-US" dirty="0">
                <a:ea typeface="ＭＳ Ｐゴシック" panose="020B0600070205080204" pitchFamily="34" charset="-128"/>
                <a:cs typeface="ＭＳ Ｐゴシック" panose="020B0600070205080204" pitchFamily="34" charset="-128"/>
              </a:rPr>
              <a:t> </a:t>
            </a:r>
          </a:p>
          <a:p>
            <a:pPr indent="-293688"/>
            <a:r>
              <a:rPr lang="en-US" altLang="en-US" sz="3200" dirty="0">
                <a:solidFill>
                  <a:srgbClr val="CC0000"/>
                </a:solidFill>
                <a:ea typeface="ＭＳ Ｐゴシック" panose="020B0600070205080204" pitchFamily="34" charset="-128"/>
                <a:cs typeface="ＭＳ Ｐゴシック" panose="020B0600070205080204" pitchFamily="34" charset="-128"/>
              </a:rPr>
              <a:t>interface:</a:t>
            </a:r>
            <a:r>
              <a:rPr lang="en-US" altLang="en-US" dirty="0">
                <a:ea typeface="ＭＳ Ｐゴシック" panose="020B0600070205080204" pitchFamily="34" charset="-128"/>
                <a:cs typeface="ＭＳ Ｐゴシック" panose="020B0600070205080204" pitchFamily="34" charset="-128"/>
              </a:rPr>
              <a:t> connection between host/router and physical link</a:t>
            </a:r>
          </a:p>
          <a:p>
            <a:pPr marL="522288" lvl="1" indent="-298450"/>
            <a:r>
              <a:rPr lang="en-US" altLang="en-US" sz="2800" dirty="0">
                <a:ea typeface="ＭＳ Ｐゴシック" panose="020B0600070205080204" pitchFamily="34" charset="-128"/>
              </a:rPr>
              <a:t>router’</a:t>
            </a:r>
            <a:r>
              <a:rPr lang="en-US" altLang="ja-JP" sz="2800" dirty="0">
                <a:ea typeface="ＭＳ Ｐゴシック" panose="020B0600070205080204" pitchFamily="34" charset="-128"/>
              </a:rPr>
              <a:t>s typically have multiple interfaces</a:t>
            </a:r>
          </a:p>
          <a:p>
            <a:pPr marL="522288" lvl="1" indent="-298450"/>
            <a:r>
              <a:rPr lang="en-US" altLang="en-US" sz="2800" dirty="0">
                <a:ea typeface="ＭＳ Ｐゴシック" panose="020B0600070205080204" pitchFamily="34" charset="-128"/>
              </a:rPr>
              <a:t>host typically has one or two interfaces </a:t>
            </a:r>
            <a:r>
              <a:rPr lang="en-US" altLang="en-US" dirty="0">
                <a:ea typeface="ＭＳ Ｐゴシック" panose="020B0600070205080204" pitchFamily="34" charset="-128"/>
              </a:rPr>
              <a:t>(e.g., wired Ethernet, wireless 802.11)</a:t>
            </a:r>
          </a:p>
          <a:p>
            <a:pPr marL="298450" indent="0">
              <a:buNone/>
            </a:pPr>
            <a:endParaRPr lang="en-US" altLang="en-US" sz="3200" dirty="0">
              <a:ea typeface="ＭＳ Ｐゴシック" panose="020B0600070205080204" pitchFamily="34" charset="-128"/>
              <a:cs typeface="ＭＳ Ｐゴシック" panose="020B0600070205080204" pitchFamily="34" charset="-128"/>
            </a:endParaRPr>
          </a:p>
        </p:txBody>
      </p:sp>
      <p:sp>
        <p:nvSpPr>
          <p:cNvPr id="3" name="Title 2">
            <a:extLst>
              <a:ext uri="{FF2B5EF4-FFF2-40B4-BE49-F238E27FC236}">
                <a16:creationId xmlns:a16="http://schemas.microsoft.com/office/drawing/2014/main" xmlns=""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IP addressing: introduction</a:t>
            </a:r>
            <a:endParaRPr lang="en-US" dirty="0"/>
          </a:p>
        </p:txBody>
      </p:sp>
      <p:sp>
        <p:nvSpPr>
          <p:cNvPr id="72" name="Freeform 140">
            <a:extLst>
              <a:ext uri="{FF2B5EF4-FFF2-40B4-BE49-F238E27FC236}">
                <a16:creationId xmlns:a16="http://schemas.microsoft.com/office/drawing/2014/main" xmlns="" id="{3A8F319D-9F74-944C-9EB6-024B82E69F2A}"/>
              </a:ext>
            </a:extLst>
          </p:cNvPr>
          <p:cNvSpPr>
            <a:spLocks/>
          </p:cNvSpPr>
          <p:nvPr/>
        </p:nvSpPr>
        <p:spPr bwMode="auto">
          <a:xfrm rot="16200000">
            <a:off x="8946356" y="3046530"/>
            <a:ext cx="846137"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3" name="Freeform 140">
            <a:extLst>
              <a:ext uri="{FF2B5EF4-FFF2-40B4-BE49-F238E27FC236}">
                <a16:creationId xmlns:a16="http://schemas.microsoft.com/office/drawing/2014/main" xmlns="" id="{624F0496-7420-2147-A497-D1252EA7020B}"/>
              </a:ext>
            </a:extLst>
          </p:cNvPr>
          <p:cNvSpPr>
            <a:spLocks/>
          </p:cNvSpPr>
          <p:nvPr/>
        </p:nvSpPr>
        <p:spPr bwMode="auto">
          <a:xfrm rot="10800000">
            <a:off x="9944100" y="1720173"/>
            <a:ext cx="846138" cy="1593850"/>
          </a:xfrm>
          <a:custGeom>
            <a:avLst/>
            <a:gdLst>
              <a:gd name="T0" fmla="*/ 2147483647 w 10315"/>
              <a:gd name="T1" fmla="*/ 2147483647 h 10000"/>
              <a:gd name="T2" fmla="*/ 2147483647 w 10315"/>
              <a:gd name="T3" fmla="*/ 2147483647 h 10000"/>
              <a:gd name="T4" fmla="*/ 2147483647 w 10315"/>
              <a:gd name="T5" fmla="*/ 2147483647 h 10000"/>
              <a:gd name="T6" fmla="*/ 2147483647 w 10315"/>
              <a:gd name="T7" fmla="*/ 2147483647 h 10000"/>
              <a:gd name="T8" fmla="*/ 2147483647 w 10315"/>
              <a:gd name="T9" fmla="*/ 2147483647 h 10000"/>
              <a:gd name="T10" fmla="*/ 2147483647 w 10315"/>
              <a:gd name="T11" fmla="*/ 2147483647 h 10000"/>
              <a:gd name="T12" fmla="*/ 2147483647 w 10315"/>
              <a:gd name="T13" fmla="*/ 2147483647 h 10000"/>
              <a:gd name="T14" fmla="*/ 2147483647 w 10315"/>
              <a:gd name="T15" fmla="*/ 2147483647 h 10000"/>
              <a:gd name="T16" fmla="*/ 2147483647 w 10315"/>
              <a:gd name="T17" fmla="*/ 2147483647 h 10000"/>
              <a:gd name="T18" fmla="*/ 2147483647 w 10315"/>
              <a:gd name="T19" fmla="*/ 2147483647 h 10000"/>
              <a:gd name="T20" fmla="*/ 2147483647 w 10315"/>
              <a:gd name="T21" fmla="*/ 2147483647 h 10000"/>
              <a:gd name="T22" fmla="*/ 2147483647 w 10315"/>
              <a:gd name="T23" fmla="*/ 2147483647 h 10000"/>
              <a:gd name="T24" fmla="*/ 2147483647 w 10315"/>
              <a:gd name="T25" fmla="*/ 2147483647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15"/>
              <a:gd name="T40" fmla="*/ 0 h 10000"/>
              <a:gd name="T41" fmla="*/ 10315 w 10315"/>
              <a:gd name="T42" fmla="*/ 10000 h 100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15" h="10000">
                <a:moveTo>
                  <a:pt x="9674" y="4488"/>
                </a:moveTo>
                <a:cubicBezTo>
                  <a:pt x="8651" y="4175"/>
                  <a:pt x="4901" y="4405"/>
                  <a:pt x="3754" y="3833"/>
                </a:cubicBezTo>
                <a:cubicBezTo>
                  <a:pt x="2607" y="3261"/>
                  <a:pt x="4015" y="1645"/>
                  <a:pt x="3411" y="1026"/>
                </a:cubicBezTo>
                <a:cubicBezTo>
                  <a:pt x="2808" y="408"/>
                  <a:pt x="591" y="-284"/>
                  <a:pt x="130" y="122"/>
                </a:cubicBezTo>
                <a:cubicBezTo>
                  <a:pt x="-330" y="529"/>
                  <a:pt x="566" y="2588"/>
                  <a:pt x="648" y="3468"/>
                </a:cubicBezTo>
                <a:cubicBezTo>
                  <a:pt x="730" y="4349"/>
                  <a:pt x="648" y="4790"/>
                  <a:pt x="622" y="5408"/>
                </a:cubicBezTo>
                <a:cubicBezTo>
                  <a:pt x="595" y="6026"/>
                  <a:pt x="516" y="6617"/>
                  <a:pt x="489" y="7180"/>
                </a:cubicBezTo>
                <a:cubicBezTo>
                  <a:pt x="463" y="7741"/>
                  <a:pt x="286" y="8378"/>
                  <a:pt x="436" y="8809"/>
                </a:cubicBezTo>
                <a:cubicBezTo>
                  <a:pt x="587" y="9239"/>
                  <a:pt x="892" y="9655"/>
                  <a:pt x="1416" y="9793"/>
                </a:cubicBezTo>
                <a:cubicBezTo>
                  <a:pt x="1940" y="9932"/>
                  <a:pt x="3153" y="10248"/>
                  <a:pt x="3581" y="9642"/>
                </a:cubicBezTo>
                <a:cubicBezTo>
                  <a:pt x="4008" y="9037"/>
                  <a:pt x="3138" y="6667"/>
                  <a:pt x="3986" y="6162"/>
                </a:cubicBezTo>
                <a:cubicBezTo>
                  <a:pt x="4832" y="5655"/>
                  <a:pt x="9131" y="5984"/>
                  <a:pt x="9890" y="5711"/>
                </a:cubicBezTo>
                <a:cubicBezTo>
                  <a:pt x="10388" y="5225"/>
                  <a:pt x="10598" y="5393"/>
                  <a:pt x="9674" y="4488"/>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 name="Freeform 140">
            <a:extLst>
              <a:ext uri="{FF2B5EF4-FFF2-40B4-BE49-F238E27FC236}">
                <a16:creationId xmlns:a16="http://schemas.microsoft.com/office/drawing/2014/main" xmlns="" id="{F5A46523-A2FE-EB43-8849-332D81F5BCF4}"/>
              </a:ext>
            </a:extLst>
          </p:cNvPr>
          <p:cNvSpPr>
            <a:spLocks/>
          </p:cNvSpPr>
          <p:nvPr/>
        </p:nvSpPr>
        <p:spPr bwMode="auto">
          <a:xfrm>
            <a:off x="7908925" y="1302661"/>
            <a:ext cx="1038225" cy="1927225"/>
          </a:xfrm>
          <a:custGeom>
            <a:avLst/>
            <a:gdLst>
              <a:gd name="T0" fmla="*/ 2147483647 w 1223"/>
              <a:gd name="T1" fmla="*/ 2147483647 h 1291"/>
              <a:gd name="T2" fmla="*/ 2147483647 w 1223"/>
              <a:gd name="T3" fmla="*/ 2147483647 h 1291"/>
              <a:gd name="T4" fmla="*/ 2147483647 w 1223"/>
              <a:gd name="T5" fmla="*/ 2147483647 h 1291"/>
              <a:gd name="T6" fmla="*/ 2147483647 w 1223"/>
              <a:gd name="T7" fmla="*/ 2147483647 h 1291"/>
              <a:gd name="T8" fmla="*/ 2147483647 w 1223"/>
              <a:gd name="T9" fmla="*/ 2147483647 h 1291"/>
              <a:gd name="T10" fmla="*/ 2147483647 w 1223"/>
              <a:gd name="T11" fmla="*/ 2147483647 h 1291"/>
              <a:gd name="T12" fmla="*/ 2147483647 w 1223"/>
              <a:gd name="T13" fmla="*/ 2147483647 h 1291"/>
              <a:gd name="T14" fmla="*/ 2147483647 w 1223"/>
              <a:gd name="T15" fmla="*/ 2147483647 h 1291"/>
              <a:gd name="T16" fmla="*/ 2147483647 w 1223"/>
              <a:gd name="T17" fmla="*/ 2147483647 h 1291"/>
              <a:gd name="T18" fmla="*/ 2147483647 w 1223"/>
              <a:gd name="T19" fmla="*/ 2147483647 h 1291"/>
              <a:gd name="T20" fmla="*/ 2147483647 w 1223"/>
              <a:gd name="T21" fmla="*/ 2147483647 h 1291"/>
              <a:gd name="T22" fmla="*/ 2147483647 w 1223"/>
              <a:gd name="T23" fmla="*/ 2147483647 h 1291"/>
              <a:gd name="T24" fmla="*/ 2147483647 w 1223"/>
              <a:gd name="T25" fmla="*/ 2147483647 h 1291"/>
              <a:gd name="T26" fmla="*/ 2147483647 w 1223"/>
              <a:gd name="T27" fmla="*/ 2147483647 h 129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23"/>
              <a:gd name="T43" fmla="*/ 0 h 1291"/>
              <a:gd name="T44" fmla="*/ 1223 w 1223"/>
              <a:gd name="T45" fmla="*/ 1291 h 129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23" h="1291">
                <a:moveTo>
                  <a:pt x="1201" y="756"/>
                </a:moveTo>
                <a:cubicBezTo>
                  <a:pt x="1180" y="640"/>
                  <a:pt x="798" y="744"/>
                  <a:pt x="702" y="670"/>
                </a:cubicBezTo>
                <a:cubicBezTo>
                  <a:pt x="603" y="561"/>
                  <a:pt x="669" y="206"/>
                  <a:pt x="608" y="103"/>
                </a:cubicBezTo>
                <a:cubicBezTo>
                  <a:pt x="547" y="0"/>
                  <a:pt x="425" y="55"/>
                  <a:pt x="335" y="52"/>
                </a:cubicBezTo>
                <a:cubicBezTo>
                  <a:pt x="245" y="49"/>
                  <a:pt x="114" y="0"/>
                  <a:pt x="65" y="82"/>
                </a:cubicBezTo>
                <a:cubicBezTo>
                  <a:pt x="16" y="164"/>
                  <a:pt x="45" y="433"/>
                  <a:pt x="41" y="544"/>
                </a:cubicBezTo>
                <a:cubicBezTo>
                  <a:pt x="37" y="655"/>
                  <a:pt x="41" y="685"/>
                  <a:pt x="38" y="751"/>
                </a:cubicBezTo>
                <a:cubicBezTo>
                  <a:pt x="35" y="817"/>
                  <a:pt x="26" y="880"/>
                  <a:pt x="23" y="940"/>
                </a:cubicBezTo>
                <a:cubicBezTo>
                  <a:pt x="20" y="1000"/>
                  <a:pt x="0" y="1068"/>
                  <a:pt x="17" y="1114"/>
                </a:cubicBezTo>
                <a:cubicBezTo>
                  <a:pt x="34" y="1160"/>
                  <a:pt x="31" y="1198"/>
                  <a:pt x="128" y="1219"/>
                </a:cubicBezTo>
                <a:cubicBezTo>
                  <a:pt x="225" y="1240"/>
                  <a:pt x="509" y="1291"/>
                  <a:pt x="602" y="1243"/>
                </a:cubicBezTo>
                <a:cubicBezTo>
                  <a:pt x="695" y="1195"/>
                  <a:pt x="590" y="984"/>
                  <a:pt x="686" y="930"/>
                </a:cubicBezTo>
                <a:cubicBezTo>
                  <a:pt x="782" y="876"/>
                  <a:pt x="1091" y="945"/>
                  <a:pt x="1177" y="916"/>
                </a:cubicBezTo>
                <a:cubicBezTo>
                  <a:pt x="1208" y="864"/>
                  <a:pt x="1223" y="871"/>
                  <a:pt x="1201" y="756"/>
                </a:cubicBezTo>
                <a:close/>
              </a:path>
            </a:pathLst>
          </a:custGeom>
          <a:solidFill>
            <a:srgbClr val="9CE0FA"/>
          </a:soli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 name="Text Box 26">
            <a:extLst>
              <a:ext uri="{FF2B5EF4-FFF2-40B4-BE49-F238E27FC236}">
                <a16:creationId xmlns:a16="http://schemas.microsoft.com/office/drawing/2014/main" xmlns="" id="{52559523-8E51-E745-84E2-F95862F13314}"/>
              </a:ext>
            </a:extLst>
          </p:cNvPr>
          <p:cNvSpPr txBox="1">
            <a:spLocks noChangeArrowheads="1"/>
          </p:cNvSpPr>
          <p:nvPr/>
        </p:nvSpPr>
        <p:spPr bwMode="auto">
          <a:xfrm>
            <a:off x="7291388" y="1132798"/>
            <a:ext cx="8255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76" name="Group 27">
            <a:extLst>
              <a:ext uri="{FF2B5EF4-FFF2-40B4-BE49-F238E27FC236}">
                <a16:creationId xmlns:a16="http://schemas.microsoft.com/office/drawing/2014/main" xmlns="" id="{2A18DB91-39D9-E244-B5AB-473130FADF77}"/>
              </a:ext>
            </a:extLst>
          </p:cNvPr>
          <p:cNvGrpSpPr>
            <a:grpSpLocks/>
          </p:cNvGrpSpPr>
          <p:nvPr/>
        </p:nvGrpSpPr>
        <p:grpSpPr bwMode="auto">
          <a:xfrm>
            <a:off x="6557963" y="2093236"/>
            <a:ext cx="920750" cy="276225"/>
            <a:chOff x="3251" y="608"/>
            <a:chExt cx="580" cy="174"/>
          </a:xfrm>
        </p:grpSpPr>
        <p:sp>
          <p:nvSpPr>
            <p:cNvPr id="77" name="Rectangle 28">
              <a:extLst>
                <a:ext uri="{FF2B5EF4-FFF2-40B4-BE49-F238E27FC236}">
                  <a16:creationId xmlns:a16="http://schemas.microsoft.com/office/drawing/2014/main" xmlns="" id="{189CA005-145E-8943-BBD3-B29300620208}"/>
                </a:ext>
              </a:extLst>
            </p:cNvPr>
            <p:cNvSpPr>
              <a:spLocks noChangeArrowheads="1"/>
            </p:cNvSpPr>
            <p:nvPr/>
          </p:nvSpPr>
          <p:spPr bwMode="auto">
            <a:xfrm>
              <a:off x="3306" y="657"/>
              <a:ext cx="525"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Text Box 29">
              <a:extLst>
                <a:ext uri="{FF2B5EF4-FFF2-40B4-BE49-F238E27FC236}">
                  <a16:creationId xmlns:a16="http://schemas.microsoft.com/office/drawing/2014/main" xmlns="" id="{BA441ECA-99C1-8049-8D70-2692D3B32022}"/>
                </a:ext>
              </a:extLst>
            </p:cNvPr>
            <p:cNvSpPr txBox="1">
              <a:spLocks noChangeArrowheads="1"/>
            </p:cNvSpPr>
            <p:nvPr/>
          </p:nvSpPr>
          <p:spPr bwMode="auto">
            <a:xfrm>
              <a:off x="3251" y="608"/>
              <a:ext cx="521"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sp>
        <p:nvSpPr>
          <p:cNvPr id="79" name="Text Box 30">
            <a:extLst>
              <a:ext uri="{FF2B5EF4-FFF2-40B4-BE49-F238E27FC236}">
                <a16:creationId xmlns:a16="http://schemas.microsoft.com/office/drawing/2014/main" xmlns="" id="{02D7B601-F8DE-844D-AD24-51A8D9C2A0F3}"/>
              </a:ext>
            </a:extLst>
          </p:cNvPr>
          <p:cNvSpPr txBox="1">
            <a:spLocks noChangeArrowheads="1"/>
          </p:cNvSpPr>
          <p:nvPr/>
        </p:nvSpPr>
        <p:spPr bwMode="auto">
          <a:xfrm>
            <a:off x="7396163" y="3088598"/>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223.1.1.3</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0" name="Text Box 31">
            <a:extLst>
              <a:ext uri="{FF2B5EF4-FFF2-40B4-BE49-F238E27FC236}">
                <a16:creationId xmlns:a16="http://schemas.microsoft.com/office/drawing/2014/main" xmlns="" id="{BCADDA8C-EA1C-904B-8DA4-6A72A1241FC1}"/>
              </a:ext>
            </a:extLst>
          </p:cNvPr>
          <p:cNvSpPr txBox="1">
            <a:spLocks noChangeArrowheads="1"/>
          </p:cNvSpPr>
          <p:nvPr/>
        </p:nvSpPr>
        <p:spPr bwMode="auto">
          <a:xfrm>
            <a:off x="8365672" y="2275798"/>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223.1.1.4</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2" name="Text Box 33">
            <a:extLst>
              <a:ext uri="{FF2B5EF4-FFF2-40B4-BE49-F238E27FC236}">
                <a16:creationId xmlns:a16="http://schemas.microsoft.com/office/drawing/2014/main" xmlns="" id="{AE31EC96-C105-D14D-8C04-3BD61FB4C664}"/>
              </a:ext>
            </a:extLst>
          </p:cNvPr>
          <p:cNvSpPr txBox="1">
            <a:spLocks noChangeArrowheads="1"/>
          </p:cNvSpPr>
          <p:nvPr/>
        </p:nvSpPr>
        <p:spPr bwMode="auto">
          <a:xfrm>
            <a:off x="9578749" y="2277157"/>
            <a:ext cx="8270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223.1.2.9</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6" name="Text Box 41">
            <a:extLst>
              <a:ext uri="{FF2B5EF4-FFF2-40B4-BE49-F238E27FC236}">
                <a16:creationId xmlns:a16="http://schemas.microsoft.com/office/drawing/2014/main" xmlns="" id="{145B44AE-DC22-5544-86B9-CB3075DF61E4}"/>
              </a:ext>
            </a:extLst>
          </p:cNvPr>
          <p:cNvSpPr txBox="1">
            <a:spLocks noChangeArrowheads="1"/>
          </p:cNvSpPr>
          <p:nvPr/>
        </p:nvSpPr>
        <p:spPr bwMode="auto">
          <a:xfrm>
            <a:off x="10148207" y="3220134"/>
            <a:ext cx="8270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7" name="Text Box 44">
            <a:extLst>
              <a:ext uri="{FF2B5EF4-FFF2-40B4-BE49-F238E27FC236}">
                <a16:creationId xmlns:a16="http://schemas.microsoft.com/office/drawing/2014/main" xmlns="" id="{6AF41440-BFCD-7D40-8F46-791DB74E22B0}"/>
              </a:ext>
            </a:extLst>
          </p:cNvPr>
          <p:cNvSpPr txBox="1">
            <a:spLocks noChangeArrowheads="1"/>
          </p:cNvSpPr>
          <p:nvPr/>
        </p:nvSpPr>
        <p:spPr bwMode="auto">
          <a:xfrm>
            <a:off x="10107612" y="1703391"/>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223.1.2.1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88" name="Line 45">
            <a:extLst>
              <a:ext uri="{FF2B5EF4-FFF2-40B4-BE49-F238E27FC236}">
                <a16:creationId xmlns:a16="http://schemas.microsoft.com/office/drawing/2014/main" xmlns="" id="{773ED556-22D0-4A49-A6DD-CE13868A640B}"/>
              </a:ext>
            </a:extLst>
          </p:cNvPr>
          <p:cNvSpPr>
            <a:spLocks noChangeShapeType="1"/>
          </p:cNvSpPr>
          <p:nvPr/>
        </p:nvSpPr>
        <p:spPr bwMode="auto">
          <a:xfrm>
            <a:off x="9359900" y="2735036"/>
            <a:ext cx="0" cy="8790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 name="Text Box 53">
            <a:extLst>
              <a:ext uri="{FF2B5EF4-FFF2-40B4-BE49-F238E27FC236}">
                <a16:creationId xmlns:a16="http://schemas.microsoft.com/office/drawing/2014/main" xmlns="" id="{3808F6CD-9581-5747-8EAE-2804DA86442D}"/>
              </a:ext>
            </a:extLst>
          </p:cNvPr>
          <p:cNvSpPr txBox="1">
            <a:spLocks noChangeArrowheads="1"/>
          </p:cNvSpPr>
          <p:nvPr/>
        </p:nvSpPr>
        <p:spPr bwMode="auto">
          <a:xfrm>
            <a:off x="9955213" y="4195086"/>
            <a:ext cx="8270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2" name="Text Box 56">
            <a:extLst>
              <a:ext uri="{FF2B5EF4-FFF2-40B4-BE49-F238E27FC236}">
                <a16:creationId xmlns:a16="http://schemas.microsoft.com/office/drawing/2014/main" xmlns="" id="{F622C914-8BCA-2845-A02E-216107E4994C}"/>
              </a:ext>
            </a:extLst>
          </p:cNvPr>
          <p:cNvSpPr txBox="1">
            <a:spLocks noChangeArrowheads="1"/>
          </p:cNvSpPr>
          <p:nvPr/>
        </p:nvSpPr>
        <p:spPr bwMode="auto">
          <a:xfrm>
            <a:off x="8712200" y="4199848"/>
            <a:ext cx="8270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223.1.3.1</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nvGrpSpPr>
          <p:cNvPr id="93" name="Group 57">
            <a:extLst>
              <a:ext uri="{FF2B5EF4-FFF2-40B4-BE49-F238E27FC236}">
                <a16:creationId xmlns:a16="http://schemas.microsoft.com/office/drawing/2014/main" xmlns="" id="{D5377E55-C016-994A-953D-A9C5387C24E5}"/>
              </a:ext>
            </a:extLst>
          </p:cNvPr>
          <p:cNvGrpSpPr>
            <a:grpSpLocks/>
          </p:cNvGrpSpPr>
          <p:nvPr/>
        </p:nvGrpSpPr>
        <p:grpSpPr bwMode="auto">
          <a:xfrm>
            <a:off x="8885238" y="2996523"/>
            <a:ext cx="912812" cy="276225"/>
            <a:chOff x="4550" y="1257"/>
            <a:chExt cx="575" cy="174"/>
          </a:xfrm>
        </p:grpSpPr>
        <p:sp>
          <p:nvSpPr>
            <p:cNvPr id="94" name="Rectangle 58">
              <a:extLst>
                <a:ext uri="{FF2B5EF4-FFF2-40B4-BE49-F238E27FC236}">
                  <a16:creationId xmlns:a16="http://schemas.microsoft.com/office/drawing/2014/main" xmlns="" id="{670C8D72-BBFA-B140-9080-38230AA13996}"/>
                </a:ext>
              </a:extLst>
            </p:cNvPr>
            <p:cNvSpPr>
              <a:spLocks noChangeArrowheads="1"/>
            </p:cNvSpPr>
            <p:nvPr/>
          </p:nvSpPr>
          <p:spPr bwMode="auto">
            <a:xfrm>
              <a:off x="4587" y="1284"/>
              <a:ext cx="534" cy="1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Text Box 59">
              <a:extLst>
                <a:ext uri="{FF2B5EF4-FFF2-40B4-BE49-F238E27FC236}">
                  <a16:creationId xmlns:a16="http://schemas.microsoft.com/office/drawing/2014/main" xmlns="" id="{5713FF42-7904-ED48-91F6-585EA4E69AF8}"/>
                </a:ext>
              </a:extLst>
            </p:cNvPr>
            <p:cNvSpPr txBox="1">
              <a:spLocks noChangeArrowheads="1"/>
            </p:cNvSpPr>
            <p:nvPr/>
          </p:nvSpPr>
          <p:spPr bwMode="auto">
            <a:xfrm>
              <a:off x="4550" y="1257"/>
              <a:ext cx="57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223.1.3.27</a:t>
              </a:r>
              <a:endParaRPr kumimoji="0" lang="en-US" altLang="en-US" sz="12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nvGrpSpPr>
          <p:cNvPr id="5" name="Group 4">
            <a:extLst>
              <a:ext uri="{FF2B5EF4-FFF2-40B4-BE49-F238E27FC236}">
                <a16:creationId xmlns:a16="http://schemas.microsoft.com/office/drawing/2014/main" xmlns="" id="{ED9023E0-376B-B146-94EA-438BC342A185}"/>
              </a:ext>
            </a:extLst>
          </p:cNvPr>
          <p:cNvGrpSpPr/>
          <p:nvPr/>
        </p:nvGrpSpPr>
        <p:grpSpPr>
          <a:xfrm>
            <a:off x="6858453" y="5763539"/>
            <a:ext cx="5043488" cy="947504"/>
            <a:chOff x="6727825" y="5192036"/>
            <a:chExt cx="5043488" cy="822325"/>
          </a:xfrm>
        </p:grpSpPr>
        <p:sp>
          <p:nvSpPr>
            <p:cNvPr id="96" name="Text Box 60">
              <a:extLst>
                <a:ext uri="{FF2B5EF4-FFF2-40B4-BE49-F238E27FC236}">
                  <a16:creationId xmlns:a16="http://schemas.microsoft.com/office/drawing/2014/main" xmlns="" id="{A066F6CC-B2A4-4A44-A6F3-7443C298B736}"/>
                </a:ext>
              </a:extLst>
            </p:cNvPr>
            <p:cNvSpPr txBox="1">
              <a:spLocks noChangeArrowheads="1"/>
            </p:cNvSpPr>
            <p:nvPr/>
          </p:nvSpPr>
          <p:spPr bwMode="auto">
            <a:xfrm>
              <a:off x="6727825" y="5192036"/>
              <a:ext cx="50434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223.1.1.1 = 11011111 00000001 00000001 00000001</a:t>
              </a:r>
              <a:endParaRPr kumimoji="0" lang="en-US" altLang="en-US" sz="18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97" name="Freeform 61">
              <a:extLst>
                <a:ext uri="{FF2B5EF4-FFF2-40B4-BE49-F238E27FC236}">
                  <a16:creationId xmlns:a16="http://schemas.microsoft.com/office/drawing/2014/main" xmlns="" id="{9A73E928-E5EB-C34D-88B7-58A021715CD5}"/>
                </a:ext>
              </a:extLst>
            </p:cNvPr>
            <p:cNvSpPr>
              <a:spLocks/>
            </p:cNvSpPr>
            <p:nvPr/>
          </p:nvSpPr>
          <p:spPr bwMode="auto">
            <a:xfrm>
              <a:off x="7905750" y="5447623"/>
              <a:ext cx="892175" cy="92075"/>
            </a:xfrm>
            <a:custGeom>
              <a:avLst/>
              <a:gdLst>
                <a:gd name="T0" fmla="*/ 0 w 562"/>
                <a:gd name="T1" fmla="*/ 0 h 58"/>
                <a:gd name="T2" fmla="*/ 0 w 562"/>
                <a:gd name="T3" fmla="*/ 2147483647 h 58"/>
                <a:gd name="T4" fmla="*/ 2147483647 w 562"/>
                <a:gd name="T5" fmla="*/ 2147483647 h 58"/>
                <a:gd name="T6" fmla="*/ 2147483647 w 562"/>
                <a:gd name="T7" fmla="*/ 2147483647 h 58"/>
                <a:gd name="T8" fmla="*/ 0 60000 65536"/>
                <a:gd name="T9" fmla="*/ 0 60000 65536"/>
                <a:gd name="T10" fmla="*/ 0 60000 65536"/>
                <a:gd name="T11" fmla="*/ 0 60000 65536"/>
                <a:gd name="T12" fmla="*/ 0 w 562"/>
                <a:gd name="T13" fmla="*/ 0 h 58"/>
                <a:gd name="T14" fmla="*/ 562 w 562"/>
                <a:gd name="T15" fmla="*/ 58 h 58"/>
              </a:gdLst>
              <a:ahLst/>
              <a:cxnLst>
                <a:cxn ang="T8">
                  <a:pos x="T0" y="T1"/>
                </a:cxn>
                <a:cxn ang="T9">
                  <a:pos x="T2" y="T3"/>
                </a:cxn>
                <a:cxn ang="T10">
                  <a:pos x="T4" y="T5"/>
                </a:cxn>
                <a:cxn ang="T11">
                  <a:pos x="T6" y="T7"/>
                </a:cxn>
              </a:cxnLst>
              <a:rect l="T12" t="T13" r="T14" b="T15"/>
              <a:pathLst>
                <a:path w="562" h="58">
                  <a:moveTo>
                    <a:pt x="0" y="0"/>
                  </a:moveTo>
                  <a:lnTo>
                    <a:pt x="0" y="58"/>
                  </a:lnTo>
                  <a:lnTo>
                    <a:pt x="562" y="58"/>
                  </a:lnTo>
                  <a:lnTo>
                    <a:pt x="562" y="16"/>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Freeform 62">
              <a:extLst>
                <a:ext uri="{FF2B5EF4-FFF2-40B4-BE49-F238E27FC236}">
                  <a16:creationId xmlns:a16="http://schemas.microsoft.com/office/drawing/2014/main" xmlns="" id="{6E3CCDCB-8017-6145-9139-4CD2DE6C43D8}"/>
                </a:ext>
              </a:extLst>
            </p:cNvPr>
            <p:cNvSpPr>
              <a:spLocks/>
            </p:cNvSpPr>
            <p:nvPr/>
          </p:nvSpPr>
          <p:spPr bwMode="auto">
            <a:xfrm>
              <a:off x="8867775" y="5466673"/>
              <a:ext cx="892175"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 name="Freeform 63">
              <a:extLst>
                <a:ext uri="{FF2B5EF4-FFF2-40B4-BE49-F238E27FC236}">
                  <a16:creationId xmlns:a16="http://schemas.microsoft.com/office/drawing/2014/main" xmlns="" id="{4CAD5E46-231E-D24C-B38B-034B68E2C4E8}"/>
                </a:ext>
              </a:extLst>
            </p:cNvPr>
            <p:cNvSpPr>
              <a:spLocks/>
            </p:cNvSpPr>
            <p:nvPr/>
          </p:nvSpPr>
          <p:spPr bwMode="auto">
            <a:xfrm>
              <a:off x="9832975" y="5469848"/>
              <a:ext cx="869950"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Freeform 64">
              <a:extLst>
                <a:ext uri="{FF2B5EF4-FFF2-40B4-BE49-F238E27FC236}">
                  <a16:creationId xmlns:a16="http://schemas.microsoft.com/office/drawing/2014/main" xmlns="" id="{B6CE1C10-59DE-0245-A89C-98BE0ADABA44}"/>
                </a:ext>
              </a:extLst>
            </p:cNvPr>
            <p:cNvSpPr>
              <a:spLocks/>
            </p:cNvSpPr>
            <p:nvPr/>
          </p:nvSpPr>
          <p:spPr bwMode="auto">
            <a:xfrm>
              <a:off x="10798175" y="5473023"/>
              <a:ext cx="869950" cy="79375"/>
            </a:xfrm>
            <a:custGeom>
              <a:avLst/>
              <a:gdLst>
                <a:gd name="T0" fmla="*/ 0 w 562"/>
                <a:gd name="T1" fmla="*/ 0 h 50"/>
                <a:gd name="T2" fmla="*/ 0 w 562"/>
                <a:gd name="T3" fmla="*/ 2147483647 h 50"/>
                <a:gd name="T4" fmla="*/ 2147483647 w 562"/>
                <a:gd name="T5" fmla="*/ 2147483647 h 50"/>
                <a:gd name="T6" fmla="*/ 2147483647 w 562"/>
                <a:gd name="T7" fmla="*/ 2147483647 h 50"/>
                <a:gd name="T8" fmla="*/ 0 60000 65536"/>
                <a:gd name="T9" fmla="*/ 0 60000 65536"/>
                <a:gd name="T10" fmla="*/ 0 60000 65536"/>
                <a:gd name="T11" fmla="*/ 0 60000 65536"/>
                <a:gd name="T12" fmla="*/ 0 w 562"/>
                <a:gd name="T13" fmla="*/ 0 h 50"/>
                <a:gd name="T14" fmla="*/ 562 w 562"/>
                <a:gd name="T15" fmla="*/ 50 h 50"/>
              </a:gdLst>
              <a:ahLst/>
              <a:cxnLst>
                <a:cxn ang="T8">
                  <a:pos x="T0" y="T1"/>
                </a:cxn>
                <a:cxn ang="T9">
                  <a:pos x="T2" y="T3"/>
                </a:cxn>
                <a:cxn ang="T10">
                  <a:pos x="T4" y="T5"/>
                </a:cxn>
                <a:cxn ang="T11">
                  <a:pos x="T6" y="T7"/>
                </a:cxn>
              </a:cxnLst>
              <a:rect l="T12" t="T13" r="T14" b="T15"/>
              <a:pathLst>
                <a:path w="562" h="50">
                  <a:moveTo>
                    <a:pt x="0" y="0"/>
                  </a:moveTo>
                  <a:lnTo>
                    <a:pt x="0" y="50"/>
                  </a:lnTo>
                  <a:lnTo>
                    <a:pt x="562" y="50"/>
                  </a:lnTo>
                  <a:lnTo>
                    <a:pt x="562" y="8"/>
                  </a:ln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Text Box 65">
              <a:extLst>
                <a:ext uri="{FF2B5EF4-FFF2-40B4-BE49-F238E27FC236}">
                  <a16:creationId xmlns:a16="http://schemas.microsoft.com/office/drawing/2014/main" xmlns="" id="{D8583DB0-93E6-B34D-8D84-B23CC6B141FF}"/>
                </a:ext>
              </a:extLst>
            </p:cNvPr>
            <p:cNvSpPr txBox="1">
              <a:spLocks noChangeArrowheads="1"/>
            </p:cNvSpPr>
            <p:nvPr/>
          </p:nvSpPr>
          <p:spPr bwMode="auto">
            <a:xfrm>
              <a:off x="8104188" y="5668286"/>
              <a:ext cx="522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223</a:t>
              </a:r>
              <a:endParaRPr kumimoji="0" lang="en-US" altLang="en-US" sz="18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02" name="Text Box 66">
              <a:extLst>
                <a:ext uri="{FF2B5EF4-FFF2-40B4-BE49-F238E27FC236}">
                  <a16:creationId xmlns:a16="http://schemas.microsoft.com/office/drawing/2014/main" xmlns="" id="{5A50F148-C8B4-0A47-A5A3-A5F1D09A1956}"/>
                </a:ext>
              </a:extLst>
            </p:cNvPr>
            <p:cNvSpPr txBox="1">
              <a:spLocks noChangeArrowheads="1"/>
            </p:cNvSpPr>
            <p:nvPr/>
          </p:nvSpPr>
          <p:spPr bwMode="auto">
            <a:xfrm>
              <a:off x="9147175" y="5677811"/>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endParaRPr kumimoji="0" lang="en-US" altLang="en-US" sz="18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03" name="Text Box 67">
              <a:extLst>
                <a:ext uri="{FF2B5EF4-FFF2-40B4-BE49-F238E27FC236}">
                  <a16:creationId xmlns:a16="http://schemas.microsoft.com/office/drawing/2014/main" xmlns="" id="{801EE6AC-16BB-1F4E-9CEA-3B85212BDE98}"/>
                </a:ext>
              </a:extLst>
            </p:cNvPr>
            <p:cNvSpPr txBox="1">
              <a:spLocks noChangeArrowheads="1"/>
            </p:cNvSpPr>
            <p:nvPr/>
          </p:nvSpPr>
          <p:spPr bwMode="auto">
            <a:xfrm>
              <a:off x="11104563" y="5677811"/>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endParaRPr kumimoji="0" lang="en-US" altLang="en-US" sz="18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sp>
          <p:nvSpPr>
            <p:cNvPr id="104" name="Text Box 68">
              <a:extLst>
                <a:ext uri="{FF2B5EF4-FFF2-40B4-BE49-F238E27FC236}">
                  <a16:creationId xmlns:a16="http://schemas.microsoft.com/office/drawing/2014/main" xmlns="" id="{2C7F9B6A-D7EB-C04D-A00B-14BBA0AFEF8A}"/>
                </a:ext>
              </a:extLst>
            </p:cNvPr>
            <p:cNvSpPr txBox="1">
              <a:spLocks noChangeArrowheads="1"/>
            </p:cNvSpPr>
            <p:nvPr/>
          </p:nvSpPr>
          <p:spPr bwMode="auto">
            <a:xfrm>
              <a:off x="10085388" y="5677811"/>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1</a:t>
              </a:r>
              <a:endParaRPr kumimoji="0" lang="en-US" altLang="en-US" sz="1800" b="0" i="0" u="none" strike="noStrike" kern="0" cap="none" spc="0" normalizeH="0" baseline="0" noProof="0" dirty="0">
                <a:ln>
                  <a:noFill/>
                </a:ln>
                <a:solidFill>
                  <a:srgbClr val="000000"/>
                </a:solidFill>
                <a:effectLst/>
                <a:uLnTx/>
                <a:uFillTx/>
                <a:latin typeface="Comic Sans MS" panose="030F0902030302020204" pitchFamily="66" charset="0"/>
                <a:ea typeface="ＭＳ Ｐゴシック" panose="020B0600070205080204" pitchFamily="34" charset="-128"/>
                <a:cs typeface="+mn-cs"/>
              </a:endParaRPr>
            </a:p>
          </p:txBody>
        </p:sp>
      </p:grpSp>
      <p:grpSp>
        <p:nvGrpSpPr>
          <p:cNvPr id="105" name="Group 73">
            <a:extLst>
              <a:ext uri="{FF2B5EF4-FFF2-40B4-BE49-F238E27FC236}">
                <a16:creationId xmlns:a16="http://schemas.microsoft.com/office/drawing/2014/main" xmlns="" id="{BEA334FB-481B-E049-A8E8-9D0AC1C04FEA}"/>
              </a:ext>
            </a:extLst>
          </p:cNvPr>
          <p:cNvGrpSpPr>
            <a:grpSpLocks/>
          </p:cNvGrpSpPr>
          <p:nvPr/>
        </p:nvGrpSpPr>
        <p:grpSpPr bwMode="auto">
          <a:xfrm>
            <a:off x="7116763" y="1378861"/>
            <a:ext cx="641350" cy="558800"/>
            <a:chOff x="-44" y="1473"/>
            <a:chExt cx="981" cy="1105"/>
          </a:xfrm>
        </p:grpSpPr>
        <p:pic>
          <p:nvPicPr>
            <p:cNvPr id="106" name="Picture 74" descr="desktop_computer_stylized_medium">
              <a:extLst>
                <a:ext uri="{FF2B5EF4-FFF2-40B4-BE49-F238E27FC236}">
                  <a16:creationId xmlns:a16="http://schemas.microsoft.com/office/drawing/2014/main" xmlns="" id="{0FB216A8-4F98-AA46-B532-32518B83E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 name="Freeform 75">
              <a:extLst>
                <a:ext uri="{FF2B5EF4-FFF2-40B4-BE49-F238E27FC236}">
                  <a16:creationId xmlns:a16="http://schemas.microsoft.com/office/drawing/2014/main" xmlns="" id="{871AC4D7-8642-7D44-9317-417B5F8F8597}"/>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8" name="Group 80">
            <a:extLst>
              <a:ext uri="{FF2B5EF4-FFF2-40B4-BE49-F238E27FC236}">
                <a16:creationId xmlns:a16="http://schemas.microsoft.com/office/drawing/2014/main" xmlns="" id="{0EF95EC3-C2D4-9E4C-9521-F92B5B88AB29}"/>
              </a:ext>
            </a:extLst>
          </p:cNvPr>
          <p:cNvGrpSpPr>
            <a:grpSpLocks/>
          </p:cNvGrpSpPr>
          <p:nvPr/>
        </p:nvGrpSpPr>
        <p:grpSpPr bwMode="auto">
          <a:xfrm>
            <a:off x="7112000" y="1977348"/>
            <a:ext cx="641350" cy="558800"/>
            <a:chOff x="-44" y="1473"/>
            <a:chExt cx="981" cy="1105"/>
          </a:xfrm>
        </p:grpSpPr>
        <p:pic>
          <p:nvPicPr>
            <p:cNvPr id="109" name="Picture 81" descr="desktop_computer_stylized_medium">
              <a:extLst>
                <a:ext uri="{FF2B5EF4-FFF2-40B4-BE49-F238E27FC236}">
                  <a16:creationId xmlns:a16="http://schemas.microsoft.com/office/drawing/2014/main" xmlns="" id="{BE8FC295-C7B7-C84A-9639-AAA684958A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Freeform 82">
              <a:extLst>
                <a:ext uri="{FF2B5EF4-FFF2-40B4-BE49-F238E27FC236}">
                  <a16:creationId xmlns:a16="http://schemas.microsoft.com/office/drawing/2014/main" xmlns="" id="{31D155CD-E402-954B-8FA1-5955CB05859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1" name="Group 83">
            <a:extLst>
              <a:ext uri="{FF2B5EF4-FFF2-40B4-BE49-F238E27FC236}">
                <a16:creationId xmlns:a16="http://schemas.microsoft.com/office/drawing/2014/main" xmlns="" id="{BF765BCF-419D-4F4C-A66F-45A7F9698141}"/>
              </a:ext>
            </a:extLst>
          </p:cNvPr>
          <p:cNvGrpSpPr>
            <a:grpSpLocks/>
          </p:cNvGrpSpPr>
          <p:nvPr/>
        </p:nvGrpSpPr>
        <p:grpSpPr bwMode="auto">
          <a:xfrm>
            <a:off x="7140575" y="2586948"/>
            <a:ext cx="641350" cy="558800"/>
            <a:chOff x="-44" y="1473"/>
            <a:chExt cx="981" cy="1105"/>
          </a:xfrm>
        </p:grpSpPr>
        <p:pic>
          <p:nvPicPr>
            <p:cNvPr id="112" name="Picture 84" descr="desktop_computer_stylized_medium">
              <a:extLst>
                <a:ext uri="{FF2B5EF4-FFF2-40B4-BE49-F238E27FC236}">
                  <a16:creationId xmlns:a16="http://schemas.microsoft.com/office/drawing/2014/main" xmlns="" id="{84119354-B347-3240-8A47-9B56540D7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 name="Freeform 85">
              <a:extLst>
                <a:ext uri="{FF2B5EF4-FFF2-40B4-BE49-F238E27FC236}">
                  <a16:creationId xmlns:a16="http://schemas.microsoft.com/office/drawing/2014/main" xmlns="" id="{8CC47AE7-EF7A-D54F-96D6-26C222D4F8DE}"/>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4" name="Group 87">
            <a:extLst>
              <a:ext uri="{FF2B5EF4-FFF2-40B4-BE49-F238E27FC236}">
                <a16:creationId xmlns:a16="http://schemas.microsoft.com/office/drawing/2014/main" xmlns="" id="{9C4422EF-C252-1145-92D8-74A11BEA28DA}"/>
              </a:ext>
            </a:extLst>
          </p:cNvPr>
          <p:cNvGrpSpPr>
            <a:grpSpLocks/>
          </p:cNvGrpSpPr>
          <p:nvPr/>
        </p:nvGrpSpPr>
        <p:grpSpPr bwMode="auto">
          <a:xfrm flipH="1">
            <a:off x="10799763" y="1536023"/>
            <a:ext cx="641350" cy="558800"/>
            <a:chOff x="-44" y="1473"/>
            <a:chExt cx="981" cy="1105"/>
          </a:xfrm>
        </p:grpSpPr>
        <p:pic>
          <p:nvPicPr>
            <p:cNvPr id="115" name="Picture 88" descr="desktop_computer_stylized_medium">
              <a:extLst>
                <a:ext uri="{FF2B5EF4-FFF2-40B4-BE49-F238E27FC236}">
                  <a16:creationId xmlns:a16="http://schemas.microsoft.com/office/drawing/2014/main" xmlns="" id="{3A21162C-4ABF-5B4D-B741-3AA5F44AD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 name="Freeform 89">
              <a:extLst>
                <a:ext uri="{FF2B5EF4-FFF2-40B4-BE49-F238E27FC236}">
                  <a16:creationId xmlns:a16="http://schemas.microsoft.com/office/drawing/2014/main" xmlns="" id="{8790702D-4218-6844-AB6C-19506FCB0364}"/>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17" name="Group 90">
            <a:extLst>
              <a:ext uri="{FF2B5EF4-FFF2-40B4-BE49-F238E27FC236}">
                <a16:creationId xmlns:a16="http://schemas.microsoft.com/office/drawing/2014/main" xmlns="" id="{5150C92F-F48E-A84A-9BF4-E37FE6803536}"/>
              </a:ext>
            </a:extLst>
          </p:cNvPr>
          <p:cNvGrpSpPr>
            <a:grpSpLocks/>
          </p:cNvGrpSpPr>
          <p:nvPr/>
        </p:nvGrpSpPr>
        <p:grpSpPr bwMode="auto">
          <a:xfrm flipH="1">
            <a:off x="10814050" y="2815548"/>
            <a:ext cx="641350" cy="558800"/>
            <a:chOff x="-44" y="1473"/>
            <a:chExt cx="981" cy="1105"/>
          </a:xfrm>
        </p:grpSpPr>
        <p:pic>
          <p:nvPicPr>
            <p:cNvPr id="118" name="Picture 91" descr="desktop_computer_stylized_medium">
              <a:extLst>
                <a:ext uri="{FF2B5EF4-FFF2-40B4-BE49-F238E27FC236}">
                  <a16:creationId xmlns:a16="http://schemas.microsoft.com/office/drawing/2014/main" xmlns="" id="{EFC7BB82-D0BA-FF48-BCED-67929C19E4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 name="Freeform 92">
              <a:extLst>
                <a:ext uri="{FF2B5EF4-FFF2-40B4-BE49-F238E27FC236}">
                  <a16:creationId xmlns:a16="http://schemas.microsoft.com/office/drawing/2014/main" xmlns="" id="{812216D8-CF55-8E49-93DB-7771EC121C7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93">
            <a:extLst>
              <a:ext uri="{FF2B5EF4-FFF2-40B4-BE49-F238E27FC236}">
                <a16:creationId xmlns:a16="http://schemas.microsoft.com/office/drawing/2014/main" xmlns="" id="{737C2567-35F0-FD42-AC57-E3D8F89E42E8}"/>
              </a:ext>
            </a:extLst>
          </p:cNvPr>
          <p:cNvGrpSpPr>
            <a:grpSpLocks/>
          </p:cNvGrpSpPr>
          <p:nvPr/>
        </p:nvGrpSpPr>
        <p:grpSpPr bwMode="auto">
          <a:xfrm flipH="1">
            <a:off x="9715500" y="4339548"/>
            <a:ext cx="641350" cy="558800"/>
            <a:chOff x="-44" y="1473"/>
            <a:chExt cx="981" cy="1105"/>
          </a:xfrm>
        </p:grpSpPr>
        <p:pic>
          <p:nvPicPr>
            <p:cNvPr id="121" name="Picture 94" descr="desktop_computer_stylized_medium">
              <a:extLst>
                <a:ext uri="{FF2B5EF4-FFF2-40B4-BE49-F238E27FC236}">
                  <a16:creationId xmlns:a16="http://schemas.microsoft.com/office/drawing/2014/main" xmlns="" id="{1C8D42B4-68A5-5A41-9961-FA7E0721D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 name="Freeform 95">
              <a:extLst>
                <a:ext uri="{FF2B5EF4-FFF2-40B4-BE49-F238E27FC236}">
                  <a16:creationId xmlns:a16="http://schemas.microsoft.com/office/drawing/2014/main" xmlns="" id="{F4363C98-80EE-9645-8C79-355EF0EF3BE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3" name="Group 96">
            <a:extLst>
              <a:ext uri="{FF2B5EF4-FFF2-40B4-BE49-F238E27FC236}">
                <a16:creationId xmlns:a16="http://schemas.microsoft.com/office/drawing/2014/main" xmlns="" id="{32AAD107-7119-2240-A3B7-72F4CCB7B2BB}"/>
              </a:ext>
            </a:extLst>
          </p:cNvPr>
          <p:cNvGrpSpPr>
            <a:grpSpLocks/>
          </p:cNvGrpSpPr>
          <p:nvPr/>
        </p:nvGrpSpPr>
        <p:grpSpPr bwMode="auto">
          <a:xfrm flipH="1">
            <a:off x="8551863" y="4380823"/>
            <a:ext cx="641350" cy="558800"/>
            <a:chOff x="-44" y="1473"/>
            <a:chExt cx="981" cy="1105"/>
          </a:xfrm>
        </p:grpSpPr>
        <p:pic>
          <p:nvPicPr>
            <p:cNvPr id="124" name="Picture 97" descr="desktop_computer_stylized_medium">
              <a:extLst>
                <a:ext uri="{FF2B5EF4-FFF2-40B4-BE49-F238E27FC236}">
                  <a16:creationId xmlns:a16="http://schemas.microsoft.com/office/drawing/2014/main" xmlns="" id="{FCC6FBDB-2C4D-F445-9734-8B3341F22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 name="Freeform 98">
              <a:extLst>
                <a:ext uri="{FF2B5EF4-FFF2-40B4-BE49-F238E27FC236}">
                  <a16:creationId xmlns:a16="http://schemas.microsoft.com/office/drawing/2014/main" xmlns="" id="{1A19AAE9-A155-8743-989B-46EA585FAA5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139" name="Straight Connector 138">
            <a:extLst>
              <a:ext uri="{FF2B5EF4-FFF2-40B4-BE49-F238E27FC236}">
                <a16:creationId xmlns:a16="http://schemas.microsoft.com/office/drawing/2014/main" xmlns="" id="{DA0C9123-AD87-A346-AF7E-6DF9A3D0A7D6}"/>
              </a:ext>
            </a:extLst>
          </p:cNvPr>
          <p:cNvCxnSpPr/>
          <p:nvPr/>
        </p:nvCxnSpPr>
        <p:spPr>
          <a:xfrm>
            <a:off x="7697391" y="1785938"/>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xmlns="" id="{647B10D1-844A-3F47-AF5F-3612AD0EAC49}"/>
              </a:ext>
            </a:extLst>
          </p:cNvPr>
          <p:cNvCxnSpPr/>
          <p:nvPr/>
        </p:nvCxnSpPr>
        <p:spPr>
          <a:xfrm>
            <a:off x="7706916" y="2384823"/>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xmlns="" id="{BE275ECC-2545-5C4F-BE9E-6DF07FE50305}"/>
              </a:ext>
            </a:extLst>
          </p:cNvPr>
          <p:cNvCxnSpPr/>
          <p:nvPr/>
        </p:nvCxnSpPr>
        <p:spPr>
          <a:xfrm>
            <a:off x="7734301" y="2997995"/>
            <a:ext cx="342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xmlns="" id="{073C8E6C-F7C0-D64D-A175-D3A8315B2420}"/>
              </a:ext>
            </a:extLst>
          </p:cNvPr>
          <p:cNvCxnSpPr>
            <a:cxnSpLocks/>
          </p:cNvCxnSpPr>
          <p:nvPr/>
        </p:nvCxnSpPr>
        <p:spPr>
          <a:xfrm>
            <a:off x="8364512" y="2578622"/>
            <a:ext cx="79426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xmlns="" id="{2EF0F843-DE7F-364D-8927-8C9FD555A1A1}"/>
              </a:ext>
            </a:extLst>
          </p:cNvPr>
          <p:cNvCxnSpPr>
            <a:cxnSpLocks/>
          </p:cNvCxnSpPr>
          <p:nvPr/>
        </p:nvCxnSpPr>
        <p:spPr>
          <a:xfrm>
            <a:off x="9547622" y="2584574"/>
            <a:ext cx="9754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a16="http://schemas.microsoft.com/office/drawing/2014/main" xmlns="" id="{47621971-34E0-CC48-A19B-037E3093111E}"/>
              </a:ext>
            </a:extLst>
          </p:cNvPr>
          <p:cNvGrpSpPr/>
          <p:nvPr/>
        </p:nvGrpSpPr>
        <p:grpSpPr>
          <a:xfrm>
            <a:off x="9053641" y="2438501"/>
            <a:ext cx="632991" cy="300938"/>
            <a:chOff x="7493876" y="2774731"/>
            <a:chExt cx="1481958" cy="894622"/>
          </a:xfrm>
        </p:grpSpPr>
        <p:sp>
          <p:nvSpPr>
            <p:cNvPr id="146" name="Freeform 145">
              <a:extLst>
                <a:ext uri="{FF2B5EF4-FFF2-40B4-BE49-F238E27FC236}">
                  <a16:creationId xmlns:a16="http://schemas.microsoft.com/office/drawing/2014/main" xmlns="" id="{6FB98C3C-BD15-1E4E-8161-5771358A56F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xmlns="" id="{DCCEC270-4E3D-3340-AFF2-3620AE4874F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xmlns="" id="{6728EBC2-F374-244F-8DF6-ECD78FFF853B}"/>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xmlns="" id="{7FC2F874-C457-C14E-83DC-0F8852485F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xmlns="" id="{8029F755-13C4-CD49-A357-AE486E655D3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xmlns="" id="{3A5A8F28-09DA-664C-9D32-7EA01040A2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xmlns="" id="{2ECA3380-F117-EF47-A645-2BCD02B473A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cxnSp>
        <p:nvCxnSpPr>
          <p:cNvPr id="153" name="Straight Connector 152">
            <a:extLst>
              <a:ext uri="{FF2B5EF4-FFF2-40B4-BE49-F238E27FC236}">
                <a16:creationId xmlns:a16="http://schemas.microsoft.com/office/drawing/2014/main" xmlns="" id="{8B16B123-90E4-CC49-BAA4-2F46F7790CF4}"/>
              </a:ext>
            </a:extLst>
          </p:cNvPr>
          <p:cNvCxnSpPr>
            <a:cxnSpLocks/>
          </p:cNvCxnSpPr>
          <p:nvPr/>
        </p:nvCxnSpPr>
        <p:spPr>
          <a:xfrm>
            <a:off x="10629900" y="1942421"/>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xmlns="" id="{CC116D14-B7A4-EB44-8E72-9EBE9B2F2631}"/>
              </a:ext>
            </a:extLst>
          </p:cNvPr>
          <p:cNvCxnSpPr>
            <a:cxnSpLocks/>
          </p:cNvCxnSpPr>
          <p:nvPr/>
        </p:nvCxnSpPr>
        <p:spPr>
          <a:xfrm>
            <a:off x="10631261" y="3225575"/>
            <a:ext cx="2610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xmlns="" id="{9F4374DB-EDB7-BF47-BEE7-13F23178471B}"/>
              </a:ext>
            </a:extLst>
          </p:cNvPr>
          <p:cNvCxnSpPr/>
          <p:nvPr/>
        </p:nvCxnSpPr>
        <p:spPr>
          <a:xfrm>
            <a:off x="8740878" y="418198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xmlns="" id="{CE831BA1-71F0-6F41-9CC0-1AD07FE637CF}"/>
              </a:ext>
            </a:extLst>
          </p:cNvPr>
          <p:cNvCxnSpPr/>
          <p:nvPr/>
        </p:nvCxnSpPr>
        <p:spPr>
          <a:xfrm>
            <a:off x="9886336" y="4144298"/>
            <a:ext cx="0" cy="232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xmlns="" id="{555EAAA2-638C-004F-963C-8953FB51B748}"/>
              </a:ext>
            </a:extLst>
          </p:cNvPr>
          <p:cNvSpPr txBox="1"/>
          <p:nvPr/>
        </p:nvSpPr>
        <p:spPr>
          <a:xfrm>
            <a:off x="6841671" y="5290457"/>
            <a:ext cx="4653069"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dotted-decimal IP address notation:</a:t>
            </a:r>
          </a:p>
        </p:txBody>
      </p:sp>
      <p:sp>
        <p:nvSpPr>
          <p:cNvPr id="71" name="Slide Number Placeholder 3">
            <a:extLst>
              <a:ext uri="{FF2B5EF4-FFF2-40B4-BE49-F238E27FC236}">
                <a16:creationId xmlns:a16="http://schemas.microsoft.com/office/drawing/2014/main" xmlns="" id="{94F87F8F-A53C-824C-9A6F-AF7997886B6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14</a:t>
            </a:fld>
            <a:endParaRPr lang="en-US" dirty="0"/>
          </a:p>
        </p:txBody>
      </p:sp>
    </p:spTree>
    <p:extLst>
      <p:ext uri="{BB962C8B-B14F-4D97-AF65-F5344CB8AC3E}">
        <p14:creationId xmlns:p14="http://schemas.microsoft.com/office/powerpoint/2010/main" val="391025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dissolve">
                                      <p:cBhvr>
                                        <p:cTn id="12" dur="500"/>
                                        <p:tgtEl>
                                          <p:spTgt spid="2">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dissolve">
                                      <p:cBhvr>
                                        <p:cTn id="15" dur="500"/>
                                        <p:tgtEl>
                                          <p:spTgt spid="2">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dissolve">
                                      <p:cBhvr>
                                        <p:cTn id="18" dur="500"/>
                                        <p:tgtEl>
                                          <p:spTgt spid="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dissolv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6146" name="Group 2">
            <a:extLst>
              <a:ext uri="{FF2B5EF4-FFF2-40B4-BE49-F238E27FC236}">
                <a16:creationId xmlns:a16="http://schemas.microsoft.com/office/drawing/2014/main" xmlns="" id="{692C6BF5-D749-7F64-B815-0427BF21CA59}"/>
              </a:ext>
            </a:extLst>
          </p:cNvPr>
          <p:cNvGrpSpPr>
            <a:grpSpLocks/>
          </p:cNvGrpSpPr>
          <p:nvPr/>
        </p:nvGrpSpPr>
        <p:grpSpPr bwMode="auto">
          <a:xfrm>
            <a:off x="1524000" y="0"/>
            <a:ext cx="8686800" cy="6400800"/>
            <a:chOff x="0" y="96"/>
            <a:chExt cx="5472" cy="3840"/>
          </a:xfrm>
        </p:grpSpPr>
        <p:sp>
          <p:nvSpPr>
            <p:cNvPr id="6150" name="AutoShape 3">
              <a:extLst>
                <a:ext uri="{FF2B5EF4-FFF2-40B4-BE49-F238E27FC236}">
                  <a16:creationId xmlns:a16="http://schemas.microsoft.com/office/drawing/2014/main" xmlns="" id="{9D3431B4-0055-26CB-CBB0-014891359F08}"/>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lang="en-US" altLang="en-US" sz="2400">
                <a:latin typeface="Times New Roman" panose="02020603050405020304" pitchFamily="18" charset="0"/>
              </a:endParaRPr>
            </a:p>
          </p:txBody>
        </p:sp>
        <p:sp>
          <p:nvSpPr>
            <p:cNvPr id="6151" name="AutoShape 4">
              <a:extLst>
                <a:ext uri="{FF2B5EF4-FFF2-40B4-BE49-F238E27FC236}">
                  <a16:creationId xmlns:a16="http://schemas.microsoft.com/office/drawing/2014/main" xmlns="" id="{7D3B37C7-F88C-421B-F93B-450BA97A5E5C}"/>
                </a:ext>
              </a:extLst>
            </p:cNvPr>
            <p:cNvSpPr>
              <a:spLocks noChangeArrowheads="1"/>
            </p:cNvSpPr>
            <p:nvPr/>
          </p:nvSpPr>
          <p:spPr bwMode="blackWhite">
            <a:xfrm>
              <a:off x="0" y="96"/>
              <a:ext cx="5376" cy="768"/>
            </a:xfrm>
            <a:custGeom>
              <a:avLst/>
              <a:gdLst>
                <a:gd name="T0" fmla="*/ 0 w 7000"/>
                <a:gd name="T1" fmla="*/ 0 h 1000"/>
                <a:gd name="T2" fmla="*/ 440 w 7000"/>
                <a:gd name="T3" fmla="*/ 0 h 1000"/>
                <a:gd name="T4" fmla="*/ 476 w 7000"/>
                <a:gd name="T5" fmla="*/ 36 h 1000"/>
                <a:gd name="T6" fmla="*/ 440 w 7000"/>
                <a:gd name="T7" fmla="*/ 71 h 1000"/>
                <a:gd name="T8" fmla="*/ 0 w 7000"/>
                <a:gd name="T9" fmla="*/ 71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169" y="0"/>
                  </a:lnTo>
                  <a:cubicBezTo>
                    <a:pt x="6446" y="0"/>
                    <a:pt x="6670" y="223"/>
                    <a:pt x="6670" y="500"/>
                  </a:cubicBezTo>
                  <a:cubicBezTo>
                    <a:pt x="6670" y="776"/>
                    <a:pt x="6446" y="999"/>
                    <a:pt x="617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152" name="Line 5">
              <a:extLst>
                <a:ext uri="{FF2B5EF4-FFF2-40B4-BE49-F238E27FC236}">
                  <a16:creationId xmlns:a16="http://schemas.microsoft.com/office/drawing/2014/main" xmlns="" id="{842A45EA-CD76-1ED6-A2A4-F69AED00D28B}"/>
                </a:ext>
              </a:extLst>
            </p:cNvPr>
            <p:cNvSpPr>
              <a:spLocks noChangeShapeType="1"/>
            </p:cNvSpPr>
            <p:nvPr/>
          </p:nvSpPr>
          <p:spPr bwMode="auto">
            <a:xfrm>
              <a:off x="0" y="768"/>
              <a:ext cx="5088"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147" name="Text Box 6">
            <a:extLst>
              <a:ext uri="{FF2B5EF4-FFF2-40B4-BE49-F238E27FC236}">
                <a16:creationId xmlns:a16="http://schemas.microsoft.com/office/drawing/2014/main" xmlns="" id="{62A8CA5A-87EF-A84D-FD99-D7FBFBA4E387}"/>
              </a:ext>
            </a:extLst>
          </p:cNvPr>
          <p:cNvSpPr txBox="1">
            <a:spLocks noChangeArrowheads="1"/>
          </p:cNvSpPr>
          <p:nvPr/>
        </p:nvSpPr>
        <p:spPr bwMode="auto">
          <a:xfrm>
            <a:off x="1752600" y="304801"/>
            <a:ext cx="68406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4000" dirty="0">
                <a:solidFill>
                  <a:schemeClr val="bg1"/>
                </a:solidFill>
                <a:latin typeface="Arial" panose="020B0604020202020204" pitchFamily="34" charset="0"/>
              </a:rPr>
              <a:t>IP addressing: introduction</a:t>
            </a:r>
          </a:p>
        </p:txBody>
      </p:sp>
      <p:sp>
        <p:nvSpPr>
          <p:cNvPr id="450569" name="Rectangle 9">
            <a:extLst>
              <a:ext uri="{FF2B5EF4-FFF2-40B4-BE49-F238E27FC236}">
                <a16:creationId xmlns:a16="http://schemas.microsoft.com/office/drawing/2014/main" xmlns="" id="{AC5C0BE4-282F-B636-9C3E-8B0A9B6D44CD}"/>
              </a:ext>
            </a:extLst>
          </p:cNvPr>
          <p:cNvSpPr>
            <a:spLocks noChangeArrowheads="1"/>
          </p:cNvSpPr>
          <p:nvPr/>
        </p:nvSpPr>
        <p:spPr bwMode="auto">
          <a:xfrm>
            <a:off x="2057400" y="1371601"/>
            <a:ext cx="7848600" cy="4602163"/>
          </a:xfrm>
          <a:prstGeom prst="rect">
            <a:avLst/>
          </a:prstGeom>
          <a:noFill/>
          <a:ln w="9525">
            <a:noFill/>
            <a:miter lim="800000"/>
            <a:headEnd/>
            <a:tailEnd/>
          </a:ln>
          <a:effectLst/>
        </p:spPr>
        <p:txBody>
          <a:bodyPr>
            <a:spAutoFit/>
          </a:bodyPr>
          <a:lstStyle/>
          <a:p>
            <a:pPr marL="342900" indent="-342900" algn="just">
              <a:lnSpc>
                <a:spcPct val="150000"/>
              </a:lnSpc>
              <a:buFont typeface="Arial" panose="020B0604020202020204" pitchFamily="34" charset="0"/>
              <a:buChar char="•"/>
              <a:defRPr/>
            </a:pPr>
            <a:r>
              <a:rPr lang="en-US" sz="2200" i="1" dirty="0">
                <a:effectLst>
                  <a:outerShdw blurRad="38100" dist="38100" dir="2700000" algn="tl">
                    <a:srgbClr val="C0C0C0"/>
                  </a:outerShdw>
                </a:effectLst>
                <a:latin typeface="Times New Roman" pitchFamily="18" charset="0"/>
              </a:rPr>
              <a:t>The identifier used in the IP layer of the TCP/IP protocol suite to identify each device connected to the Internet is called the Internet address or IP address. </a:t>
            </a:r>
          </a:p>
          <a:p>
            <a:pPr marL="342900" indent="-342900" algn="just">
              <a:lnSpc>
                <a:spcPct val="150000"/>
              </a:lnSpc>
              <a:buFont typeface="Arial" panose="020B0604020202020204" pitchFamily="34" charset="0"/>
              <a:buChar char="•"/>
              <a:defRPr/>
            </a:pPr>
            <a:r>
              <a:rPr lang="en-US" sz="2200" i="1" dirty="0">
                <a:effectLst>
                  <a:outerShdw blurRad="38100" dist="38100" dir="2700000" algn="tl">
                    <a:srgbClr val="C0C0C0"/>
                  </a:outerShdw>
                </a:effectLst>
                <a:latin typeface="Times New Roman" pitchFamily="18" charset="0"/>
              </a:rPr>
              <a:t>An IP address is a </a:t>
            </a:r>
            <a:r>
              <a:rPr lang="en-US" sz="2200" i="1" dirty="0">
                <a:solidFill>
                  <a:schemeClr val="hlink"/>
                </a:solidFill>
                <a:effectLst>
                  <a:outerShdw blurRad="38100" dist="38100" dir="2700000" algn="tl">
                    <a:srgbClr val="C0C0C0"/>
                  </a:outerShdw>
                </a:effectLst>
                <a:latin typeface="Times New Roman" pitchFamily="18" charset="0"/>
              </a:rPr>
              <a:t>32-bit address</a:t>
            </a:r>
            <a:r>
              <a:rPr lang="en-US" sz="2200" i="1" dirty="0">
                <a:effectLst>
                  <a:outerShdw blurRad="38100" dist="38100" dir="2700000" algn="tl">
                    <a:srgbClr val="C0C0C0"/>
                  </a:outerShdw>
                </a:effectLst>
                <a:latin typeface="Times New Roman" pitchFamily="18" charset="0"/>
              </a:rPr>
              <a:t> that uniquely and universally defines the connection of a host or a router to the Internet. </a:t>
            </a:r>
          </a:p>
          <a:p>
            <a:pPr marL="342900" indent="-342900" algn="just">
              <a:lnSpc>
                <a:spcPct val="150000"/>
              </a:lnSpc>
              <a:buFont typeface="Arial" panose="020B0604020202020204" pitchFamily="34" charset="0"/>
              <a:buChar char="•"/>
              <a:defRPr/>
            </a:pPr>
            <a:r>
              <a:rPr lang="en-US" sz="2200" i="1" dirty="0">
                <a:effectLst>
                  <a:outerShdw blurRad="38100" dist="38100" dir="2700000" algn="tl">
                    <a:srgbClr val="C0C0C0"/>
                  </a:outerShdw>
                </a:effectLst>
                <a:latin typeface="Times New Roman" pitchFamily="18" charset="0"/>
              </a:rPr>
              <a:t>IP addresses are unique. </a:t>
            </a:r>
          </a:p>
          <a:p>
            <a:pPr marL="342900" indent="-342900" algn="just">
              <a:lnSpc>
                <a:spcPct val="150000"/>
              </a:lnSpc>
              <a:buFont typeface="Arial" panose="020B0604020202020204" pitchFamily="34" charset="0"/>
              <a:buChar char="•"/>
              <a:defRPr/>
            </a:pPr>
            <a:r>
              <a:rPr lang="en-US" sz="2200" i="1" dirty="0">
                <a:effectLst>
                  <a:outerShdw blurRad="38100" dist="38100" dir="2700000" algn="tl">
                    <a:srgbClr val="C0C0C0"/>
                  </a:outerShdw>
                </a:effectLst>
                <a:latin typeface="Times New Roman" pitchFamily="18" charset="0"/>
              </a:rPr>
              <a:t>They are unique in the sense that each address defines one, and only one, connection to the Internet. </a:t>
            </a:r>
          </a:p>
          <a:p>
            <a:pPr marL="342900" indent="-342900" algn="just">
              <a:lnSpc>
                <a:spcPct val="150000"/>
              </a:lnSpc>
              <a:buFont typeface="Arial" panose="020B0604020202020204" pitchFamily="34" charset="0"/>
              <a:buChar char="•"/>
              <a:defRPr/>
            </a:pPr>
            <a:r>
              <a:rPr lang="en-US" sz="2200" i="1" dirty="0">
                <a:effectLst>
                  <a:outerShdw blurRad="38100" dist="38100" dir="2700000" algn="tl">
                    <a:srgbClr val="C0C0C0"/>
                  </a:outerShdw>
                </a:effectLst>
                <a:latin typeface="Times New Roman" pitchFamily="18" charset="0"/>
              </a:rPr>
              <a:t>Two devices on the Internet can never have the same address. </a:t>
            </a:r>
          </a:p>
        </p:txBody>
      </p:sp>
      <p:sp>
        <p:nvSpPr>
          <p:cNvPr id="6149" name="Slide Number Placeholder 1">
            <a:extLst>
              <a:ext uri="{FF2B5EF4-FFF2-40B4-BE49-F238E27FC236}">
                <a16:creationId xmlns:a16="http://schemas.microsoft.com/office/drawing/2014/main" xmlns="" id="{10287033-D41C-B4D7-DE22-5FF8B798D78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5E7AE44-69D6-4C12-825B-E008F7F7E5CA}" type="slidenum">
              <a:rPr lang="en-US" altLang="en-US" b="0"/>
              <a:pPr/>
              <a:t>15</a:t>
            </a:fld>
            <a:endParaRPr lang="en-US" altLang="en-US" b="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xmlns="" id="{C263480B-E0A6-9662-33AE-01EFDCD0A8BF}"/>
              </a:ext>
            </a:extLst>
          </p:cNvPr>
          <p:cNvSpPr>
            <a:spLocks noChangeArrowheads="1"/>
          </p:cNvSpPr>
          <p:nvPr/>
        </p:nvSpPr>
        <p:spPr bwMode="auto">
          <a:xfrm>
            <a:off x="2362200" y="3109914"/>
            <a:ext cx="7543800" cy="646331"/>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An IP address is a 32-bit address.</a:t>
            </a:r>
          </a:p>
        </p:txBody>
      </p:sp>
      <p:sp>
        <p:nvSpPr>
          <p:cNvPr id="7171" name="PubRRectCallout">
            <a:extLst>
              <a:ext uri="{FF2B5EF4-FFF2-40B4-BE49-F238E27FC236}">
                <a16:creationId xmlns:a16="http://schemas.microsoft.com/office/drawing/2014/main" xmlns="" id="{DB2916E1-0E28-4CDB-043D-D32FFD1C2D9E}"/>
              </a:ext>
            </a:extLst>
          </p:cNvPr>
          <p:cNvSpPr>
            <a:spLocks noEditPoints="1" noChangeArrowheads="1"/>
          </p:cNvSpPr>
          <p:nvPr/>
        </p:nvSpPr>
        <p:spPr bwMode="auto">
          <a:xfrm>
            <a:off x="2362200" y="1905000"/>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7172" name="Picture 4">
            <a:extLst>
              <a:ext uri="{FF2B5EF4-FFF2-40B4-BE49-F238E27FC236}">
                <a16:creationId xmlns:a16="http://schemas.microsoft.com/office/drawing/2014/main" xmlns="" id="{BB7B2A9C-20BD-382A-DAC0-79EF7340BC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905000"/>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7189" name="Text Box 5">
            <a:extLst>
              <a:ext uri="{FF2B5EF4-FFF2-40B4-BE49-F238E27FC236}">
                <a16:creationId xmlns:a16="http://schemas.microsoft.com/office/drawing/2014/main" xmlns="" id="{4368F7C8-008C-483F-9A67-166D7282CB62}"/>
              </a:ext>
            </a:extLst>
          </p:cNvPr>
          <p:cNvSpPr txBox="1">
            <a:spLocks noChangeArrowheads="1"/>
          </p:cNvSpPr>
          <p:nvPr/>
        </p:nvSpPr>
        <p:spPr bwMode="auto">
          <a:xfrm>
            <a:off x="3657600" y="2057400"/>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7174" name="Slide Number Placeholder 1">
            <a:extLst>
              <a:ext uri="{FF2B5EF4-FFF2-40B4-BE49-F238E27FC236}">
                <a16:creationId xmlns:a16="http://schemas.microsoft.com/office/drawing/2014/main" xmlns="" id="{71DE5061-55DD-D35B-9676-D6C3793AFB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821D849-4C61-4BCA-B462-4C3A4968BE10}" type="slidenum">
              <a:rPr lang="en-US" altLang="en-US" b="0"/>
              <a:pPr/>
              <a:t>16</a:t>
            </a:fld>
            <a:endParaRPr lang="en-US" altLang="en-US" b="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xmlns="" id="{FC2268EF-F472-F89F-E21C-B8096D88F392}"/>
              </a:ext>
            </a:extLst>
          </p:cNvPr>
          <p:cNvSpPr>
            <a:spLocks noChangeArrowheads="1"/>
          </p:cNvSpPr>
          <p:nvPr/>
        </p:nvSpPr>
        <p:spPr bwMode="auto">
          <a:xfrm>
            <a:off x="2362200" y="3263901"/>
            <a:ext cx="7543800" cy="646331"/>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The IP addresses are unique.</a:t>
            </a:r>
          </a:p>
        </p:txBody>
      </p:sp>
      <p:sp>
        <p:nvSpPr>
          <p:cNvPr id="8195" name="PubRRectCallout">
            <a:extLst>
              <a:ext uri="{FF2B5EF4-FFF2-40B4-BE49-F238E27FC236}">
                <a16:creationId xmlns:a16="http://schemas.microsoft.com/office/drawing/2014/main" xmlns="" id="{054C2017-90E8-ACFB-067C-98D511A228AF}"/>
              </a:ext>
            </a:extLst>
          </p:cNvPr>
          <p:cNvSpPr>
            <a:spLocks noEditPoints="1" noChangeArrowheads="1"/>
          </p:cNvSpPr>
          <p:nvPr/>
        </p:nvSpPr>
        <p:spPr bwMode="auto">
          <a:xfrm>
            <a:off x="2362200" y="2058988"/>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8196" name="Picture 4">
            <a:extLst>
              <a:ext uri="{FF2B5EF4-FFF2-40B4-BE49-F238E27FC236}">
                <a16:creationId xmlns:a16="http://schemas.microsoft.com/office/drawing/2014/main" xmlns="" id="{53032152-C879-22ED-488E-2D6405894C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058988"/>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8213" name="Text Box 5">
            <a:extLst>
              <a:ext uri="{FF2B5EF4-FFF2-40B4-BE49-F238E27FC236}">
                <a16:creationId xmlns:a16="http://schemas.microsoft.com/office/drawing/2014/main" xmlns="" id="{B6BDFA8C-FC54-9C5F-893B-19995C801A9D}"/>
              </a:ext>
            </a:extLst>
          </p:cNvPr>
          <p:cNvSpPr txBox="1">
            <a:spLocks noChangeArrowheads="1"/>
          </p:cNvSpPr>
          <p:nvPr/>
        </p:nvSpPr>
        <p:spPr bwMode="auto">
          <a:xfrm>
            <a:off x="3657600" y="2211388"/>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8198" name="Slide Number Placeholder 1">
            <a:extLst>
              <a:ext uri="{FF2B5EF4-FFF2-40B4-BE49-F238E27FC236}">
                <a16:creationId xmlns:a16="http://schemas.microsoft.com/office/drawing/2014/main" xmlns="" id="{F1FFBDCD-0E32-36A4-25D7-101108A9DA4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9177870-2575-49DB-993B-87982D8536AD}" type="slidenum">
              <a:rPr lang="en-US" altLang="en-US" b="0"/>
              <a:pPr/>
              <a:t>17</a:t>
            </a:fld>
            <a:endParaRPr lang="en-US" altLang="en-US" b="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xmlns="" id="{B46FF0EC-5509-C8AF-DA40-B893BFE84238}"/>
              </a:ext>
            </a:extLst>
          </p:cNvPr>
          <p:cNvSpPr>
            <a:spLocks noChangeArrowheads="1"/>
          </p:cNvSpPr>
          <p:nvPr/>
        </p:nvSpPr>
        <p:spPr bwMode="auto">
          <a:xfrm>
            <a:off x="2362200" y="3121026"/>
            <a:ext cx="7543800" cy="1247775"/>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The address space of IPv4 is</a:t>
            </a:r>
            <a:br>
              <a:rPr lang="en-US" altLang="en-US" sz="3600" i="1">
                <a:latin typeface="Times New Roman" panose="02020603050405020304" pitchFamily="18" charset="0"/>
              </a:rPr>
            </a:br>
            <a:r>
              <a:rPr lang="en-US" altLang="en-US" sz="3600" i="1">
                <a:latin typeface="Times New Roman" panose="02020603050405020304" pitchFamily="18" charset="0"/>
              </a:rPr>
              <a:t>2</a:t>
            </a:r>
            <a:r>
              <a:rPr lang="en-US" altLang="en-US" sz="3600" i="1" baseline="30000">
                <a:latin typeface="Times New Roman" panose="02020603050405020304" pitchFamily="18" charset="0"/>
              </a:rPr>
              <a:t>32</a:t>
            </a:r>
            <a:r>
              <a:rPr lang="en-US" altLang="en-US" sz="3600" i="1">
                <a:latin typeface="Times New Roman" panose="02020603050405020304" pitchFamily="18" charset="0"/>
              </a:rPr>
              <a:t> or  4,294,967,296.</a:t>
            </a:r>
          </a:p>
        </p:txBody>
      </p:sp>
      <p:sp>
        <p:nvSpPr>
          <p:cNvPr id="9219" name="PubRRectCallout">
            <a:extLst>
              <a:ext uri="{FF2B5EF4-FFF2-40B4-BE49-F238E27FC236}">
                <a16:creationId xmlns:a16="http://schemas.microsoft.com/office/drawing/2014/main" xmlns="" id="{7E048823-FC85-2153-DC4B-E6B6F20143DA}"/>
              </a:ext>
            </a:extLst>
          </p:cNvPr>
          <p:cNvSpPr>
            <a:spLocks noEditPoints="1" noChangeArrowheads="1"/>
          </p:cNvSpPr>
          <p:nvPr/>
        </p:nvSpPr>
        <p:spPr bwMode="auto">
          <a:xfrm>
            <a:off x="2362200" y="1916113"/>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9220" name="Picture 4">
            <a:extLst>
              <a:ext uri="{FF2B5EF4-FFF2-40B4-BE49-F238E27FC236}">
                <a16:creationId xmlns:a16="http://schemas.microsoft.com/office/drawing/2014/main" xmlns="" id="{3A0324C2-6F43-2409-B6F7-D92871D9A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916113"/>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9237" name="Text Box 5">
            <a:extLst>
              <a:ext uri="{FF2B5EF4-FFF2-40B4-BE49-F238E27FC236}">
                <a16:creationId xmlns:a16="http://schemas.microsoft.com/office/drawing/2014/main" xmlns="" id="{52F019B1-9C09-A681-1193-9A887A7668C0}"/>
              </a:ext>
            </a:extLst>
          </p:cNvPr>
          <p:cNvSpPr txBox="1">
            <a:spLocks noChangeArrowheads="1"/>
          </p:cNvSpPr>
          <p:nvPr/>
        </p:nvSpPr>
        <p:spPr bwMode="auto">
          <a:xfrm>
            <a:off x="3657600" y="2068513"/>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9222" name="Slide Number Placeholder 1">
            <a:extLst>
              <a:ext uri="{FF2B5EF4-FFF2-40B4-BE49-F238E27FC236}">
                <a16:creationId xmlns:a16="http://schemas.microsoft.com/office/drawing/2014/main" xmlns="" id="{9F9E3870-5F2E-5B69-F276-FF36AE055A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0FD5D77-E184-47B8-BBB2-82C5190A1AE6}" type="slidenum">
              <a:rPr lang="en-US" altLang="en-US" b="0"/>
              <a:pPr/>
              <a:t>18</a:t>
            </a:fld>
            <a:endParaRPr lang="en-US" altLang="en-US" b="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xmlns="" id="{C4B50169-FE7B-D67E-7031-6C4BE5FB7EC5}"/>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Dotted-decimal notation</a:t>
            </a:r>
          </a:p>
        </p:txBody>
      </p:sp>
      <p:sp>
        <p:nvSpPr>
          <p:cNvPr id="10243" name="Rectangle 3">
            <a:extLst>
              <a:ext uri="{FF2B5EF4-FFF2-40B4-BE49-F238E27FC236}">
                <a16:creationId xmlns:a16="http://schemas.microsoft.com/office/drawing/2014/main" xmlns="" id="{866ABD2D-8C23-F544-8E31-C7C40E4A0E6C}"/>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4" name="Rectangle 4">
            <a:extLst>
              <a:ext uri="{FF2B5EF4-FFF2-40B4-BE49-F238E27FC236}">
                <a16:creationId xmlns:a16="http://schemas.microsoft.com/office/drawing/2014/main" xmlns="" id="{61338E92-29FB-7B22-8EC1-14A8CB620597}"/>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5" name="Rectangle 5">
            <a:extLst>
              <a:ext uri="{FF2B5EF4-FFF2-40B4-BE49-F238E27FC236}">
                <a16:creationId xmlns:a16="http://schemas.microsoft.com/office/drawing/2014/main" xmlns="" id="{E2B18BAD-6331-7AE5-52A1-4076761700CE}"/>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6" name="Rectangle 6">
            <a:extLst>
              <a:ext uri="{FF2B5EF4-FFF2-40B4-BE49-F238E27FC236}">
                <a16:creationId xmlns:a16="http://schemas.microsoft.com/office/drawing/2014/main" xmlns="" id="{367E2090-EA97-5E25-230D-33BA676C9FA8}"/>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7" name="Rectangle 7">
            <a:extLst>
              <a:ext uri="{FF2B5EF4-FFF2-40B4-BE49-F238E27FC236}">
                <a16:creationId xmlns:a16="http://schemas.microsoft.com/office/drawing/2014/main" xmlns="" id="{2705F0D2-3E18-CC2A-79FE-BF8E5887C188}"/>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8" name="Rectangle 8">
            <a:extLst>
              <a:ext uri="{FF2B5EF4-FFF2-40B4-BE49-F238E27FC236}">
                <a16:creationId xmlns:a16="http://schemas.microsoft.com/office/drawing/2014/main" xmlns="" id="{9C32EAF9-3D9C-BCD1-21F1-ABA2AA04D117}"/>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0249" name="Rectangle 9">
            <a:extLst>
              <a:ext uri="{FF2B5EF4-FFF2-40B4-BE49-F238E27FC236}">
                <a16:creationId xmlns:a16="http://schemas.microsoft.com/office/drawing/2014/main" xmlns="" id="{D48037D1-5614-7451-BFDC-B39E2D92517D}"/>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0250" name="Picture 10">
            <a:extLst>
              <a:ext uri="{FF2B5EF4-FFF2-40B4-BE49-F238E27FC236}">
                <a16:creationId xmlns:a16="http://schemas.microsoft.com/office/drawing/2014/main" xmlns="" id="{1B47BEBB-D3F3-3E9A-44D3-DAAC26F4F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7601" y="2459039"/>
            <a:ext cx="741521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1" name="Slide Number Placeholder 1">
            <a:extLst>
              <a:ext uri="{FF2B5EF4-FFF2-40B4-BE49-F238E27FC236}">
                <a16:creationId xmlns:a16="http://schemas.microsoft.com/office/drawing/2014/main" xmlns="" id="{DC82C762-75F9-F2A3-954C-70F1DFAB540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B4DE846-F7B3-440C-8968-7D3351F4CC7B}" type="slidenum">
              <a:rPr lang="en-US" altLang="en-US" b="0"/>
              <a:pPr/>
              <a:t>19</a:t>
            </a:fld>
            <a:endParaRPr lang="en-US" altLang="en-US" b="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xmlns="" id="{3EBA4F59-DEB5-4401-98AA-95971621D9C2}"/>
              </a:ext>
            </a:extLst>
          </p:cNvPr>
          <p:cNvSpPr>
            <a:spLocks noChangeArrowheads="1"/>
          </p:cNvSpPr>
          <p:nvPr/>
        </p:nvSpPr>
        <p:spPr bwMode="auto">
          <a:xfrm>
            <a:off x="1916113" y="1219200"/>
            <a:ext cx="81534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Change the following IP addresses from binary notation to dotted-decimal notation.</a:t>
            </a:r>
          </a:p>
          <a:p>
            <a:pPr>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10000001 00001011 00001011 11101111</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11000001 10000011 00011011 11111111</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11100111 11011011 10001011 01101111</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11111001 10011011 11111011 00001111</a:t>
            </a:r>
          </a:p>
        </p:txBody>
      </p:sp>
      <p:sp>
        <p:nvSpPr>
          <p:cNvPr id="11267" name="Text Box 3">
            <a:extLst>
              <a:ext uri="{FF2B5EF4-FFF2-40B4-BE49-F238E27FC236}">
                <a16:creationId xmlns:a16="http://schemas.microsoft.com/office/drawing/2014/main" xmlns="" id="{CC454EE1-EAE7-E133-2F5A-099888F1014A}"/>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a:t>
            </a:r>
          </a:p>
        </p:txBody>
      </p:sp>
      <p:sp>
        <p:nvSpPr>
          <p:cNvPr id="11268" name="Rectangle 4">
            <a:extLst>
              <a:ext uri="{FF2B5EF4-FFF2-40B4-BE49-F238E27FC236}">
                <a16:creationId xmlns:a16="http://schemas.microsoft.com/office/drawing/2014/main" xmlns="" id="{B4DFAF45-F469-209C-A025-F0C8C2C71344}"/>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0247" name="Rectangle 5">
            <a:extLst>
              <a:ext uri="{FF2B5EF4-FFF2-40B4-BE49-F238E27FC236}">
                <a16:creationId xmlns:a16="http://schemas.microsoft.com/office/drawing/2014/main" xmlns="" id="{14B90D9F-215F-5DA6-0507-070F0B016C1C}"/>
              </a:ext>
            </a:extLst>
          </p:cNvPr>
          <p:cNvSpPr>
            <a:spLocks noChangeArrowheads="1"/>
          </p:cNvSpPr>
          <p:nvPr/>
        </p:nvSpPr>
        <p:spPr bwMode="auto">
          <a:xfrm>
            <a:off x="1905000" y="3810001"/>
            <a:ext cx="81534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We replace each group of 8 bits with its equivalent decimal number and add dots for separation:</a:t>
            </a:r>
          </a:p>
          <a:p>
            <a:pPr>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129.11.11.239   	 </a:t>
            </a:r>
            <a:r>
              <a:rPr lang="en-US" altLang="en-US" sz="2400" i="1">
                <a:solidFill>
                  <a:schemeClr val="hlink"/>
                </a:solidFill>
                <a:latin typeface="Times New Roman" panose="02020603050405020304" pitchFamily="18" charset="0"/>
              </a:rPr>
              <a:t>b. </a:t>
            </a:r>
            <a:r>
              <a:rPr lang="en-US" altLang="en-US" sz="2400" i="1">
                <a:latin typeface="Times New Roman" panose="02020603050405020304" pitchFamily="18" charset="0"/>
              </a:rPr>
              <a:t>193.131.27.255</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231.219.139.111 	</a:t>
            </a: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249.155.251.15</a:t>
            </a:r>
          </a:p>
        </p:txBody>
      </p:sp>
      <p:sp>
        <p:nvSpPr>
          <p:cNvPr id="11270" name="Slide Number Placeholder 1">
            <a:extLst>
              <a:ext uri="{FF2B5EF4-FFF2-40B4-BE49-F238E27FC236}">
                <a16:creationId xmlns:a16="http://schemas.microsoft.com/office/drawing/2014/main" xmlns="" id="{0F31B64E-4CEF-2234-C51B-3F6737277C8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D80B8BB-2FEF-442F-8A1E-7FCFB1233481}" type="slidenum">
              <a:rPr lang="en-US" altLang="en-US" b="0"/>
              <a:pPr/>
              <a:t>20</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247">
                                            <p:txEl>
                                              <p:pRg st="0" end="0"/>
                                            </p:txEl>
                                          </p:spTgt>
                                        </p:tgtEl>
                                        <p:attrNameLst>
                                          <p:attrName>style.visibility</p:attrName>
                                        </p:attrNameLst>
                                      </p:cBhvr>
                                      <p:to>
                                        <p:strVal val="visible"/>
                                      </p:to>
                                    </p:set>
                                    <p:animEffect transition="in" filter="fade">
                                      <p:cBhvr>
                                        <p:cTn id="7" dur="2000"/>
                                        <p:tgtEl>
                                          <p:spTgt spid="102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0247">
                                            <p:txEl>
                                              <p:pRg st="1" end="1"/>
                                            </p:txEl>
                                          </p:spTgt>
                                        </p:tgtEl>
                                        <p:attrNameLst>
                                          <p:attrName>style.visibility</p:attrName>
                                        </p:attrNameLst>
                                      </p:cBhvr>
                                      <p:to>
                                        <p:strVal val="visible"/>
                                      </p:to>
                                    </p:set>
                                    <p:animEffect transition="in" filter="fade">
                                      <p:cBhvr>
                                        <p:cTn id="12" dur="2000"/>
                                        <p:tgtEl>
                                          <p:spTgt spid="102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xmlns="" id="{A786E5F6-AC79-CF68-CE47-5B1269098105}"/>
              </a:ext>
            </a:extLst>
          </p:cNvPr>
          <p:cNvSpPr>
            <a:spLocks noChangeArrowheads="1"/>
          </p:cNvSpPr>
          <p:nvPr/>
        </p:nvSpPr>
        <p:spPr bwMode="auto">
          <a:xfrm>
            <a:off x="1916113" y="1447800"/>
            <a:ext cx="81534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Change the following IP addresses from dotted-decimal notation to binary notation.</a:t>
            </a:r>
          </a:p>
          <a:p>
            <a:pPr>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111.56.45.78			</a:t>
            </a: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221.34.7.82</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241.8.56.12				</a:t>
            </a: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75.45.34.78</a:t>
            </a:r>
          </a:p>
        </p:txBody>
      </p:sp>
      <p:sp>
        <p:nvSpPr>
          <p:cNvPr id="12291" name="Text Box 3">
            <a:extLst>
              <a:ext uri="{FF2B5EF4-FFF2-40B4-BE49-F238E27FC236}">
                <a16:creationId xmlns:a16="http://schemas.microsoft.com/office/drawing/2014/main" xmlns="" id="{8F84FF19-EBD8-543C-6158-1405A05435ED}"/>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2</a:t>
            </a:r>
          </a:p>
        </p:txBody>
      </p:sp>
      <p:sp>
        <p:nvSpPr>
          <p:cNvPr id="12292" name="Rectangle 4">
            <a:extLst>
              <a:ext uri="{FF2B5EF4-FFF2-40B4-BE49-F238E27FC236}">
                <a16:creationId xmlns:a16="http://schemas.microsoft.com/office/drawing/2014/main" xmlns="" id="{C73CBD5A-DA29-3698-E771-E57930BB82C5}"/>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1272" name="Rectangle 6">
            <a:extLst>
              <a:ext uri="{FF2B5EF4-FFF2-40B4-BE49-F238E27FC236}">
                <a16:creationId xmlns:a16="http://schemas.microsoft.com/office/drawing/2014/main" xmlns="" id="{EF515DED-325A-5BD1-0218-351C71F7D9C8}"/>
              </a:ext>
            </a:extLst>
          </p:cNvPr>
          <p:cNvSpPr>
            <a:spLocks noChangeArrowheads="1"/>
          </p:cNvSpPr>
          <p:nvPr/>
        </p:nvSpPr>
        <p:spPr bwMode="auto">
          <a:xfrm>
            <a:off x="1905000" y="3352800"/>
            <a:ext cx="8153400"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ct val="50000"/>
              </a:spcBef>
            </a:pPr>
            <a:r>
              <a:rPr lang="en-US" altLang="en-US" sz="2800" i="1">
                <a:solidFill>
                  <a:schemeClr val="folHlink"/>
                </a:solidFill>
                <a:latin typeface="Times New Roman" panose="02020603050405020304" pitchFamily="18" charset="0"/>
              </a:rPr>
              <a:t>Solution</a:t>
            </a:r>
            <a:endParaRPr lang="en-US" altLang="en-US" sz="2800" i="1">
              <a:latin typeface="Times New Roman" panose="02020603050405020304" pitchFamily="18" charset="0"/>
            </a:endParaRPr>
          </a:p>
          <a:p>
            <a:pPr algn="just">
              <a:spcBef>
                <a:spcPct val="50000"/>
              </a:spcBef>
            </a:pPr>
            <a:r>
              <a:rPr lang="en-US" altLang="en-US" sz="2400" i="1">
                <a:latin typeface="Times New Roman" panose="02020603050405020304" pitchFamily="18" charset="0"/>
              </a:rPr>
              <a:t>We replace each decimal number with its binary equivalent:</a:t>
            </a:r>
          </a:p>
          <a:p>
            <a:pPr>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01101111 00111000 00101101 01001110</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11011101 00100010 00000111 01010010</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11110001 00001000 00111000 00001100</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01001011 00101101 00100010 01001110</a:t>
            </a:r>
          </a:p>
        </p:txBody>
      </p:sp>
      <p:sp>
        <p:nvSpPr>
          <p:cNvPr id="12294" name="Slide Number Placeholder 1">
            <a:extLst>
              <a:ext uri="{FF2B5EF4-FFF2-40B4-BE49-F238E27FC236}">
                <a16:creationId xmlns:a16="http://schemas.microsoft.com/office/drawing/2014/main" xmlns="" id="{BAD02C3C-EE95-DD2D-EDBE-F93644D761A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8D9CD45-1E6F-4186-BF28-4858D6334AB2}" type="slidenum">
              <a:rPr lang="en-US" altLang="en-US" b="0"/>
              <a:pPr/>
              <a:t>21</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272">
                                            <p:txEl>
                                              <p:pRg st="0" end="0"/>
                                            </p:txEl>
                                          </p:spTgt>
                                        </p:tgtEl>
                                        <p:attrNameLst>
                                          <p:attrName>style.visibility</p:attrName>
                                        </p:attrNameLst>
                                      </p:cBhvr>
                                      <p:to>
                                        <p:strVal val="visible"/>
                                      </p:to>
                                    </p:set>
                                    <p:animEffect transition="in" filter="fade">
                                      <p:cBhvr>
                                        <p:cTn id="7" dur="2000"/>
                                        <p:tgtEl>
                                          <p:spTgt spid="1127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272">
                                            <p:txEl>
                                              <p:pRg st="1" end="1"/>
                                            </p:txEl>
                                          </p:spTgt>
                                        </p:tgtEl>
                                        <p:attrNameLst>
                                          <p:attrName>style.visibility</p:attrName>
                                        </p:attrNameLst>
                                      </p:cBhvr>
                                      <p:to>
                                        <p:strVal val="visible"/>
                                      </p:to>
                                    </p:set>
                                    <p:animEffect transition="in" filter="fade">
                                      <p:cBhvr>
                                        <p:cTn id="12" dur="2000"/>
                                        <p:tgtEl>
                                          <p:spTgt spid="1127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1272">
                                            <p:txEl>
                                              <p:pRg st="2" end="2"/>
                                            </p:txEl>
                                          </p:spTgt>
                                        </p:tgtEl>
                                        <p:attrNameLst>
                                          <p:attrName>style.visibility</p:attrName>
                                        </p:attrNameLst>
                                      </p:cBhvr>
                                      <p:to>
                                        <p:strVal val="visible"/>
                                      </p:to>
                                    </p:set>
                                    <p:animEffect transition="in" filter="fade">
                                      <p:cBhvr>
                                        <p:cTn id="17" dur="2000"/>
                                        <p:tgtEl>
                                          <p:spTgt spid="112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xmlns="" id="{EB4D2A03-13B9-0EAA-A04B-A33DF31000ED}"/>
              </a:ext>
            </a:extLst>
          </p:cNvPr>
          <p:cNvSpPr>
            <a:spLocks noChangeArrowheads="1"/>
          </p:cNvSpPr>
          <p:nvPr/>
        </p:nvSpPr>
        <p:spPr bwMode="auto">
          <a:xfrm>
            <a:off x="1916113" y="1354138"/>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Find the error, if any, in the following IP addresses:</a:t>
            </a:r>
          </a:p>
          <a:p>
            <a:pPr algn="just">
              <a:spcBef>
                <a:spcPct val="50000"/>
              </a:spcBef>
            </a:pPr>
            <a:r>
              <a:rPr lang="en-US" altLang="en-US" sz="2400" i="1">
                <a:solidFill>
                  <a:schemeClr val="hlink"/>
                </a:solidFill>
                <a:latin typeface="Times New Roman" panose="02020603050405020304" pitchFamily="18" charset="0"/>
              </a:rPr>
              <a:t>a. </a:t>
            </a:r>
            <a:r>
              <a:rPr lang="en-US" altLang="en-US" sz="2400" i="1">
                <a:latin typeface="Times New Roman" panose="02020603050405020304" pitchFamily="18" charset="0"/>
              </a:rPr>
              <a:t>111.56.045.78			</a:t>
            </a: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221.34.7.8.20</a:t>
            </a:r>
          </a:p>
          <a:p>
            <a:pPr algn="just">
              <a:spcBef>
                <a:spcPct val="50000"/>
              </a:spcBef>
            </a:pP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75.45.301.14			</a:t>
            </a:r>
            <a:r>
              <a:rPr lang="en-US" altLang="en-US" sz="2400" i="1">
                <a:solidFill>
                  <a:schemeClr val="hlink"/>
                </a:solidFill>
                <a:latin typeface="Times New Roman" panose="02020603050405020304" pitchFamily="18" charset="0"/>
              </a:rPr>
              <a:t>d. </a:t>
            </a:r>
            <a:r>
              <a:rPr lang="en-US" altLang="en-US" sz="2400" i="1">
                <a:latin typeface="Times New Roman" panose="02020603050405020304" pitchFamily="18" charset="0"/>
              </a:rPr>
              <a:t>11100010.23.14.67</a:t>
            </a:r>
          </a:p>
        </p:txBody>
      </p:sp>
      <p:sp>
        <p:nvSpPr>
          <p:cNvPr id="13315" name="Text Box 3">
            <a:extLst>
              <a:ext uri="{FF2B5EF4-FFF2-40B4-BE49-F238E27FC236}">
                <a16:creationId xmlns:a16="http://schemas.microsoft.com/office/drawing/2014/main" xmlns="" id="{737E8C5C-F62B-0872-5FCA-B8E75DAD52EC}"/>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3</a:t>
            </a:r>
          </a:p>
        </p:txBody>
      </p:sp>
      <p:sp>
        <p:nvSpPr>
          <p:cNvPr id="13316" name="Rectangle 4">
            <a:extLst>
              <a:ext uri="{FF2B5EF4-FFF2-40B4-BE49-F238E27FC236}">
                <a16:creationId xmlns:a16="http://schemas.microsoft.com/office/drawing/2014/main" xmlns="" id="{2589DA41-4FF6-C659-CD04-E5FEA5EE02D4}"/>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2296" name="Rectangle 6">
            <a:extLst>
              <a:ext uri="{FF2B5EF4-FFF2-40B4-BE49-F238E27FC236}">
                <a16:creationId xmlns:a16="http://schemas.microsoft.com/office/drawing/2014/main" xmlns="" id="{4276C43C-EBE7-8F8D-D3D3-BB04265DA9D4}"/>
              </a:ext>
            </a:extLst>
          </p:cNvPr>
          <p:cNvSpPr>
            <a:spLocks noChangeArrowheads="1"/>
          </p:cNvSpPr>
          <p:nvPr/>
        </p:nvSpPr>
        <p:spPr bwMode="auto">
          <a:xfrm>
            <a:off x="1981200" y="3048001"/>
            <a:ext cx="84582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ct val="50000"/>
              </a:spcBef>
            </a:pPr>
            <a:r>
              <a:rPr lang="en-US" altLang="en-US" sz="2400" i="1">
                <a:solidFill>
                  <a:schemeClr val="folHlink"/>
                </a:solidFill>
                <a:latin typeface="Times New Roman" panose="02020603050405020304" pitchFamily="18" charset="0"/>
              </a:rPr>
              <a:t>Solution</a:t>
            </a:r>
            <a:endParaRPr lang="en-US" altLang="en-US" sz="2400" i="1">
              <a:solidFill>
                <a:schemeClr val="hlink"/>
              </a:solidFill>
              <a:latin typeface="Times New Roman" panose="02020603050405020304" pitchFamily="18" charset="0"/>
            </a:endParaRPr>
          </a:p>
          <a:p>
            <a:pPr>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There are no leading zeroes in dotted-decimal notation (045).</a:t>
            </a:r>
          </a:p>
          <a:p>
            <a:pPr>
              <a:spcBef>
                <a:spcPct val="50000"/>
              </a:spcBef>
            </a:pP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We may not have more than four numbers in an IP address.</a:t>
            </a:r>
          </a:p>
          <a:p>
            <a:pPr>
              <a:spcBef>
                <a:spcPct val="50000"/>
              </a:spcBef>
            </a:pP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In dotted-decimal notation, each number is less than or equal</a:t>
            </a:r>
            <a:br>
              <a:rPr lang="en-US" altLang="en-US" sz="2400" i="1">
                <a:latin typeface="Times New Roman" panose="02020603050405020304" pitchFamily="18" charset="0"/>
              </a:rPr>
            </a:br>
            <a:r>
              <a:rPr lang="en-US" altLang="en-US" sz="2400" i="1">
                <a:latin typeface="Times New Roman" panose="02020603050405020304" pitchFamily="18" charset="0"/>
              </a:rPr>
              <a:t>     to 255; 301 is outside this range.</a:t>
            </a:r>
          </a:p>
          <a:p>
            <a:pPr>
              <a:spcBef>
                <a:spcPct val="50000"/>
              </a:spcBef>
            </a:pP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A mixture of binary notation and dotted-decimal notation is not</a:t>
            </a:r>
            <a:br>
              <a:rPr lang="en-US" altLang="en-US" sz="2400" i="1">
                <a:latin typeface="Times New Roman" panose="02020603050405020304" pitchFamily="18" charset="0"/>
              </a:rPr>
            </a:br>
            <a:r>
              <a:rPr lang="en-US" altLang="en-US" sz="2400" i="1">
                <a:latin typeface="Times New Roman" panose="02020603050405020304" pitchFamily="18" charset="0"/>
              </a:rPr>
              <a:t>    allowed.</a:t>
            </a:r>
          </a:p>
        </p:txBody>
      </p:sp>
      <p:sp>
        <p:nvSpPr>
          <p:cNvPr id="13318" name="Slide Number Placeholder 1">
            <a:extLst>
              <a:ext uri="{FF2B5EF4-FFF2-40B4-BE49-F238E27FC236}">
                <a16:creationId xmlns:a16="http://schemas.microsoft.com/office/drawing/2014/main" xmlns="" id="{63642C0B-1513-7F76-6300-58AE32911FE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6677888-4A86-45F5-9F99-4414BB72D142}" type="slidenum">
              <a:rPr lang="en-US" altLang="en-US" b="0"/>
              <a:pPr/>
              <a:t>22</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296">
                                            <p:txEl>
                                              <p:pRg st="0" end="0"/>
                                            </p:txEl>
                                          </p:spTgt>
                                        </p:tgtEl>
                                        <p:attrNameLst>
                                          <p:attrName>style.visibility</p:attrName>
                                        </p:attrNameLst>
                                      </p:cBhvr>
                                      <p:to>
                                        <p:strVal val="visible"/>
                                      </p:to>
                                    </p:set>
                                    <p:animEffect transition="in" filter="fade">
                                      <p:cBhvr>
                                        <p:cTn id="7" dur="2000"/>
                                        <p:tgtEl>
                                          <p:spTgt spid="122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2296">
                                            <p:txEl>
                                              <p:pRg st="1" end="1"/>
                                            </p:txEl>
                                          </p:spTgt>
                                        </p:tgtEl>
                                        <p:attrNameLst>
                                          <p:attrName>style.visibility</p:attrName>
                                        </p:attrNameLst>
                                      </p:cBhvr>
                                      <p:to>
                                        <p:strVal val="visible"/>
                                      </p:to>
                                    </p:set>
                                    <p:animEffect transition="in" filter="fade">
                                      <p:cBhvr>
                                        <p:cTn id="12" dur="2000"/>
                                        <p:tgtEl>
                                          <p:spTgt spid="1229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2296">
                                            <p:txEl>
                                              <p:pRg st="2" end="2"/>
                                            </p:txEl>
                                          </p:spTgt>
                                        </p:tgtEl>
                                        <p:attrNameLst>
                                          <p:attrName>style.visibility</p:attrName>
                                        </p:attrNameLst>
                                      </p:cBhvr>
                                      <p:to>
                                        <p:strVal val="visible"/>
                                      </p:to>
                                    </p:set>
                                    <p:animEffect transition="in" filter="fade">
                                      <p:cBhvr>
                                        <p:cTn id="17" dur="2000"/>
                                        <p:tgtEl>
                                          <p:spTgt spid="1229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2296">
                                            <p:txEl>
                                              <p:pRg st="3" end="3"/>
                                            </p:txEl>
                                          </p:spTgt>
                                        </p:tgtEl>
                                        <p:attrNameLst>
                                          <p:attrName>style.visibility</p:attrName>
                                        </p:attrNameLst>
                                      </p:cBhvr>
                                      <p:to>
                                        <p:strVal val="visible"/>
                                      </p:to>
                                    </p:set>
                                    <p:animEffect transition="in" filter="fade">
                                      <p:cBhvr>
                                        <p:cTn id="22" dur="2000"/>
                                        <p:tgtEl>
                                          <p:spTgt spid="1229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2296">
                                            <p:txEl>
                                              <p:pRg st="4" end="4"/>
                                            </p:txEl>
                                          </p:spTgt>
                                        </p:tgtEl>
                                        <p:attrNameLst>
                                          <p:attrName>style.visibility</p:attrName>
                                        </p:attrNameLst>
                                      </p:cBhvr>
                                      <p:to>
                                        <p:strVal val="visible"/>
                                      </p:to>
                                    </p:set>
                                    <p:animEffect transition="in" filter="fade">
                                      <p:cBhvr>
                                        <p:cTn id="27" dur="2000"/>
                                        <p:tgtEl>
                                          <p:spTgt spid="1229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xmlns="" id="{FAFE4740-5584-C955-7638-00D5090F3FAA}"/>
              </a:ext>
            </a:extLst>
          </p:cNvPr>
          <p:cNvSpPr>
            <a:spLocks noChangeArrowheads="1"/>
          </p:cNvSpPr>
          <p:nvPr/>
        </p:nvSpPr>
        <p:spPr bwMode="auto">
          <a:xfrm>
            <a:off x="1916113" y="1143000"/>
            <a:ext cx="8153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Change the following IP addresses from binary notation to hexadecimal notation.</a:t>
            </a:r>
          </a:p>
          <a:p>
            <a:pPr algn="just">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10000001 00001011 00001011 11101111</a:t>
            </a:r>
          </a:p>
          <a:p>
            <a:pPr algn="just">
              <a:spcBef>
                <a:spcPct val="50000"/>
              </a:spcBef>
            </a:pP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11000001 10000011 00011011 11111111</a:t>
            </a:r>
          </a:p>
        </p:txBody>
      </p:sp>
      <p:sp>
        <p:nvSpPr>
          <p:cNvPr id="14339" name="Text Box 3">
            <a:extLst>
              <a:ext uri="{FF2B5EF4-FFF2-40B4-BE49-F238E27FC236}">
                <a16:creationId xmlns:a16="http://schemas.microsoft.com/office/drawing/2014/main" xmlns="" id="{E88CAB0C-7DD7-6A99-D30B-7E94A129E4E1}"/>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4</a:t>
            </a:r>
          </a:p>
        </p:txBody>
      </p:sp>
      <p:sp>
        <p:nvSpPr>
          <p:cNvPr id="14340" name="Rectangle 4">
            <a:extLst>
              <a:ext uri="{FF2B5EF4-FFF2-40B4-BE49-F238E27FC236}">
                <a16:creationId xmlns:a16="http://schemas.microsoft.com/office/drawing/2014/main" xmlns="" id="{2F37A76D-405C-4B96-A5A6-42B330F55FA6}"/>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3319" name="Rectangle 5">
            <a:extLst>
              <a:ext uri="{FF2B5EF4-FFF2-40B4-BE49-F238E27FC236}">
                <a16:creationId xmlns:a16="http://schemas.microsoft.com/office/drawing/2014/main" xmlns="" id="{A867DB7C-0B99-8ACC-9CF4-A6BBFA84C6B3}"/>
              </a:ext>
            </a:extLst>
          </p:cNvPr>
          <p:cNvSpPr>
            <a:spLocks noChangeArrowheads="1"/>
          </p:cNvSpPr>
          <p:nvPr/>
        </p:nvSpPr>
        <p:spPr bwMode="auto">
          <a:xfrm>
            <a:off x="1905000" y="3200400"/>
            <a:ext cx="8153400"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We replace each group of 4 bits with its hexadecimal equivalent. Note that hexadecimal notation normally has no added spaces or dots; however, 0X (or 0x) is added at the beginning or the subscript 16 at the end to show that the number is in hexadecimal.</a:t>
            </a:r>
          </a:p>
          <a:p>
            <a:pPr>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0X810B0BEF or 810B0BEF</a:t>
            </a:r>
            <a:r>
              <a:rPr lang="en-US" altLang="en-US" sz="2400" i="1" baseline="-25000">
                <a:latin typeface="Times New Roman" panose="02020603050405020304" pitchFamily="18" charset="0"/>
              </a:rPr>
              <a:t>16</a:t>
            </a:r>
            <a:br>
              <a:rPr lang="en-US" altLang="en-US" sz="2400" i="1" baseline="-25000">
                <a:latin typeface="Times New Roman" panose="02020603050405020304" pitchFamily="18" charset="0"/>
              </a:rPr>
            </a:b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0XC1831BFF or C1831BFF</a:t>
            </a:r>
            <a:r>
              <a:rPr lang="en-US" altLang="en-US" sz="2400" i="1" baseline="-25000">
                <a:latin typeface="Times New Roman" panose="02020603050405020304" pitchFamily="18" charset="0"/>
              </a:rPr>
              <a:t>16</a:t>
            </a:r>
          </a:p>
        </p:txBody>
      </p:sp>
      <p:sp>
        <p:nvSpPr>
          <p:cNvPr id="14342" name="Slide Number Placeholder 1">
            <a:extLst>
              <a:ext uri="{FF2B5EF4-FFF2-40B4-BE49-F238E27FC236}">
                <a16:creationId xmlns:a16="http://schemas.microsoft.com/office/drawing/2014/main" xmlns="" id="{8929186C-FE1B-0831-0B27-53AEE714D48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536B518-15DB-45BD-8C24-4886AFDA1C23}" type="slidenum">
              <a:rPr lang="en-US" altLang="en-US" b="0"/>
              <a:pPr/>
              <a:t>23</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319">
                                            <p:txEl>
                                              <p:pRg st="0" end="0"/>
                                            </p:txEl>
                                          </p:spTgt>
                                        </p:tgtEl>
                                        <p:attrNameLst>
                                          <p:attrName>style.visibility</p:attrName>
                                        </p:attrNameLst>
                                      </p:cBhvr>
                                      <p:to>
                                        <p:strVal val="visible"/>
                                      </p:to>
                                    </p:set>
                                    <p:animEffect transition="in" filter="fade">
                                      <p:cBhvr>
                                        <p:cTn id="7" dur="2000"/>
                                        <p:tgtEl>
                                          <p:spTgt spid="133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3319">
                                            <p:txEl>
                                              <p:pRg st="1" end="1"/>
                                            </p:txEl>
                                          </p:spTgt>
                                        </p:tgtEl>
                                        <p:attrNameLst>
                                          <p:attrName>style.visibility</p:attrName>
                                        </p:attrNameLst>
                                      </p:cBhvr>
                                      <p:to>
                                        <p:strVal val="visible"/>
                                      </p:to>
                                    </p:set>
                                    <p:animEffect transition="in" filter="fade">
                                      <p:cBhvr>
                                        <p:cTn id="12" dur="2000"/>
                                        <p:tgtEl>
                                          <p:spTgt spid="133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5362" name="Group 2">
            <a:extLst>
              <a:ext uri="{FF2B5EF4-FFF2-40B4-BE49-F238E27FC236}">
                <a16:creationId xmlns:a16="http://schemas.microsoft.com/office/drawing/2014/main" xmlns="" id="{FD26122D-A9FA-FF7C-5C2B-5AAB70E66B37}"/>
              </a:ext>
            </a:extLst>
          </p:cNvPr>
          <p:cNvGrpSpPr>
            <a:grpSpLocks/>
          </p:cNvGrpSpPr>
          <p:nvPr/>
        </p:nvGrpSpPr>
        <p:grpSpPr bwMode="auto">
          <a:xfrm>
            <a:off x="1524000" y="0"/>
            <a:ext cx="8686800" cy="6400800"/>
            <a:chOff x="0" y="96"/>
            <a:chExt cx="5472" cy="3840"/>
          </a:xfrm>
        </p:grpSpPr>
        <p:sp>
          <p:nvSpPr>
            <p:cNvPr id="15368" name="AutoShape 3">
              <a:extLst>
                <a:ext uri="{FF2B5EF4-FFF2-40B4-BE49-F238E27FC236}">
                  <a16:creationId xmlns:a16="http://schemas.microsoft.com/office/drawing/2014/main" xmlns="" id="{7651A8A4-B9F5-830E-2D11-E461E00068AB}"/>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lang="en-US" altLang="en-US" sz="2400">
                <a:latin typeface="Times New Roman" panose="02020603050405020304" pitchFamily="18" charset="0"/>
              </a:endParaRPr>
            </a:p>
          </p:txBody>
        </p:sp>
        <p:sp>
          <p:nvSpPr>
            <p:cNvPr id="15369" name="AutoShape 4">
              <a:extLst>
                <a:ext uri="{FF2B5EF4-FFF2-40B4-BE49-F238E27FC236}">
                  <a16:creationId xmlns:a16="http://schemas.microsoft.com/office/drawing/2014/main" xmlns="" id="{7E565DE2-DE24-6BE9-9D5F-C1524E77824C}"/>
                </a:ext>
              </a:extLst>
            </p:cNvPr>
            <p:cNvSpPr>
              <a:spLocks noChangeArrowheads="1"/>
            </p:cNvSpPr>
            <p:nvPr/>
          </p:nvSpPr>
          <p:spPr bwMode="blackWhite">
            <a:xfrm>
              <a:off x="0" y="96"/>
              <a:ext cx="5376" cy="768"/>
            </a:xfrm>
            <a:custGeom>
              <a:avLst/>
              <a:gdLst>
                <a:gd name="T0" fmla="*/ 0 w 7000"/>
                <a:gd name="T1" fmla="*/ 0 h 1000"/>
                <a:gd name="T2" fmla="*/ 440 w 7000"/>
                <a:gd name="T3" fmla="*/ 0 h 1000"/>
                <a:gd name="T4" fmla="*/ 476 w 7000"/>
                <a:gd name="T5" fmla="*/ 36 h 1000"/>
                <a:gd name="T6" fmla="*/ 440 w 7000"/>
                <a:gd name="T7" fmla="*/ 71 h 1000"/>
                <a:gd name="T8" fmla="*/ 0 w 7000"/>
                <a:gd name="T9" fmla="*/ 71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169" y="0"/>
                  </a:lnTo>
                  <a:cubicBezTo>
                    <a:pt x="6446" y="0"/>
                    <a:pt x="6670" y="223"/>
                    <a:pt x="6670" y="500"/>
                  </a:cubicBezTo>
                  <a:cubicBezTo>
                    <a:pt x="6670" y="776"/>
                    <a:pt x="6446" y="999"/>
                    <a:pt x="617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370" name="Line 5">
              <a:extLst>
                <a:ext uri="{FF2B5EF4-FFF2-40B4-BE49-F238E27FC236}">
                  <a16:creationId xmlns:a16="http://schemas.microsoft.com/office/drawing/2014/main" xmlns="" id="{2C6CDAD8-7FC4-A33E-8760-359A906D03DB}"/>
                </a:ext>
              </a:extLst>
            </p:cNvPr>
            <p:cNvSpPr>
              <a:spLocks noChangeShapeType="1"/>
            </p:cNvSpPr>
            <p:nvPr/>
          </p:nvSpPr>
          <p:spPr bwMode="auto">
            <a:xfrm>
              <a:off x="0" y="768"/>
              <a:ext cx="5088"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63" name="Text Box 6">
            <a:extLst>
              <a:ext uri="{FF2B5EF4-FFF2-40B4-BE49-F238E27FC236}">
                <a16:creationId xmlns:a16="http://schemas.microsoft.com/office/drawing/2014/main" xmlns="" id="{18ECC304-4891-2FCB-306C-4EF8936B7CD2}"/>
              </a:ext>
            </a:extLst>
          </p:cNvPr>
          <p:cNvSpPr txBox="1">
            <a:spLocks noChangeArrowheads="1"/>
          </p:cNvSpPr>
          <p:nvPr/>
        </p:nvSpPr>
        <p:spPr bwMode="auto">
          <a:xfrm>
            <a:off x="1752600" y="354013"/>
            <a:ext cx="6813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3600">
                <a:solidFill>
                  <a:schemeClr val="bg1"/>
                </a:solidFill>
                <a:latin typeface="Arial" panose="020B0604020202020204" pitchFamily="34" charset="0"/>
              </a:rPr>
              <a:t>4.2   CLASSFUL ADDRESSING</a:t>
            </a:r>
          </a:p>
        </p:txBody>
      </p:sp>
      <p:sp>
        <p:nvSpPr>
          <p:cNvPr id="474119" name="Rectangle 7">
            <a:extLst>
              <a:ext uri="{FF2B5EF4-FFF2-40B4-BE49-F238E27FC236}">
                <a16:creationId xmlns:a16="http://schemas.microsoft.com/office/drawing/2014/main" xmlns="" id="{FFB1B2D0-FC8D-DC5B-F005-46043BEB1C70}"/>
              </a:ext>
            </a:extLst>
          </p:cNvPr>
          <p:cNvSpPr>
            <a:spLocks noChangeArrowheads="1"/>
          </p:cNvSpPr>
          <p:nvPr/>
        </p:nvSpPr>
        <p:spPr bwMode="auto">
          <a:xfrm>
            <a:off x="2057400" y="1371601"/>
            <a:ext cx="7848600" cy="1616075"/>
          </a:xfrm>
          <a:prstGeom prst="rect">
            <a:avLst/>
          </a:prstGeom>
          <a:noFill/>
          <a:ln w="9525">
            <a:noFill/>
            <a:miter lim="800000"/>
            <a:headEnd/>
            <a:tailEnd/>
          </a:ln>
          <a:effectLst/>
        </p:spPr>
        <p:txBody>
          <a:bodyPr>
            <a:spAutoFit/>
          </a:bodyPr>
          <a:lstStyle/>
          <a:p>
            <a:pPr>
              <a:defRPr/>
            </a:pPr>
            <a:r>
              <a:rPr lang="en-US" sz="2000" i="1" dirty="0">
                <a:effectLst>
                  <a:outerShdw blurRad="38100" dist="38100" dir="2700000" algn="tl">
                    <a:srgbClr val="C0C0C0"/>
                  </a:outerShdw>
                </a:effectLst>
                <a:latin typeface="Times New Roman" pitchFamily="18" charset="0"/>
              </a:rPr>
              <a:t>IP addresses, when started a few decades ago, used the concept of classes. This architecture is called </a:t>
            </a:r>
            <a:r>
              <a:rPr lang="en-US" sz="2000" i="1" dirty="0">
                <a:solidFill>
                  <a:schemeClr val="hlink"/>
                </a:solidFill>
                <a:effectLst>
                  <a:outerShdw blurRad="38100" dist="38100" dir="2700000" algn="tl">
                    <a:srgbClr val="C0C0C0"/>
                  </a:outerShdw>
                </a:effectLst>
                <a:latin typeface="Times New Roman" pitchFamily="18" charset="0"/>
              </a:rPr>
              <a:t>classful addressing</a:t>
            </a:r>
            <a:r>
              <a:rPr lang="en-US" sz="2000" i="1" dirty="0">
                <a:effectLst>
                  <a:outerShdw blurRad="38100" dist="38100" dir="2700000" algn="tl">
                    <a:srgbClr val="C0C0C0"/>
                  </a:outerShdw>
                </a:effectLst>
                <a:latin typeface="Times New Roman" pitchFamily="18" charset="0"/>
              </a:rPr>
              <a:t>. In the mid-1990s, a new architecture, called classless addressing, was introduced and will eventually supersede the original architecture. However, part of the Internet is still using classful addressing, but the migration is very fast. </a:t>
            </a:r>
          </a:p>
        </p:txBody>
      </p:sp>
      <p:sp>
        <p:nvSpPr>
          <p:cNvPr id="474120" name="Rectangle 8">
            <a:extLst>
              <a:ext uri="{FF2B5EF4-FFF2-40B4-BE49-F238E27FC236}">
                <a16:creationId xmlns:a16="http://schemas.microsoft.com/office/drawing/2014/main" xmlns="" id="{5D7F52DD-72D0-D96D-99FD-C66BB1D60632}"/>
              </a:ext>
            </a:extLst>
          </p:cNvPr>
          <p:cNvSpPr>
            <a:spLocks noChangeArrowheads="1"/>
          </p:cNvSpPr>
          <p:nvPr/>
        </p:nvSpPr>
        <p:spPr bwMode="auto">
          <a:xfrm>
            <a:off x="2209800" y="3200401"/>
            <a:ext cx="7848600" cy="396875"/>
          </a:xfrm>
          <a:prstGeom prst="rect">
            <a:avLst/>
          </a:prstGeom>
          <a:noFill/>
          <a:ln w="9525">
            <a:noFill/>
            <a:miter lim="800000"/>
            <a:headEnd/>
            <a:tailEnd/>
          </a:ln>
          <a:effectLst/>
        </p:spPr>
        <p:txBody>
          <a:bodyPr>
            <a:spAutoFit/>
          </a:bodyPr>
          <a:lstStyle/>
          <a:p>
            <a:pPr>
              <a:defRPr/>
            </a:pPr>
            <a:r>
              <a:rPr lang="en-US" sz="2000" i="1">
                <a:solidFill>
                  <a:schemeClr val="hlink"/>
                </a:solidFill>
                <a:effectLst>
                  <a:outerShdw blurRad="38100" dist="38100" dir="2700000" algn="tl">
                    <a:srgbClr val="C0C0C0"/>
                  </a:outerShdw>
                </a:effectLst>
                <a:latin typeface="Times New Roman" pitchFamily="18" charset="0"/>
              </a:rPr>
              <a:t>The topics discussed in this section include:</a:t>
            </a:r>
          </a:p>
        </p:txBody>
      </p:sp>
      <p:sp>
        <p:nvSpPr>
          <p:cNvPr id="474121" name="Rectangle 9">
            <a:extLst>
              <a:ext uri="{FF2B5EF4-FFF2-40B4-BE49-F238E27FC236}">
                <a16:creationId xmlns:a16="http://schemas.microsoft.com/office/drawing/2014/main" xmlns="" id="{5F29C572-9DC5-5EC2-286E-B0AAFFC9C4DE}"/>
              </a:ext>
            </a:extLst>
          </p:cNvPr>
          <p:cNvSpPr>
            <a:spLocks noChangeArrowheads="1"/>
          </p:cNvSpPr>
          <p:nvPr/>
        </p:nvSpPr>
        <p:spPr bwMode="auto">
          <a:xfrm>
            <a:off x="2209800" y="3641726"/>
            <a:ext cx="7315200" cy="2530475"/>
          </a:xfrm>
          <a:prstGeom prst="rect">
            <a:avLst/>
          </a:prstGeom>
          <a:noFill/>
          <a:ln w="76200">
            <a:noFill/>
            <a:miter lim="800000"/>
            <a:headEnd/>
            <a:tailEnd/>
          </a:ln>
          <a:effectLst/>
        </p:spPr>
        <p:txBody>
          <a:bodyPr>
            <a:spAutoFit/>
          </a:bodyPr>
          <a:lstStyle/>
          <a:p>
            <a:pPr>
              <a:defRPr/>
            </a:pPr>
            <a:r>
              <a:rPr lang="en-US" sz="2000" i="1">
                <a:effectLst>
                  <a:outerShdw blurRad="38100" dist="38100" dir="2700000" algn="tl">
                    <a:srgbClr val="C0C0C0"/>
                  </a:outerShdw>
                </a:effectLst>
                <a:latin typeface="Times New Roman" pitchFamily="18" charset="0"/>
              </a:rPr>
              <a:t>Recognizing Classes</a:t>
            </a:r>
          </a:p>
          <a:p>
            <a:pPr>
              <a:defRPr/>
            </a:pPr>
            <a:r>
              <a:rPr lang="en-US" sz="2000" i="1">
                <a:effectLst>
                  <a:outerShdw blurRad="38100" dist="38100" dir="2700000" algn="tl">
                    <a:srgbClr val="C0C0C0"/>
                  </a:outerShdw>
                </a:effectLst>
                <a:latin typeface="Times New Roman" pitchFamily="18" charset="0"/>
              </a:rPr>
              <a:t>Netid and Hostid</a:t>
            </a:r>
          </a:p>
          <a:p>
            <a:pPr>
              <a:defRPr/>
            </a:pPr>
            <a:r>
              <a:rPr lang="en-US" sz="2000" i="1">
                <a:effectLst>
                  <a:outerShdw blurRad="38100" dist="38100" dir="2700000" algn="tl">
                    <a:srgbClr val="C0C0C0"/>
                  </a:outerShdw>
                </a:effectLst>
                <a:latin typeface="Times New Roman" pitchFamily="18" charset="0"/>
              </a:rPr>
              <a:t>Classes and Blocks</a:t>
            </a:r>
          </a:p>
          <a:p>
            <a:pPr>
              <a:defRPr/>
            </a:pPr>
            <a:r>
              <a:rPr lang="en-US" sz="2000" i="1">
                <a:effectLst>
                  <a:outerShdw blurRad="38100" dist="38100" dir="2700000" algn="tl">
                    <a:srgbClr val="C0C0C0"/>
                  </a:outerShdw>
                </a:effectLst>
                <a:latin typeface="Times New Roman" pitchFamily="18" charset="0"/>
              </a:rPr>
              <a:t>Network Addresses</a:t>
            </a:r>
          </a:p>
          <a:p>
            <a:pPr>
              <a:defRPr/>
            </a:pPr>
            <a:r>
              <a:rPr lang="en-US" sz="2000" i="1">
                <a:effectLst>
                  <a:outerShdw blurRad="38100" dist="38100" dir="2700000" algn="tl">
                    <a:srgbClr val="C0C0C0"/>
                  </a:outerShdw>
                </a:effectLst>
                <a:latin typeface="Times New Roman" pitchFamily="18" charset="0"/>
              </a:rPr>
              <a:t>Sufficient Information</a:t>
            </a:r>
          </a:p>
          <a:p>
            <a:pPr>
              <a:defRPr/>
            </a:pPr>
            <a:r>
              <a:rPr lang="en-US" sz="2000" i="1">
                <a:effectLst>
                  <a:outerShdw blurRad="38100" dist="38100" dir="2700000" algn="tl">
                    <a:srgbClr val="C0C0C0"/>
                  </a:outerShdw>
                </a:effectLst>
                <a:latin typeface="Times New Roman" pitchFamily="18" charset="0"/>
              </a:rPr>
              <a:t>Mask</a:t>
            </a:r>
          </a:p>
          <a:p>
            <a:pPr>
              <a:defRPr/>
            </a:pPr>
            <a:r>
              <a:rPr lang="en-US" sz="2000" i="1">
                <a:effectLst>
                  <a:outerShdw blurRad="38100" dist="38100" dir="2700000" algn="tl">
                    <a:srgbClr val="C0C0C0"/>
                  </a:outerShdw>
                </a:effectLst>
                <a:latin typeface="Times New Roman" pitchFamily="18" charset="0"/>
              </a:rPr>
              <a:t>CIDR Notation</a:t>
            </a:r>
          </a:p>
          <a:p>
            <a:pPr>
              <a:defRPr/>
            </a:pPr>
            <a:r>
              <a:rPr lang="en-US" sz="2000" i="1">
                <a:effectLst>
                  <a:outerShdw blurRad="38100" dist="38100" dir="2700000" algn="tl">
                    <a:srgbClr val="C0C0C0"/>
                  </a:outerShdw>
                </a:effectLst>
                <a:latin typeface="Times New Roman" pitchFamily="18" charset="0"/>
              </a:rPr>
              <a:t>Address Depletion</a:t>
            </a:r>
          </a:p>
        </p:txBody>
      </p:sp>
      <p:sp>
        <p:nvSpPr>
          <p:cNvPr id="15367" name="Slide Number Placeholder 1">
            <a:extLst>
              <a:ext uri="{FF2B5EF4-FFF2-40B4-BE49-F238E27FC236}">
                <a16:creationId xmlns:a16="http://schemas.microsoft.com/office/drawing/2014/main" xmlns="" id="{A17AB49E-5D4D-2C0C-5858-0C27CDB99E2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4E129AF-8347-42CE-A8DF-E58270AA87D8}" type="slidenum">
              <a:rPr lang="en-US" altLang="en-US" b="0"/>
              <a:pPr/>
              <a:t>24</a:t>
            </a:fld>
            <a:endParaRPr lang="en-US" altLang="en-US" b="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a:extLst>
              <a:ext uri="{FF2B5EF4-FFF2-40B4-BE49-F238E27FC236}">
                <a16:creationId xmlns:a16="http://schemas.microsoft.com/office/drawing/2014/main" xmlns="" id="{890C1569-5F34-4C2A-D014-4FCE5DDBC39A}"/>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Occupation of the address space</a:t>
            </a:r>
          </a:p>
        </p:txBody>
      </p:sp>
      <p:sp>
        <p:nvSpPr>
          <p:cNvPr id="16387" name="Rectangle 3">
            <a:extLst>
              <a:ext uri="{FF2B5EF4-FFF2-40B4-BE49-F238E27FC236}">
                <a16:creationId xmlns:a16="http://schemas.microsoft.com/office/drawing/2014/main" xmlns="" id="{CE1CC315-21ED-803A-A9A0-EAEF67978E17}"/>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88" name="Rectangle 4">
            <a:extLst>
              <a:ext uri="{FF2B5EF4-FFF2-40B4-BE49-F238E27FC236}">
                <a16:creationId xmlns:a16="http://schemas.microsoft.com/office/drawing/2014/main" xmlns="" id="{0DCBB8E6-6A94-8111-DE75-1DE3DC50D6AB}"/>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89" name="Rectangle 5">
            <a:extLst>
              <a:ext uri="{FF2B5EF4-FFF2-40B4-BE49-F238E27FC236}">
                <a16:creationId xmlns:a16="http://schemas.microsoft.com/office/drawing/2014/main" xmlns="" id="{E5737E28-8403-518C-C7EA-734620D1DB1C}"/>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0" name="Rectangle 6">
            <a:extLst>
              <a:ext uri="{FF2B5EF4-FFF2-40B4-BE49-F238E27FC236}">
                <a16:creationId xmlns:a16="http://schemas.microsoft.com/office/drawing/2014/main" xmlns="" id="{04E021F8-ED71-0706-FA5D-CE50B0B982CD}"/>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1" name="Rectangle 7">
            <a:extLst>
              <a:ext uri="{FF2B5EF4-FFF2-40B4-BE49-F238E27FC236}">
                <a16:creationId xmlns:a16="http://schemas.microsoft.com/office/drawing/2014/main" xmlns="" id="{563785B3-1A91-8C13-A745-BA6990E2067A}"/>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2" name="Rectangle 8">
            <a:extLst>
              <a:ext uri="{FF2B5EF4-FFF2-40B4-BE49-F238E27FC236}">
                <a16:creationId xmlns:a16="http://schemas.microsoft.com/office/drawing/2014/main" xmlns="" id="{E116D362-B819-83F6-31B0-801FCF95D1C6}"/>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6393" name="Rectangle 9">
            <a:extLst>
              <a:ext uri="{FF2B5EF4-FFF2-40B4-BE49-F238E27FC236}">
                <a16:creationId xmlns:a16="http://schemas.microsoft.com/office/drawing/2014/main" xmlns="" id="{174BFBCB-4276-34F2-FAC5-439F3EC6599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6394" name="Picture 10">
            <a:extLst>
              <a:ext uri="{FF2B5EF4-FFF2-40B4-BE49-F238E27FC236}">
                <a16:creationId xmlns:a16="http://schemas.microsoft.com/office/drawing/2014/main" xmlns="" id="{0E8800F8-35BC-5B9D-A03F-29376A5D23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714626"/>
            <a:ext cx="759618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5" name="Slide Number Placeholder 1">
            <a:extLst>
              <a:ext uri="{FF2B5EF4-FFF2-40B4-BE49-F238E27FC236}">
                <a16:creationId xmlns:a16="http://schemas.microsoft.com/office/drawing/2014/main" xmlns="" id="{D1618ED8-00FC-97B2-2A6F-4D543CB47E8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E6D1AA7-0EB7-4F25-BA36-4C0BC5763EFF}" type="slidenum">
              <a:rPr lang="en-US" altLang="en-US" b="0"/>
              <a:pPr/>
              <a:t>25</a:t>
            </a:fld>
            <a:endParaRPr lang="en-US" altLang="en-US" b="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5" name="Text Box 3">
            <a:extLst>
              <a:ext uri="{FF2B5EF4-FFF2-40B4-BE49-F238E27FC236}">
                <a16:creationId xmlns:a16="http://schemas.microsoft.com/office/drawing/2014/main" xmlns="" id="{92696B2F-DD6C-BCAA-0E53-ABE55B44C51E}"/>
              </a:ext>
            </a:extLst>
          </p:cNvPr>
          <p:cNvSpPr txBox="1">
            <a:spLocks noChangeArrowheads="1"/>
          </p:cNvSpPr>
          <p:nvPr/>
        </p:nvSpPr>
        <p:spPr bwMode="auto">
          <a:xfrm>
            <a:off x="3429000" y="1371600"/>
            <a:ext cx="3925888" cy="457200"/>
          </a:xfrm>
          <a:prstGeom prst="rect">
            <a:avLst/>
          </a:prstGeom>
          <a:noFill/>
          <a:ln w="9525">
            <a:noFill/>
            <a:miter lim="800000"/>
            <a:headEnd/>
            <a:tailEnd/>
          </a:ln>
          <a:effectLst/>
        </p:spPr>
        <p:txBody>
          <a:bodyPr wrap="none">
            <a:spAutoFit/>
          </a:bodyPr>
          <a:lstStyle/>
          <a:p>
            <a:pPr eaLnBrk="1" hangingPunct="1">
              <a:defRPr/>
            </a:pPr>
            <a:r>
              <a:rPr lang="en-US" sz="2400" i="1">
                <a:effectLst>
                  <a:outerShdw blurRad="38100" dist="38100" dir="2700000" algn="tl">
                    <a:srgbClr val="C0C0C0"/>
                  </a:outerShdw>
                </a:effectLst>
                <a:latin typeface="Times New Roman" pitchFamily="18" charset="0"/>
              </a:rPr>
              <a:t>Table 4.1</a:t>
            </a:r>
            <a:r>
              <a:rPr lang="en-US" sz="2400" i="1">
                <a:solidFill>
                  <a:srgbClr val="FF0066"/>
                </a:solidFill>
                <a:effectLst>
                  <a:outerShdw blurRad="38100" dist="38100" dir="2700000" algn="tl">
                    <a:srgbClr val="C0C0C0"/>
                  </a:outerShdw>
                </a:effectLst>
                <a:latin typeface="Times New Roman" pitchFamily="18" charset="0"/>
              </a:rPr>
              <a:t>  </a:t>
            </a:r>
            <a:r>
              <a:rPr lang="en-US" sz="2400" i="1">
                <a:effectLst>
                  <a:outerShdw blurRad="38100" dist="38100" dir="2700000" algn="tl">
                    <a:srgbClr val="C0C0C0"/>
                  </a:outerShdw>
                </a:effectLst>
                <a:latin typeface="Times New Roman" pitchFamily="18" charset="0"/>
              </a:rPr>
              <a:t>Addresses per class</a:t>
            </a:r>
          </a:p>
        </p:txBody>
      </p:sp>
      <p:pic>
        <p:nvPicPr>
          <p:cNvPr id="17411" name="Picture 42">
            <a:extLst>
              <a:ext uri="{FF2B5EF4-FFF2-40B4-BE49-F238E27FC236}">
                <a16:creationId xmlns:a16="http://schemas.microsoft.com/office/drawing/2014/main" xmlns="" id="{65128EC0-8DD5-887B-9517-3AFF23E010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5650" y="2008189"/>
            <a:ext cx="5600700" cy="284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Slide Number Placeholder 1">
            <a:extLst>
              <a:ext uri="{FF2B5EF4-FFF2-40B4-BE49-F238E27FC236}">
                <a16:creationId xmlns:a16="http://schemas.microsoft.com/office/drawing/2014/main" xmlns="" id="{02D7167E-2F5C-21CB-384E-E23BCD4CD14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541F1F4-96D5-46FB-95D0-C14E703187EE}" type="slidenum">
              <a:rPr lang="en-US" altLang="en-US" b="0"/>
              <a:pPr/>
              <a:t>26</a:t>
            </a:fld>
            <a:endParaRPr lang="en-US" altLang="en-US" b="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xmlns="" id="{327B78C1-13A2-EF50-9929-A397CBF067DA}"/>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Finding the class in binary notation</a:t>
            </a:r>
          </a:p>
        </p:txBody>
      </p:sp>
      <p:sp>
        <p:nvSpPr>
          <p:cNvPr id="18435" name="Rectangle 3">
            <a:extLst>
              <a:ext uri="{FF2B5EF4-FFF2-40B4-BE49-F238E27FC236}">
                <a16:creationId xmlns:a16="http://schemas.microsoft.com/office/drawing/2014/main" xmlns="" id="{EE635117-2DBC-8E10-36ED-BBD144566874}"/>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8436" name="Rectangle 4">
            <a:extLst>
              <a:ext uri="{FF2B5EF4-FFF2-40B4-BE49-F238E27FC236}">
                <a16:creationId xmlns:a16="http://schemas.microsoft.com/office/drawing/2014/main" xmlns="" id="{9557EB2B-45BB-D6E4-7D13-F0686EAE7063}"/>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8437" name="Rectangle 5">
            <a:extLst>
              <a:ext uri="{FF2B5EF4-FFF2-40B4-BE49-F238E27FC236}">
                <a16:creationId xmlns:a16="http://schemas.microsoft.com/office/drawing/2014/main" xmlns="" id="{D75AD4B9-B156-C789-9DEC-D77BF821428C}"/>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8438" name="Rectangle 6">
            <a:extLst>
              <a:ext uri="{FF2B5EF4-FFF2-40B4-BE49-F238E27FC236}">
                <a16:creationId xmlns:a16="http://schemas.microsoft.com/office/drawing/2014/main" xmlns="" id="{80D5A4D4-A38F-A9CE-2513-5F6992DD2A52}"/>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8439" name="Rectangle 7">
            <a:extLst>
              <a:ext uri="{FF2B5EF4-FFF2-40B4-BE49-F238E27FC236}">
                <a16:creationId xmlns:a16="http://schemas.microsoft.com/office/drawing/2014/main" xmlns="" id="{D5807E13-0EE9-3EFA-0E17-94CB9DBEA5D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8440" name="Rectangle 8">
            <a:extLst>
              <a:ext uri="{FF2B5EF4-FFF2-40B4-BE49-F238E27FC236}">
                <a16:creationId xmlns:a16="http://schemas.microsoft.com/office/drawing/2014/main" xmlns="" id="{983AE2B6-1F5B-9EE8-3FBD-A5E1C72304D3}"/>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8441" name="Rectangle 9">
            <a:extLst>
              <a:ext uri="{FF2B5EF4-FFF2-40B4-BE49-F238E27FC236}">
                <a16:creationId xmlns:a16="http://schemas.microsoft.com/office/drawing/2014/main" xmlns="" id="{EAF6F3DA-A19B-A839-3573-D92FC3444ACD}"/>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8442" name="Picture 10">
            <a:extLst>
              <a:ext uri="{FF2B5EF4-FFF2-40B4-BE49-F238E27FC236}">
                <a16:creationId xmlns:a16="http://schemas.microsoft.com/office/drawing/2014/main" xmlns="" id="{85347280-E2C1-8FBB-8AF4-0253FB6A1C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76" y="1858964"/>
            <a:ext cx="8602663"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3" name="Slide Number Placeholder 1">
            <a:extLst>
              <a:ext uri="{FF2B5EF4-FFF2-40B4-BE49-F238E27FC236}">
                <a16:creationId xmlns:a16="http://schemas.microsoft.com/office/drawing/2014/main" xmlns="" id="{D69A29EB-A7B4-EE23-7577-3F5A19193D5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72B264E-C065-4473-83C3-AFB61B2F97E3}" type="slidenum">
              <a:rPr lang="en-US" altLang="en-US" b="0"/>
              <a:pPr/>
              <a:t>27</a:t>
            </a:fld>
            <a:endParaRPr lang="en-US" altLang="en-US" b="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xmlns="" id="{39E8E567-59DE-7D1A-9F73-D39847029A82}"/>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Finding the address class</a:t>
            </a:r>
          </a:p>
        </p:txBody>
      </p:sp>
      <p:sp>
        <p:nvSpPr>
          <p:cNvPr id="19459" name="Rectangle 3">
            <a:extLst>
              <a:ext uri="{FF2B5EF4-FFF2-40B4-BE49-F238E27FC236}">
                <a16:creationId xmlns:a16="http://schemas.microsoft.com/office/drawing/2014/main" xmlns="" id="{BF76F3FD-1767-2E0B-5A81-15A26DC09CF8}"/>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9460" name="Rectangle 4">
            <a:extLst>
              <a:ext uri="{FF2B5EF4-FFF2-40B4-BE49-F238E27FC236}">
                <a16:creationId xmlns:a16="http://schemas.microsoft.com/office/drawing/2014/main" xmlns="" id="{8C90A20F-3F30-E785-05E4-50CEE810DA2C}"/>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9461" name="Rectangle 5">
            <a:extLst>
              <a:ext uri="{FF2B5EF4-FFF2-40B4-BE49-F238E27FC236}">
                <a16:creationId xmlns:a16="http://schemas.microsoft.com/office/drawing/2014/main" xmlns="" id="{20F2C490-ABEC-9046-0987-A760B30B56FF}"/>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9462" name="Rectangle 6">
            <a:extLst>
              <a:ext uri="{FF2B5EF4-FFF2-40B4-BE49-F238E27FC236}">
                <a16:creationId xmlns:a16="http://schemas.microsoft.com/office/drawing/2014/main" xmlns="" id="{5F5C84F7-2175-58BA-8E0F-567FCA415DD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9463" name="Rectangle 7">
            <a:extLst>
              <a:ext uri="{FF2B5EF4-FFF2-40B4-BE49-F238E27FC236}">
                <a16:creationId xmlns:a16="http://schemas.microsoft.com/office/drawing/2014/main" xmlns="" id="{3EC94A37-8486-1955-0881-05E19E69DC24}"/>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9464" name="Rectangle 8">
            <a:extLst>
              <a:ext uri="{FF2B5EF4-FFF2-40B4-BE49-F238E27FC236}">
                <a16:creationId xmlns:a16="http://schemas.microsoft.com/office/drawing/2014/main" xmlns="" id="{CA57AF00-5DBE-336D-AE71-5513686DC3FD}"/>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19465" name="Rectangle 9">
            <a:extLst>
              <a:ext uri="{FF2B5EF4-FFF2-40B4-BE49-F238E27FC236}">
                <a16:creationId xmlns:a16="http://schemas.microsoft.com/office/drawing/2014/main" xmlns="" id="{5E632E32-B46A-AEAA-8B31-87FBC88ABC8B}"/>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19466" name="Picture 10">
            <a:extLst>
              <a:ext uri="{FF2B5EF4-FFF2-40B4-BE49-F238E27FC236}">
                <a16:creationId xmlns:a16="http://schemas.microsoft.com/office/drawing/2014/main" xmlns="" id="{68CF8B2F-CB0F-EFBE-D687-9E3206BA2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0914" y="2230438"/>
            <a:ext cx="7761287" cy="249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7" name="Slide Number Placeholder 1">
            <a:extLst>
              <a:ext uri="{FF2B5EF4-FFF2-40B4-BE49-F238E27FC236}">
                <a16:creationId xmlns:a16="http://schemas.microsoft.com/office/drawing/2014/main" xmlns="" id="{64CA42B6-7837-F974-7D8B-DB0B503F167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13F1EC1-17FD-4855-89D1-B2009C630840}" type="slidenum">
              <a:rPr lang="en-US" altLang="en-US" b="0"/>
              <a:pPr/>
              <a:t>28</a:t>
            </a:fld>
            <a:endParaRPr lang="en-US" altLang="en-US" b="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xmlns="" id="{5B0237BA-5D26-E145-DE21-768108CB32BB}"/>
              </a:ext>
            </a:extLst>
          </p:cNvPr>
          <p:cNvSpPr>
            <a:spLocks noChangeArrowheads="1"/>
          </p:cNvSpPr>
          <p:nvPr/>
        </p:nvSpPr>
        <p:spPr bwMode="auto">
          <a:xfrm>
            <a:off x="1916113" y="1447801"/>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How can we prove that we have 2,147,483,648 addresses in class A?</a:t>
            </a:r>
          </a:p>
        </p:txBody>
      </p:sp>
      <p:sp>
        <p:nvSpPr>
          <p:cNvPr id="20483" name="Text Box 3">
            <a:extLst>
              <a:ext uri="{FF2B5EF4-FFF2-40B4-BE49-F238E27FC236}">
                <a16:creationId xmlns:a16="http://schemas.microsoft.com/office/drawing/2014/main" xmlns="" id="{65F17806-EB66-8AE8-0B44-450EED4D59DA}"/>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5</a:t>
            </a:r>
          </a:p>
        </p:txBody>
      </p:sp>
      <p:sp>
        <p:nvSpPr>
          <p:cNvPr id="20484" name="Rectangle 4">
            <a:extLst>
              <a:ext uri="{FF2B5EF4-FFF2-40B4-BE49-F238E27FC236}">
                <a16:creationId xmlns:a16="http://schemas.microsoft.com/office/drawing/2014/main" xmlns="" id="{59231312-0623-EB14-ACDB-5EA8097F4738}"/>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19463" name="Rectangle 5">
            <a:extLst>
              <a:ext uri="{FF2B5EF4-FFF2-40B4-BE49-F238E27FC236}">
                <a16:creationId xmlns:a16="http://schemas.microsoft.com/office/drawing/2014/main" xmlns="" id="{0B42A30F-74BB-58F0-3574-7ABC64551392}"/>
              </a:ext>
            </a:extLst>
          </p:cNvPr>
          <p:cNvSpPr>
            <a:spLocks noChangeArrowheads="1"/>
          </p:cNvSpPr>
          <p:nvPr/>
        </p:nvSpPr>
        <p:spPr bwMode="auto">
          <a:xfrm>
            <a:off x="1905000" y="3476625"/>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In class A, only 1 bit defines the class. The remaining 31 bits are available for the address. With 31 bits, we can have 2</a:t>
            </a:r>
            <a:r>
              <a:rPr lang="en-US" altLang="en-US" sz="2400" i="1" baseline="30000">
                <a:latin typeface="Times New Roman" panose="02020603050405020304" pitchFamily="18" charset="0"/>
              </a:rPr>
              <a:t>31</a:t>
            </a:r>
            <a:br>
              <a:rPr lang="en-US" altLang="en-US" sz="2400" i="1" baseline="30000">
                <a:latin typeface="Times New Roman" panose="02020603050405020304" pitchFamily="18" charset="0"/>
              </a:rPr>
            </a:br>
            <a:r>
              <a:rPr lang="en-US" altLang="en-US" sz="2400" i="1">
                <a:latin typeface="Times New Roman" panose="02020603050405020304" pitchFamily="18" charset="0"/>
              </a:rPr>
              <a:t>or 2,147,483,648 addresses.</a:t>
            </a:r>
          </a:p>
        </p:txBody>
      </p:sp>
      <p:sp>
        <p:nvSpPr>
          <p:cNvPr id="20486" name="Slide Number Placeholder 1">
            <a:extLst>
              <a:ext uri="{FF2B5EF4-FFF2-40B4-BE49-F238E27FC236}">
                <a16:creationId xmlns:a16="http://schemas.microsoft.com/office/drawing/2014/main" xmlns="" id="{E8252756-C5A3-A98F-309D-772374817B0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7FC53EA-5079-477B-9041-2A9B01F07A84}" type="slidenum">
              <a:rPr lang="en-US" altLang="en-US" b="0"/>
              <a:pPr/>
              <a:t>29</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9463">
                                            <p:txEl>
                                              <p:pRg st="0" end="0"/>
                                            </p:txEl>
                                          </p:spTgt>
                                        </p:tgtEl>
                                        <p:attrNameLst>
                                          <p:attrName>style.visibility</p:attrName>
                                        </p:attrNameLst>
                                      </p:cBhvr>
                                      <p:to>
                                        <p:strVal val="visible"/>
                                      </p:to>
                                    </p:set>
                                    <p:animEffect transition="in" filter="fade">
                                      <p:cBhvr>
                                        <p:cTn id="7" dur="2000"/>
                                        <p:tgtEl>
                                          <p:spTgt spid="194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xmlns="" id="{560AAE1E-96A4-0028-1C2B-417DF3E74F4B}"/>
              </a:ext>
            </a:extLst>
          </p:cNvPr>
          <p:cNvSpPr>
            <a:spLocks noChangeArrowheads="1"/>
          </p:cNvSpPr>
          <p:nvPr/>
        </p:nvSpPr>
        <p:spPr bwMode="auto">
          <a:xfrm>
            <a:off x="1916113" y="1447800"/>
            <a:ext cx="8153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Find the class of each address:</a:t>
            </a:r>
          </a:p>
          <a:p>
            <a:pPr>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a:t>
            </a:r>
            <a:r>
              <a:rPr lang="en-US" altLang="en-US" sz="2400" i="1">
                <a:solidFill>
                  <a:schemeClr val="folHlink"/>
                </a:solidFill>
                <a:latin typeface="Times New Roman" panose="02020603050405020304" pitchFamily="18" charset="0"/>
              </a:rPr>
              <a:t>0</a:t>
            </a:r>
            <a:r>
              <a:rPr lang="en-US" altLang="en-US" sz="2400" i="1">
                <a:latin typeface="Times New Roman" panose="02020603050405020304" pitchFamily="18" charset="0"/>
              </a:rPr>
              <a:t>0000001 00001011 00001011 11101111</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a:t>
            </a:r>
            <a:r>
              <a:rPr lang="en-US" altLang="en-US" sz="2400" i="1">
                <a:solidFill>
                  <a:schemeClr val="folHlink"/>
                </a:solidFill>
                <a:latin typeface="Times New Roman" panose="02020603050405020304" pitchFamily="18" charset="0"/>
              </a:rPr>
              <a:t>110</a:t>
            </a:r>
            <a:r>
              <a:rPr lang="en-US" altLang="en-US" sz="2400" i="1">
                <a:latin typeface="Times New Roman" panose="02020603050405020304" pitchFamily="18" charset="0"/>
              </a:rPr>
              <a:t>00001 10000011 00011011 11111111</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a:t>
            </a:r>
            <a:r>
              <a:rPr lang="en-US" altLang="en-US" sz="2400" i="1">
                <a:solidFill>
                  <a:schemeClr val="folHlink"/>
                </a:solidFill>
                <a:latin typeface="Times New Roman" panose="02020603050405020304" pitchFamily="18" charset="0"/>
              </a:rPr>
              <a:t>10</a:t>
            </a:r>
            <a:r>
              <a:rPr lang="en-US" altLang="en-US" sz="2400" i="1">
                <a:latin typeface="Times New Roman" panose="02020603050405020304" pitchFamily="18" charset="0"/>
              </a:rPr>
              <a:t>100111 11011011 10001011 01101111</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a:t>
            </a:r>
            <a:r>
              <a:rPr lang="en-US" altLang="en-US" sz="2400" i="1">
                <a:solidFill>
                  <a:schemeClr val="folHlink"/>
                </a:solidFill>
                <a:latin typeface="Times New Roman" panose="02020603050405020304" pitchFamily="18" charset="0"/>
              </a:rPr>
              <a:t>1111</a:t>
            </a:r>
            <a:r>
              <a:rPr lang="en-US" altLang="en-US" sz="2400" i="1">
                <a:latin typeface="Times New Roman" panose="02020603050405020304" pitchFamily="18" charset="0"/>
              </a:rPr>
              <a:t>0011 10011011 11111011 00001111</a:t>
            </a:r>
          </a:p>
        </p:txBody>
      </p:sp>
      <p:sp>
        <p:nvSpPr>
          <p:cNvPr id="21507" name="Text Box 3">
            <a:extLst>
              <a:ext uri="{FF2B5EF4-FFF2-40B4-BE49-F238E27FC236}">
                <a16:creationId xmlns:a16="http://schemas.microsoft.com/office/drawing/2014/main" xmlns="" id="{EDEB603E-61D7-1F68-D0C9-BB749838D850}"/>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6</a:t>
            </a:r>
          </a:p>
        </p:txBody>
      </p:sp>
      <p:sp>
        <p:nvSpPr>
          <p:cNvPr id="21508" name="Rectangle 4">
            <a:extLst>
              <a:ext uri="{FF2B5EF4-FFF2-40B4-BE49-F238E27FC236}">
                <a16:creationId xmlns:a16="http://schemas.microsoft.com/office/drawing/2014/main" xmlns="" id="{0515910B-5027-41CD-1D0E-6CA821FA47FC}"/>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20487" name="Rectangle 5">
            <a:extLst>
              <a:ext uri="{FF2B5EF4-FFF2-40B4-BE49-F238E27FC236}">
                <a16:creationId xmlns:a16="http://schemas.microsoft.com/office/drawing/2014/main" xmlns="" id="{09A86902-102E-EC65-37D6-3DB178807363}"/>
              </a:ext>
            </a:extLst>
          </p:cNvPr>
          <p:cNvSpPr>
            <a:spLocks noChangeArrowheads="1"/>
          </p:cNvSpPr>
          <p:nvPr/>
        </p:nvSpPr>
        <p:spPr bwMode="auto">
          <a:xfrm>
            <a:off x="1905000" y="3962400"/>
            <a:ext cx="8534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See the procedure in Figure 4.4.</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The first bit is 0. This is a class A address.</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The first 2 bits are 1; the third bit is 0. This is a class C address.</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The first bit is 0; the second bit is 1. This is a class B address.</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The first 4 bits are 1s. This is a class E address..</a:t>
            </a:r>
          </a:p>
        </p:txBody>
      </p:sp>
      <p:sp>
        <p:nvSpPr>
          <p:cNvPr id="21510" name="Slide Number Placeholder 1">
            <a:extLst>
              <a:ext uri="{FF2B5EF4-FFF2-40B4-BE49-F238E27FC236}">
                <a16:creationId xmlns:a16="http://schemas.microsoft.com/office/drawing/2014/main" xmlns="" id="{91DADC93-4D82-BF06-ACB0-79D28D0C714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5888501-BDE9-4DA8-8192-F5FF258C5531}" type="slidenum">
              <a:rPr lang="en-US" altLang="en-US" b="0"/>
              <a:pPr/>
              <a:t>30</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0487">
                                            <p:txEl>
                                              <p:pRg st="0" end="0"/>
                                            </p:txEl>
                                          </p:spTgt>
                                        </p:tgtEl>
                                        <p:attrNameLst>
                                          <p:attrName>style.visibility</p:attrName>
                                        </p:attrNameLst>
                                      </p:cBhvr>
                                      <p:to>
                                        <p:strVal val="visible"/>
                                      </p:to>
                                    </p:set>
                                    <p:animEffect transition="in" filter="fade">
                                      <p:cBhvr>
                                        <p:cTn id="7" dur="2000"/>
                                        <p:tgtEl>
                                          <p:spTgt spid="204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xmlns="" id="{BB560F08-9656-692C-19E2-6F4FF43439CF}"/>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Finding the class in decimal notation</a:t>
            </a:r>
          </a:p>
        </p:txBody>
      </p:sp>
      <p:sp>
        <p:nvSpPr>
          <p:cNvPr id="22531" name="Rectangle 3">
            <a:extLst>
              <a:ext uri="{FF2B5EF4-FFF2-40B4-BE49-F238E27FC236}">
                <a16:creationId xmlns:a16="http://schemas.microsoft.com/office/drawing/2014/main" xmlns="" id="{C30B1872-63D9-EE89-C25B-46F81D669DBC}"/>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2" name="Rectangle 4">
            <a:extLst>
              <a:ext uri="{FF2B5EF4-FFF2-40B4-BE49-F238E27FC236}">
                <a16:creationId xmlns:a16="http://schemas.microsoft.com/office/drawing/2014/main" xmlns="" id="{A966BAA7-25FC-B1AA-388B-76D4883CC67E}"/>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3" name="Rectangle 5">
            <a:extLst>
              <a:ext uri="{FF2B5EF4-FFF2-40B4-BE49-F238E27FC236}">
                <a16:creationId xmlns:a16="http://schemas.microsoft.com/office/drawing/2014/main" xmlns="" id="{5B1918C3-26CB-B4F5-17E7-2E93188F1975}"/>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4" name="Rectangle 6">
            <a:extLst>
              <a:ext uri="{FF2B5EF4-FFF2-40B4-BE49-F238E27FC236}">
                <a16:creationId xmlns:a16="http://schemas.microsoft.com/office/drawing/2014/main" xmlns="" id="{EB070535-7F66-E07B-15C6-12A1F7FFA65A}"/>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5" name="Rectangle 7">
            <a:extLst>
              <a:ext uri="{FF2B5EF4-FFF2-40B4-BE49-F238E27FC236}">
                <a16:creationId xmlns:a16="http://schemas.microsoft.com/office/drawing/2014/main" xmlns="" id="{28A1FCCA-427B-9F26-11A3-EEDF1F4DF589}"/>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6" name="Rectangle 8">
            <a:extLst>
              <a:ext uri="{FF2B5EF4-FFF2-40B4-BE49-F238E27FC236}">
                <a16:creationId xmlns:a16="http://schemas.microsoft.com/office/drawing/2014/main" xmlns="" id="{F73BA245-AAA6-ED5A-A5EB-794496B5A1BB}"/>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2537" name="Rectangle 9">
            <a:extLst>
              <a:ext uri="{FF2B5EF4-FFF2-40B4-BE49-F238E27FC236}">
                <a16:creationId xmlns:a16="http://schemas.microsoft.com/office/drawing/2014/main" xmlns="" id="{E0B60616-D580-05B5-AEB3-935A9C85755C}"/>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2538" name="Picture 10">
            <a:extLst>
              <a:ext uri="{FF2B5EF4-FFF2-40B4-BE49-F238E27FC236}">
                <a16:creationId xmlns:a16="http://schemas.microsoft.com/office/drawing/2014/main" xmlns="" id="{43AEE55C-8CF1-1601-1CFD-C49B3909F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114" y="1858964"/>
            <a:ext cx="8613775"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9" name="Slide Number Placeholder 1">
            <a:extLst>
              <a:ext uri="{FF2B5EF4-FFF2-40B4-BE49-F238E27FC236}">
                <a16:creationId xmlns:a16="http://schemas.microsoft.com/office/drawing/2014/main" xmlns="" id="{7975EB85-76D8-AF2C-98FB-FD27AEFEA76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B076A95-82B0-48FA-882E-7BCD278574B2}" type="slidenum">
              <a:rPr lang="en-US" altLang="en-US" b="0"/>
              <a:pPr/>
              <a:t>31</a:t>
            </a:fld>
            <a:endParaRPr lang="en-US" altLang="en-US" b="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xmlns="" id="{ED3C7FBC-1B78-80C0-B447-AC6E857FFA36}"/>
              </a:ext>
            </a:extLst>
          </p:cNvPr>
          <p:cNvSpPr>
            <a:spLocks noChangeArrowheads="1"/>
          </p:cNvSpPr>
          <p:nvPr/>
        </p:nvSpPr>
        <p:spPr bwMode="auto">
          <a:xfrm>
            <a:off x="1916113" y="1447801"/>
            <a:ext cx="81534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Find the class of each address:</a:t>
            </a:r>
          </a:p>
          <a:p>
            <a:pPr algn="just">
              <a:spcBef>
                <a:spcPct val="50000"/>
              </a:spcBef>
            </a:pP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227.12.14.87	</a:t>
            </a: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193.14.56.22	</a:t>
            </a: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14.23.120.8</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252.5.15.111	</a:t>
            </a:r>
            <a:r>
              <a:rPr lang="en-US" altLang="en-US" sz="2400" i="1">
                <a:solidFill>
                  <a:schemeClr val="hlink"/>
                </a:solidFill>
                <a:latin typeface="Times New Roman" panose="02020603050405020304" pitchFamily="18" charset="0"/>
              </a:rPr>
              <a:t>e.</a:t>
            </a:r>
            <a:r>
              <a:rPr lang="en-US" altLang="en-US" sz="2400" i="1">
                <a:latin typeface="Times New Roman" panose="02020603050405020304" pitchFamily="18" charset="0"/>
              </a:rPr>
              <a:t>134.11.78.56</a:t>
            </a:r>
          </a:p>
        </p:txBody>
      </p:sp>
      <p:sp>
        <p:nvSpPr>
          <p:cNvPr id="23555" name="Text Box 3">
            <a:extLst>
              <a:ext uri="{FF2B5EF4-FFF2-40B4-BE49-F238E27FC236}">
                <a16:creationId xmlns:a16="http://schemas.microsoft.com/office/drawing/2014/main" xmlns="" id="{FE7869DA-8534-8739-B1B8-043B9C134B7E}"/>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7</a:t>
            </a:r>
          </a:p>
        </p:txBody>
      </p:sp>
      <p:sp>
        <p:nvSpPr>
          <p:cNvPr id="23556" name="Rectangle 4">
            <a:extLst>
              <a:ext uri="{FF2B5EF4-FFF2-40B4-BE49-F238E27FC236}">
                <a16:creationId xmlns:a16="http://schemas.microsoft.com/office/drawing/2014/main" xmlns="" id="{8588A29B-6190-ED74-4743-B743AC884927}"/>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22535" name="Rectangle 6">
            <a:extLst>
              <a:ext uri="{FF2B5EF4-FFF2-40B4-BE49-F238E27FC236}">
                <a16:creationId xmlns:a16="http://schemas.microsoft.com/office/drawing/2014/main" xmlns="" id="{E4B4DA38-1FA4-C784-6458-2C258C783DAE}"/>
              </a:ext>
            </a:extLst>
          </p:cNvPr>
          <p:cNvSpPr>
            <a:spLocks noChangeArrowheads="1"/>
          </p:cNvSpPr>
          <p:nvPr/>
        </p:nvSpPr>
        <p:spPr bwMode="auto">
          <a:xfrm>
            <a:off x="1905000" y="3200400"/>
            <a:ext cx="81534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br>
              <a:rPr lang="en-US" altLang="en-US" sz="2400" i="1">
                <a:solidFill>
                  <a:schemeClr val="folHlink"/>
                </a:solidFill>
                <a:latin typeface="Times New Roman" panose="02020603050405020304" pitchFamily="18" charset="0"/>
              </a:rPr>
            </a:br>
            <a:r>
              <a:rPr lang="en-US" altLang="en-US" sz="2400" i="1">
                <a:solidFill>
                  <a:schemeClr val="hlink"/>
                </a:solidFill>
                <a:latin typeface="Times New Roman" panose="02020603050405020304" pitchFamily="18" charset="0"/>
              </a:rPr>
              <a:t>a.</a:t>
            </a:r>
            <a:r>
              <a:rPr lang="en-US" altLang="en-US" sz="2400" i="1">
                <a:latin typeface="Times New Roman" panose="02020603050405020304" pitchFamily="18" charset="0"/>
              </a:rPr>
              <a:t> The first byte is 227 (between 224 and 239); the class is D.</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b</a:t>
            </a:r>
            <a:r>
              <a:rPr lang="en-US" altLang="en-US" sz="2400" i="1">
                <a:latin typeface="Times New Roman" panose="02020603050405020304" pitchFamily="18" charset="0"/>
              </a:rPr>
              <a:t>. The first byte is 193 (between 192 and 223); the class is C.</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c.</a:t>
            </a:r>
            <a:r>
              <a:rPr lang="en-US" altLang="en-US" sz="2400" i="1">
                <a:latin typeface="Times New Roman" panose="02020603050405020304" pitchFamily="18" charset="0"/>
              </a:rPr>
              <a:t> The first byte is 14 (between 0 and 127); the class is A.</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d.</a:t>
            </a:r>
            <a:r>
              <a:rPr lang="en-US" altLang="en-US" sz="2400" i="1">
                <a:latin typeface="Times New Roman" panose="02020603050405020304" pitchFamily="18" charset="0"/>
              </a:rPr>
              <a:t> The first byte is 252 (between 240 and 255); the class is E.</a:t>
            </a:r>
            <a:br>
              <a:rPr lang="en-US" altLang="en-US" sz="2400" i="1">
                <a:latin typeface="Times New Roman" panose="02020603050405020304" pitchFamily="18" charset="0"/>
              </a:rPr>
            </a:br>
            <a:r>
              <a:rPr lang="en-US" altLang="en-US" sz="2400" i="1">
                <a:solidFill>
                  <a:schemeClr val="hlink"/>
                </a:solidFill>
                <a:latin typeface="Times New Roman" panose="02020603050405020304" pitchFamily="18" charset="0"/>
              </a:rPr>
              <a:t>e.</a:t>
            </a:r>
            <a:r>
              <a:rPr lang="en-US" altLang="en-US" sz="2400" i="1">
                <a:latin typeface="Times New Roman" panose="02020603050405020304" pitchFamily="18" charset="0"/>
              </a:rPr>
              <a:t> The first byte is 134 (between 128 and 191); the class is B.</a:t>
            </a:r>
          </a:p>
        </p:txBody>
      </p:sp>
      <p:sp>
        <p:nvSpPr>
          <p:cNvPr id="23558" name="Slide Number Placeholder 1">
            <a:extLst>
              <a:ext uri="{FF2B5EF4-FFF2-40B4-BE49-F238E27FC236}">
                <a16:creationId xmlns:a16="http://schemas.microsoft.com/office/drawing/2014/main" xmlns="" id="{B3DD26AD-C11E-DCCB-26FD-BEA71BC0C8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8E992D4-307D-438C-BF2F-74420CA1D36E}" type="slidenum">
              <a:rPr lang="en-US" altLang="en-US" b="0"/>
              <a:pPr/>
              <a:t>32</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2535">
                                            <p:txEl>
                                              <p:pRg st="0" end="0"/>
                                            </p:txEl>
                                          </p:spTgt>
                                        </p:tgtEl>
                                        <p:attrNameLst>
                                          <p:attrName>style.visibility</p:attrName>
                                        </p:attrNameLst>
                                      </p:cBhvr>
                                      <p:to>
                                        <p:strVal val="visible"/>
                                      </p:to>
                                    </p:set>
                                    <p:animEffect transition="in" filter="fade">
                                      <p:cBhvr>
                                        <p:cTn id="7" dur="2000"/>
                                        <p:tgtEl>
                                          <p:spTgt spid="225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xmlns="" id="{09B6F8C5-0B41-D206-59D1-D8B31F71D454}"/>
              </a:ext>
            </a:extLst>
          </p:cNvPr>
          <p:cNvSpPr>
            <a:spLocks noChangeArrowheads="1"/>
          </p:cNvSpPr>
          <p:nvPr/>
        </p:nvSpPr>
        <p:spPr bwMode="auto">
          <a:xfrm>
            <a:off x="1916113" y="1447801"/>
            <a:ext cx="8153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In Example 5 we showed that class A has 2</a:t>
            </a:r>
            <a:r>
              <a:rPr lang="en-US" altLang="en-US" sz="2400" i="1" baseline="30000">
                <a:latin typeface="Times New Roman" panose="02020603050405020304" pitchFamily="18" charset="0"/>
              </a:rPr>
              <a:t>31</a:t>
            </a:r>
            <a:r>
              <a:rPr lang="en-US" altLang="en-US" sz="2400" i="1">
                <a:latin typeface="Times New Roman" panose="02020603050405020304" pitchFamily="18" charset="0"/>
              </a:rPr>
              <a:t> (2,147,483,648) addresses. How can we prove this same fact using dotted-decimal notation?</a:t>
            </a:r>
          </a:p>
        </p:txBody>
      </p:sp>
      <p:sp>
        <p:nvSpPr>
          <p:cNvPr id="24579" name="Text Box 3">
            <a:extLst>
              <a:ext uri="{FF2B5EF4-FFF2-40B4-BE49-F238E27FC236}">
                <a16:creationId xmlns:a16="http://schemas.microsoft.com/office/drawing/2014/main" xmlns="" id="{67573E28-4098-28B6-79E0-7C1846D14D7D}"/>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8</a:t>
            </a:r>
          </a:p>
        </p:txBody>
      </p:sp>
      <p:sp>
        <p:nvSpPr>
          <p:cNvPr id="24580" name="Rectangle 4">
            <a:extLst>
              <a:ext uri="{FF2B5EF4-FFF2-40B4-BE49-F238E27FC236}">
                <a16:creationId xmlns:a16="http://schemas.microsoft.com/office/drawing/2014/main" xmlns="" id="{54881D57-5EFC-4527-5627-923C3E46A587}"/>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23559" name="Rectangle 5">
            <a:extLst>
              <a:ext uri="{FF2B5EF4-FFF2-40B4-BE49-F238E27FC236}">
                <a16:creationId xmlns:a16="http://schemas.microsoft.com/office/drawing/2014/main" xmlns="" id="{5A7A547D-FA74-D5AE-16AC-6BF264B52B61}"/>
              </a:ext>
            </a:extLst>
          </p:cNvPr>
          <p:cNvSpPr>
            <a:spLocks noChangeArrowheads="1"/>
          </p:cNvSpPr>
          <p:nvPr/>
        </p:nvSpPr>
        <p:spPr bwMode="auto">
          <a:xfrm>
            <a:off x="1905000" y="2667001"/>
            <a:ext cx="8153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The addresses in class A range from 0.0.0.0 to 127.255.255.255. We need to show that the difference between these two numbers is 2,147,483,648. This is a good exercise because it shows us how to define the range of addresses between two addresses. We notice that we are dealing with base 256 numbers here. Each byte in the notation has a weight. The weights are as follows:</a:t>
            </a:r>
          </a:p>
        </p:txBody>
      </p:sp>
      <p:sp>
        <p:nvSpPr>
          <p:cNvPr id="24582" name="Text Box 6">
            <a:extLst>
              <a:ext uri="{FF2B5EF4-FFF2-40B4-BE49-F238E27FC236}">
                <a16:creationId xmlns:a16="http://schemas.microsoft.com/office/drawing/2014/main" xmlns="" id="{B8C5A302-EB67-90A0-54EC-2546B81C5C23}"/>
              </a:ext>
            </a:extLst>
          </p:cNvPr>
          <p:cNvSpPr txBox="1">
            <a:spLocks noChangeArrowheads="1"/>
          </p:cNvSpPr>
          <p:nvPr/>
        </p:nvSpPr>
        <p:spPr bwMode="auto">
          <a:xfrm>
            <a:off x="4978400" y="5867400"/>
            <a:ext cx="2358338" cy="523220"/>
          </a:xfrm>
          <a:prstGeom prst="rect">
            <a:avLst/>
          </a:prstGeom>
          <a:noFill/>
          <a:ln w="762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800">
                <a:solidFill>
                  <a:schemeClr val="hlink"/>
                </a:solidFill>
                <a:latin typeface="Times New Roman" panose="02020603050405020304" pitchFamily="18" charset="0"/>
              </a:rPr>
              <a:t>See Next Slide</a:t>
            </a:r>
          </a:p>
        </p:txBody>
      </p:sp>
      <p:sp>
        <p:nvSpPr>
          <p:cNvPr id="24583" name="Slide Number Placeholder 1">
            <a:extLst>
              <a:ext uri="{FF2B5EF4-FFF2-40B4-BE49-F238E27FC236}">
                <a16:creationId xmlns:a16="http://schemas.microsoft.com/office/drawing/2014/main" xmlns="" id="{9292405F-2FA0-81FD-C417-C5101A14622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89E1054-D8D6-4F9E-8B49-BF94ECBCBD79}" type="slidenum">
              <a:rPr lang="en-US" altLang="en-US" b="0"/>
              <a:pPr/>
              <a:t>33</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3559">
                                            <p:txEl>
                                              <p:pRg st="0" end="0"/>
                                            </p:txEl>
                                          </p:spTgt>
                                        </p:tgtEl>
                                        <p:attrNameLst>
                                          <p:attrName>style.visibility</p:attrName>
                                        </p:attrNameLst>
                                      </p:cBhvr>
                                      <p:to>
                                        <p:strVal val="visible"/>
                                      </p:to>
                                    </p:set>
                                    <p:animEffect transition="in" filter="fade">
                                      <p:cBhvr>
                                        <p:cTn id="7" dur="2000"/>
                                        <p:tgtEl>
                                          <p:spTgt spid="235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xmlns="" id="{CE8F219B-FB9A-847A-F45A-63102EDAF5DD}"/>
              </a:ext>
            </a:extLst>
          </p:cNvPr>
          <p:cNvSpPr>
            <a:spLocks noChangeArrowheads="1"/>
          </p:cNvSpPr>
          <p:nvPr/>
        </p:nvSpPr>
        <p:spPr bwMode="auto">
          <a:xfrm>
            <a:off x="2133600" y="1447800"/>
            <a:ext cx="8153400" cy="457200"/>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                             256</a:t>
            </a:r>
            <a:r>
              <a:rPr lang="en-US" altLang="en-US" sz="2400" i="1" baseline="30000">
                <a:latin typeface="Times New Roman" panose="02020603050405020304" pitchFamily="18" charset="0"/>
              </a:rPr>
              <a:t>3</a:t>
            </a:r>
            <a:r>
              <a:rPr lang="en-US" altLang="en-US" sz="2400" i="1">
                <a:latin typeface="Times New Roman" panose="02020603050405020304" pitchFamily="18" charset="0"/>
              </a:rPr>
              <a:t>, 256</a:t>
            </a:r>
            <a:r>
              <a:rPr lang="en-US" altLang="en-US" sz="2400" i="1" baseline="30000">
                <a:latin typeface="Times New Roman" panose="02020603050405020304" pitchFamily="18" charset="0"/>
              </a:rPr>
              <a:t>2</a:t>
            </a:r>
            <a:r>
              <a:rPr lang="en-US" altLang="en-US" sz="2400" i="1">
                <a:latin typeface="Times New Roman" panose="02020603050405020304" pitchFamily="18" charset="0"/>
              </a:rPr>
              <a:t>, 256</a:t>
            </a:r>
            <a:r>
              <a:rPr lang="en-US" altLang="en-US" sz="2400" i="1" baseline="30000">
                <a:latin typeface="Times New Roman" panose="02020603050405020304" pitchFamily="18" charset="0"/>
              </a:rPr>
              <a:t>1</a:t>
            </a:r>
            <a:r>
              <a:rPr lang="en-US" altLang="en-US" sz="2400" i="1">
                <a:latin typeface="Times New Roman" panose="02020603050405020304" pitchFamily="18" charset="0"/>
              </a:rPr>
              <a:t>, 256</a:t>
            </a:r>
            <a:r>
              <a:rPr lang="en-US" altLang="en-US" sz="2400" i="1" baseline="30000">
                <a:latin typeface="Times New Roman" panose="02020603050405020304" pitchFamily="18" charset="0"/>
              </a:rPr>
              <a:t>0</a:t>
            </a:r>
          </a:p>
        </p:txBody>
      </p:sp>
      <p:sp>
        <p:nvSpPr>
          <p:cNvPr id="25603" name="Text Box 3">
            <a:extLst>
              <a:ext uri="{FF2B5EF4-FFF2-40B4-BE49-F238E27FC236}">
                <a16:creationId xmlns:a16="http://schemas.microsoft.com/office/drawing/2014/main" xmlns="" id="{095757F5-DABF-6738-806F-EAB80014046D}"/>
              </a:ext>
            </a:extLst>
          </p:cNvPr>
          <p:cNvSpPr txBox="1">
            <a:spLocks noChangeArrowheads="1"/>
          </p:cNvSpPr>
          <p:nvPr/>
        </p:nvSpPr>
        <p:spPr bwMode="auto">
          <a:xfrm>
            <a:off x="2667000" y="381001"/>
            <a:ext cx="419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8 </a:t>
            </a:r>
            <a:r>
              <a:rPr lang="en-US" altLang="en-US" sz="1400" i="1">
                <a:solidFill>
                  <a:schemeClr val="folHlink"/>
                </a:solidFill>
                <a:latin typeface="Algerian" panose="04020705040A02060702" pitchFamily="82" charset="0"/>
              </a:rPr>
              <a:t>(continued)</a:t>
            </a:r>
          </a:p>
        </p:txBody>
      </p:sp>
      <p:sp>
        <p:nvSpPr>
          <p:cNvPr id="25604" name="Rectangle 4">
            <a:extLst>
              <a:ext uri="{FF2B5EF4-FFF2-40B4-BE49-F238E27FC236}">
                <a16:creationId xmlns:a16="http://schemas.microsoft.com/office/drawing/2014/main" xmlns="" id="{C2BA2E58-E61A-6041-AD23-F9F5F5474619}"/>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25605" name="Rectangle 5">
            <a:extLst>
              <a:ext uri="{FF2B5EF4-FFF2-40B4-BE49-F238E27FC236}">
                <a16:creationId xmlns:a16="http://schemas.microsoft.com/office/drawing/2014/main" xmlns="" id="{B9BC277C-311A-05CA-FC73-9A7DC0290B15}"/>
              </a:ext>
            </a:extLst>
          </p:cNvPr>
          <p:cNvSpPr>
            <a:spLocks noChangeArrowheads="1"/>
          </p:cNvSpPr>
          <p:nvPr/>
        </p:nvSpPr>
        <p:spPr bwMode="auto">
          <a:xfrm>
            <a:off x="2133600" y="2971801"/>
            <a:ext cx="8153400" cy="1384995"/>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spcBef>
                <a:spcPct val="50000"/>
              </a:spcBef>
            </a:pPr>
            <a:r>
              <a:rPr lang="en-US" altLang="en-US" sz="2400" i="1">
                <a:latin typeface="Times New Roman" panose="02020603050405020304" pitchFamily="18" charset="0"/>
              </a:rPr>
              <a:t>Last address: 127 × 256</a:t>
            </a:r>
            <a:r>
              <a:rPr lang="en-US" altLang="en-US" sz="2400" i="1" baseline="30000">
                <a:latin typeface="Times New Roman" panose="02020603050405020304" pitchFamily="18" charset="0"/>
              </a:rPr>
              <a:t>3</a:t>
            </a:r>
            <a:r>
              <a:rPr lang="en-US" altLang="en-US" sz="2400" i="1">
                <a:latin typeface="Times New Roman" panose="02020603050405020304" pitchFamily="18" charset="0"/>
              </a:rPr>
              <a:t> + 255 × 256</a:t>
            </a:r>
            <a:r>
              <a:rPr lang="en-US" altLang="en-US" sz="2400" i="1" baseline="30000">
                <a:latin typeface="Times New Roman" panose="02020603050405020304" pitchFamily="18" charset="0"/>
              </a:rPr>
              <a:t>2</a:t>
            </a:r>
            <a:r>
              <a:rPr lang="en-US" altLang="en-US" sz="2400" i="1">
                <a:latin typeface="Times New Roman" panose="02020603050405020304" pitchFamily="18" charset="0"/>
              </a:rPr>
              <a:t> + </a:t>
            </a:r>
            <a:br>
              <a:rPr lang="en-US" altLang="en-US" sz="2400" i="1">
                <a:latin typeface="Times New Roman" panose="02020603050405020304" pitchFamily="18" charset="0"/>
              </a:rPr>
            </a:br>
            <a:r>
              <a:rPr lang="en-US" altLang="en-US" sz="2400" i="1">
                <a:latin typeface="Times New Roman" panose="02020603050405020304" pitchFamily="18" charset="0"/>
              </a:rPr>
              <a:t>                       255 × 256</a:t>
            </a:r>
            <a:r>
              <a:rPr lang="en-US" altLang="en-US" sz="2400" i="1" baseline="30000">
                <a:latin typeface="Times New Roman" panose="02020603050405020304" pitchFamily="18" charset="0"/>
              </a:rPr>
              <a:t>1 </a:t>
            </a:r>
            <a:r>
              <a:rPr lang="en-US" altLang="en-US" sz="2400" i="1">
                <a:latin typeface="Times New Roman" panose="02020603050405020304" pitchFamily="18" charset="0"/>
              </a:rPr>
              <a:t>+ 255 × 256</a:t>
            </a:r>
            <a:r>
              <a:rPr lang="en-US" altLang="en-US" sz="2400" i="1" baseline="30000">
                <a:latin typeface="Times New Roman" panose="02020603050405020304" pitchFamily="18" charset="0"/>
              </a:rPr>
              <a:t>0</a:t>
            </a:r>
            <a:r>
              <a:rPr lang="en-US" altLang="en-US" sz="2400" i="1">
                <a:latin typeface="Times New Roman" panose="02020603050405020304" pitchFamily="18" charset="0"/>
              </a:rPr>
              <a:t> = 2,147,483,647</a:t>
            </a:r>
          </a:p>
          <a:p>
            <a:pPr>
              <a:spcBef>
                <a:spcPct val="50000"/>
              </a:spcBef>
            </a:pPr>
            <a:r>
              <a:rPr lang="en-US" altLang="en-US" sz="2400" i="1">
                <a:latin typeface="Times New Roman" panose="02020603050405020304" pitchFamily="18" charset="0"/>
              </a:rPr>
              <a:t>First address: = 0</a:t>
            </a:r>
          </a:p>
        </p:txBody>
      </p:sp>
      <p:sp>
        <p:nvSpPr>
          <p:cNvPr id="25606" name="Rectangle 6">
            <a:extLst>
              <a:ext uri="{FF2B5EF4-FFF2-40B4-BE49-F238E27FC236}">
                <a16:creationId xmlns:a16="http://schemas.microsoft.com/office/drawing/2014/main" xmlns="" id="{74531FF3-DA5C-CCD5-ACE0-E9951B9A8B70}"/>
              </a:ext>
            </a:extLst>
          </p:cNvPr>
          <p:cNvSpPr>
            <a:spLocks noChangeArrowheads="1"/>
          </p:cNvSpPr>
          <p:nvPr/>
        </p:nvSpPr>
        <p:spPr bwMode="auto">
          <a:xfrm>
            <a:off x="1981200" y="1997076"/>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Now to find the integer value of each number, we multiply each byte by its weight:</a:t>
            </a:r>
          </a:p>
        </p:txBody>
      </p:sp>
      <p:sp>
        <p:nvSpPr>
          <p:cNvPr id="25607" name="Rectangle 7">
            <a:extLst>
              <a:ext uri="{FF2B5EF4-FFF2-40B4-BE49-F238E27FC236}">
                <a16:creationId xmlns:a16="http://schemas.microsoft.com/office/drawing/2014/main" xmlns="" id="{8DB671BE-8813-648A-524B-62A5C43C844C}"/>
              </a:ext>
            </a:extLst>
          </p:cNvPr>
          <p:cNvSpPr>
            <a:spLocks noChangeArrowheads="1"/>
          </p:cNvSpPr>
          <p:nvPr/>
        </p:nvSpPr>
        <p:spPr bwMode="auto">
          <a:xfrm>
            <a:off x="2133600" y="4375151"/>
            <a:ext cx="81534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If we subtract the first from the last and add 1 to the result (remember we always add 1 to get the range), we get 2,147,483,648 or 2</a:t>
            </a:r>
            <a:r>
              <a:rPr lang="en-US" altLang="en-US" sz="2400" i="1" baseline="30000">
                <a:latin typeface="Times New Roman" panose="02020603050405020304" pitchFamily="18" charset="0"/>
              </a:rPr>
              <a:t>31</a:t>
            </a:r>
            <a:r>
              <a:rPr lang="en-US" altLang="en-US" sz="2400" i="1">
                <a:latin typeface="Times New Roman" panose="02020603050405020304" pitchFamily="18" charset="0"/>
              </a:rPr>
              <a:t>.</a:t>
            </a:r>
          </a:p>
        </p:txBody>
      </p:sp>
      <p:sp>
        <p:nvSpPr>
          <p:cNvPr id="25608" name="Slide Number Placeholder 1">
            <a:extLst>
              <a:ext uri="{FF2B5EF4-FFF2-40B4-BE49-F238E27FC236}">
                <a16:creationId xmlns:a16="http://schemas.microsoft.com/office/drawing/2014/main" xmlns="" id="{EFE14889-D9BB-1DCD-2590-ABF3CCD29AD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29C7F9D-6952-4409-A815-D18BF66B5D49}" type="slidenum">
              <a:rPr lang="en-US" altLang="en-US" b="0"/>
              <a:pPr/>
              <a:t>34</a:t>
            </a:fld>
            <a:endParaRPr lang="en-US" altLang="en-US" b="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xmlns="" id="{89F7E3DD-7C5E-BC21-2D78-8888DF42C40C}"/>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Netid and hostid</a:t>
            </a:r>
          </a:p>
        </p:txBody>
      </p:sp>
      <p:sp>
        <p:nvSpPr>
          <p:cNvPr id="26627" name="Rectangle 3">
            <a:extLst>
              <a:ext uri="{FF2B5EF4-FFF2-40B4-BE49-F238E27FC236}">
                <a16:creationId xmlns:a16="http://schemas.microsoft.com/office/drawing/2014/main" xmlns="" id="{E7323F44-D01D-AF71-BAD7-FC49ED80B1BA}"/>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28" name="Rectangle 4">
            <a:extLst>
              <a:ext uri="{FF2B5EF4-FFF2-40B4-BE49-F238E27FC236}">
                <a16:creationId xmlns:a16="http://schemas.microsoft.com/office/drawing/2014/main" xmlns="" id="{41D3E658-1B75-CD32-2231-F99FDEEAC898}"/>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29" name="Rectangle 5">
            <a:extLst>
              <a:ext uri="{FF2B5EF4-FFF2-40B4-BE49-F238E27FC236}">
                <a16:creationId xmlns:a16="http://schemas.microsoft.com/office/drawing/2014/main" xmlns="" id="{91D3F152-B299-CA1C-5AF9-5820A68496F5}"/>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0" name="Rectangle 6">
            <a:extLst>
              <a:ext uri="{FF2B5EF4-FFF2-40B4-BE49-F238E27FC236}">
                <a16:creationId xmlns:a16="http://schemas.microsoft.com/office/drawing/2014/main" xmlns="" id="{DC7B78B0-B772-E2D9-3C14-F32409EA13E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1" name="Rectangle 7">
            <a:extLst>
              <a:ext uri="{FF2B5EF4-FFF2-40B4-BE49-F238E27FC236}">
                <a16:creationId xmlns:a16="http://schemas.microsoft.com/office/drawing/2014/main" xmlns="" id="{E3DF0C07-1891-3A03-AEB9-D20E510EF1A7}"/>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2" name="Rectangle 8">
            <a:extLst>
              <a:ext uri="{FF2B5EF4-FFF2-40B4-BE49-F238E27FC236}">
                <a16:creationId xmlns:a16="http://schemas.microsoft.com/office/drawing/2014/main" xmlns="" id="{A0033E65-D63B-F7F4-3313-22335A5B8E89}"/>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6633" name="Rectangle 9">
            <a:extLst>
              <a:ext uri="{FF2B5EF4-FFF2-40B4-BE49-F238E27FC236}">
                <a16:creationId xmlns:a16="http://schemas.microsoft.com/office/drawing/2014/main" xmlns="" id="{A1E68FC9-C3C8-5445-25FD-73B1901E9A95}"/>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6634" name="Picture 10">
            <a:extLst>
              <a:ext uri="{FF2B5EF4-FFF2-40B4-BE49-F238E27FC236}">
                <a16:creationId xmlns:a16="http://schemas.microsoft.com/office/drawing/2014/main" xmlns="" id="{518A0340-95F1-6310-8E04-4514D48D8F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2266950"/>
            <a:ext cx="80899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5" name="Slide Number Placeholder 1">
            <a:extLst>
              <a:ext uri="{FF2B5EF4-FFF2-40B4-BE49-F238E27FC236}">
                <a16:creationId xmlns:a16="http://schemas.microsoft.com/office/drawing/2014/main" xmlns="" id="{2121D9E1-63C6-D5D0-1123-8570A53746B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65E910D-1525-4C04-BB41-B1177B98FA09}" type="slidenum">
              <a:rPr lang="en-US" altLang="en-US" b="0"/>
              <a:pPr/>
              <a:t>35</a:t>
            </a:fld>
            <a:endParaRPr lang="en-US" altLang="en-US" b="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xmlns="" id="{6FC08891-6D1E-47A6-4495-2B7CFD106862}"/>
              </a:ext>
            </a:extLst>
          </p:cNvPr>
          <p:cNvSpPr>
            <a:spLocks noChangeArrowheads="1"/>
          </p:cNvSpPr>
          <p:nvPr/>
        </p:nvSpPr>
        <p:spPr bwMode="auto">
          <a:xfrm>
            <a:off x="2362200" y="2714626"/>
            <a:ext cx="7543800" cy="1247775"/>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Millions of class A addresses are wasted.</a:t>
            </a:r>
          </a:p>
        </p:txBody>
      </p:sp>
      <p:sp>
        <p:nvSpPr>
          <p:cNvPr id="27651" name="PubRRectCallout">
            <a:extLst>
              <a:ext uri="{FF2B5EF4-FFF2-40B4-BE49-F238E27FC236}">
                <a16:creationId xmlns:a16="http://schemas.microsoft.com/office/drawing/2014/main" xmlns="" id="{AA75D559-D24F-F3E5-9471-825A97107965}"/>
              </a:ext>
            </a:extLst>
          </p:cNvPr>
          <p:cNvSpPr>
            <a:spLocks noEditPoints="1" noChangeArrowheads="1"/>
          </p:cNvSpPr>
          <p:nvPr/>
        </p:nvSpPr>
        <p:spPr bwMode="auto">
          <a:xfrm>
            <a:off x="2362200" y="1509713"/>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27652" name="Picture 4">
            <a:extLst>
              <a:ext uri="{FF2B5EF4-FFF2-40B4-BE49-F238E27FC236}">
                <a16:creationId xmlns:a16="http://schemas.microsoft.com/office/drawing/2014/main" xmlns="" id="{4348F533-82B5-F9AC-CA24-8EFEC200F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509713"/>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3813" name="Text Box 5">
            <a:extLst>
              <a:ext uri="{FF2B5EF4-FFF2-40B4-BE49-F238E27FC236}">
                <a16:creationId xmlns:a16="http://schemas.microsoft.com/office/drawing/2014/main" xmlns="" id="{04599518-9A5D-6C3D-DD0A-DEABE3BDABC6}"/>
              </a:ext>
            </a:extLst>
          </p:cNvPr>
          <p:cNvSpPr txBox="1">
            <a:spLocks noChangeArrowheads="1"/>
          </p:cNvSpPr>
          <p:nvPr/>
        </p:nvSpPr>
        <p:spPr bwMode="auto">
          <a:xfrm>
            <a:off x="3657600" y="1662113"/>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27654" name="Slide Number Placeholder 1">
            <a:extLst>
              <a:ext uri="{FF2B5EF4-FFF2-40B4-BE49-F238E27FC236}">
                <a16:creationId xmlns:a16="http://schemas.microsoft.com/office/drawing/2014/main" xmlns="" id="{CA0C69BA-3A22-13A8-33ED-EC9BC076A1D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D313A63-586E-453D-9351-8D49DE780F00}" type="slidenum">
              <a:rPr lang="en-US" altLang="en-US" b="0"/>
              <a:pPr/>
              <a:t>36</a:t>
            </a:fld>
            <a:endParaRPr lang="en-US" altLang="en-US" b="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xmlns="" id="{E1BD78BD-8DD4-8CA5-4A66-25F25CD0819E}"/>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Blocks in class A</a:t>
            </a:r>
          </a:p>
        </p:txBody>
      </p:sp>
      <p:sp>
        <p:nvSpPr>
          <p:cNvPr id="28675" name="Rectangle 3">
            <a:extLst>
              <a:ext uri="{FF2B5EF4-FFF2-40B4-BE49-F238E27FC236}">
                <a16:creationId xmlns:a16="http://schemas.microsoft.com/office/drawing/2014/main" xmlns="" id="{A935FA9E-AA91-212A-4804-1941616E0AB4}"/>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8676" name="Rectangle 4">
            <a:extLst>
              <a:ext uri="{FF2B5EF4-FFF2-40B4-BE49-F238E27FC236}">
                <a16:creationId xmlns:a16="http://schemas.microsoft.com/office/drawing/2014/main" xmlns="" id="{A0DB4FFC-B864-A2E2-F471-91A02344503A}"/>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8677" name="Rectangle 5">
            <a:extLst>
              <a:ext uri="{FF2B5EF4-FFF2-40B4-BE49-F238E27FC236}">
                <a16:creationId xmlns:a16="http://schemas.microsoft.com/office/drawing/2014/main" xmlns="" id="{B39AC440-0C18-D940-8363-5460BF7A51E1}"/>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8678" name="Rectangle 6">
            <a:extLst>
              <a:ext uri="{FF2B5EF4-FFF2-40B4-BE49-F238E27FC236}">
                <a16:creationId xmlns:a16="http://schemas.microsoft.com/office/drawing/2014/main" xmlns="" id="{9F6A71BE-7B3D-E9D5-E26D-909C36819EF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8679" name="Rectangle 7">
            <a:extLst>
              <a:ext uri="{FF2B5EF4-FFF2-40B4-BE49-F238E27FC236}">
                <a16:creationId xmlns:a16="http://schemas.microsoft.com/office/drawing/2014/main" xmlns="" id="{01AEDDC6-104B-F5F7-39A1-F9D5FEA4764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8680" name="Rectangle 8">
            <a:extLst>
              <a:ext uri="{FF2B5EF4-FFF2-40B4-BE49-F238E27FC236}">
                <a16:creationId xmlns:a16="http://schemas.microsoft.com/office/drawing/2014/main" xmlns="" id="{6CACA376-07FF-0D87-995F-C505A6032723}"/>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8681" name="Rectangle 9">
            <a:extLst>
              <a:ext uri="{FF2B5EF4-FFF2-40B4-BE49-F238E27FC236}">
                <a16:creationId xmlns:a16="http://schemas.microsoft.com/office/drawing/2014/main" xmlns="" id="{EAA72686-80FE-DFFA-0F79-E44150E17367}"/>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8682" name="Picture 10">
            <a:extLst>
              <a:ext uri="{FF2B5EF4-FFF2-40B4-BE49-F238E27FC236}">
                <a16:creationId xmlns:a16="http://schemas.microsoft.com/office/drawing/2014/main" xmlns="" id="{059ECD43-0C18-DFFE-AFCC-75C4059B9A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1" y="1057276"/>
            <a:ext cx="7997825"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3" name="Slide Number Placeholder 1">
            <a:extLst>
              <a:ext uri="{FF2B5EF4-FFF2-40B4-BE49-F238E27FC236}">
                <a16:creationId xmlns:a16="http://schemas.microsoft.com/office/drawing/2014/main" xmlns="" id="{B9D6B5BB-1971-457F-811D-908634790E0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B558B57-ABD9-48B3-8441-176B974684CC}" type="slidenum">
              <a:rPr lang="en-US" altLang="en-US" b="0"/>
              <a:pPr/>
              <a:t>37</a:t>
            </a:fld>
            <a:endParaRPr lang="en-US" altLang="en-US" b="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xmlns="" id="{B70089BA-C64F-DF78-B049-45BF809C6EE7}"/>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Blocks in class B</a:t>
            </a:r>
          </a:p>
        </p:txBody>
      </p:sp>
      <p:sp>
        <p:nvSpPr>
          <p:cNvPr id="29699" name="Rectangle 3">
            <a:extLst>
              <a:ext uri="{FF2B5EF4-FFF2-40B4-BE49-F238E27FC236}">
                <a16:creationId xmlns:a16="http://schemas.microsoft.com/office/drawing/2014/main" xmlns="" id="{9666B434-4975-8B92-5823-F22B8A42EB0C}"/>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9700" name="Rectangle 4">
            <a:extLst>
              <a:ext uri="{FF2B5EF4-FFF2-40B4-BE49-F238E27FC236}">
                <a16:creationId xmlns:a16="http://schemas.microsoft.com/office/drawing/2014/main" xmlns="" id="{98EE92BE-A0EC-DDA8-7DDC-A01EB21E59D3}"/>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9701" name="Rectangle 5">
            <a:extLst>
              <a:ext uri="{FF2B5EF4-FFF2-40B4-BE49-F238E27FC236}">
                <a16:creationId xmlns:a16="http://schemas.microsoft.com/office/drawing/2014/main" xmlns="" id="{F71726D3-9B69-4D05-773E-18FAE32FA4A0}"/>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9702" name="Rectangle 6">
            <a:extLst>
              <a:ext uri="{FF2B5EF4-FFF2-40B4-BE49-F238E27FC236}">
                <a16:creationId xmlns:a16="http://schemas.microsoft.com/office/drawing/2014/main" xmlns="" id="{6D6C9BB0-14DF-F6DD-18DB-DCB70289AA76}"/>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9703" name="Rectangle 7">
            <a:extLst>
              <a:ext uri="{FF2B5EF4-FFF2-40B4-BE49-F238E27FC236}">
                <a16:creationId xmlns:a16="http://schemas.microsoft.com/office/drawing/2014/main" xmlns="" id="{33A74FA2-A059-85C6-09D7-22AC10A1317E}"/>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9704" name="Rectangle 8">
            <a:extLst>
              <a:ext uri="{FF2B5EF4-FFF2-40B4-BE49-F238E27FC236}">
                <a16:creationId xmlns:a16="http://schemas.microsoft.com/office/drawing/2014/main" xmlns="" id="{DE316B0F-E198-5FC0-8B31-9D9E1636BCB9}"/>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29705" name="Rectangle 9">
            <a:extLst>
              <a:ext uri="{FF2B5EF4-FFF2-40B4-BE49-F238E27FC236}">
                <a16:creationId xmlns:a16="http://schemas.microsoft.com/office/drawing/2014/main" xmlns="" id="{C969AFFB-6E66-C0D2-6036-363E31F8DFFA}"/>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29706" name="Picture 10">
            <a:extLst>
              <a:ext uri="{FF2B5EF4-FFF2-40B4-BE49-F238E27FC236}">
                <a16:creationId xmlns:a16="http://schemas.microsoft.com/office/drawing/2014/main" xmlns="" id="{110E8C9F-1E48-5F78-614A-1B00848F9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4700" y="944564"/>
            <a:ext cx="7861300" cy="530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7" name="Slide Number Placeholder 1">
            <a:extLst>
              <a:ext uri="{FF2B5EF4-FFF2-40B4-BE49-F238E27FC236}">
                <a16:creationId xmlns:a16="http://schemas.microsoft.com/office/drawing/2014/main" xmlns="" id="{69FF3EB2-1803-4ED4-983C-BCA194E626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2682BBE-D671-44DC-B727-8466F6F9ADBC}" type="slidenum">
              <a:rPr lang="en-US" altLang="en-US" b="0"/>
              <a:pPr/>
              <a:t>38</a:t>
            </a:fld>
            <a:endParaRPr lang="en-US" altLang="en-US" b="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xmlns="" id="{31343202-DD30-F02E-887C-5568CFDB969A}"/>
              </a:ext>
            </a:extLst>
          </p:cNvPr>
          <p:cNvSpPr>
            <a:spLocks noChangeArrowheads="1"/>
          </p:cNvSpPr>
          <p:nvPr/>
        </p:nvSpPr>
        <p:spPr bwMode="auto">
          <a:xfrm>
            <a:off x="2362200" y="3187701"/>
            <a:ext cx="7543800" cy="646331"/>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Many class B addresses are wasted.</a:t>
            </a:r>
          </a:p>
        </p:txBody>
      </p:sp>
      <p:sp>
        <p:nvSpPr>
          <p:cNvPr id="30723" name="PubRRectCallout">
            <a:extLst>
              <a:ext uri="{FF2B5EF4-FFF2-40B4-BE49-F238E27FC236}">
                <a16:creationId xmlns:a16="http://schemas.microsoft.com/office/drawing/2014/main" xmlns="" id="{DBD5326B-17BD-A765-A486-FEAA2B9E2392}"/>
              </a:ext>
            </a:extLst>
          </p:cNvPr>
          <p:cNvSpPr>
            <a:spLocks noEditPoints="1" noChangeArrowheads="1"/>
          </p:cNvSpPr>
          <p:nvPr/>
        </p:nvSpPr>
        <p:spPr bwMode="auto">
          <a:xfrm>
            <a:off x="2362200" y="1982788"/>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30724" name="Picture 4">
            <a:extLst>
              <a:ext uri="{FF2B5EF4-FFF2-40B4-BE49-F238E27FC236}">
                <a16:creationId xmlns:a16="http://schemas.microsoft.com/office/drawing/2014/main" xmlns="" id="{EB853396-8C28-9383-859A-72AD32A7E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982788"/>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6885" name="Text Box 5">
            <a:extLst>
              <a:ext uri="{FF2B5EF4-FFF2-40B4-BE49-F238E27FC236}">
                <a16:creationId xmlns:a16="http://schemas.microsoft.com/office/drawing/2014/main" xmlns="" id="{F5F328DD-2D02-7D1D-2A52-60A81273E507}"/>
              </a:ext>
            </a:extLst>
          </p:cNvPr>
          <p:cNvSpPr txBox="1">
            <a:spLocks noChangeArrowheads="1"/>
          </p:cNvSpPr>
          <p:nvPr/>
        </p:nvSpPr>
        <p:spPr bwMode="auto">
          <a:xfrm>
            <a:off x="3657600" y="2135188"/>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30726" name="Slide Number Placeholder 1">
            <a:extLst>
              <a:ext uri="{FF2B5EF4-FFF2-40B4-BE49-F238E27FC236}">
                <a16:creationId xmlns:a16="http://schemas.microsoft.com/office/drawing/2014/main" xmlns="" id="{D865F3AE-906B-DD2B-6E97-9FF6A6A060A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913327D-6892-4A2A-9D42-E61DD537074A}" type="slidenum">
              <a:rPr lang="en-US" altLang="en-US" b="0"/>
              <a:pPr/>
              <a:t>39</a:t>
            </a:fld>
            <a:endParaRPr lang="en-US" altLang="en-US" b="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a:extLst>
              <a:ext uri="{FF2B5EF4-FFF2-40B4-BE49-F238E27FC236}">
                <a16:creationId xmlns:a16="http://schemas.microsoft.com/office/drawing/2014/main" xmlns="" id="{2B4CA8C3-ACA1-1499-6162-3B74D8CE0B5B}"/>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Blocks in class C</a:t>
            </a:r>
          </a:p>
        </p:txBody>
      </p:sp>
      <p:sp>
        <p:nvSpPr>
          <p:cNvPr id="31747" name="Rectangle 3">
            <a:extLst>
              <a:ext uri="{FF2B5EF4-FFF2-40B4-BE49-F238E27FC236}">
                <a16:creationId xmlns:a16="http://schemas.microsoft.com/office/drawing/2014/main" xmlns="" id="{6B16FA80-F222-6B11-FDAC-A613E0CF1A9A}"/>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1748" name="Rectangle 4">
            <a:extLst>
              <a:ext uri="{FF2B5EF4-FFF2-40B4-BE49-F238E27FC236}">
                <a16:creationId xmlns:a16="http://schemas.microsoft.com/office/drawing/2014/main" xmlns="" id="{00939F90-09BE-078D-FF9C-272494C0462D}"/>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1749" name="Rectangle 5">
            <a:extLst>
              <a:ext uri="{FF2B5EF4-FFF2-40B4-BE49-F238E27FC236}">
                <a16:creationId xmlns:a16="http://schemas.microsoft.com/office/drawing/2014/main" xmlns="" id="{C1D2581B-7D76-9FB3-6EA3-6CCAD9A2029F}"/>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1750" name="Rectangle 6">
            <a:extLst>
              <a:ext uri="{FF2B5EF4-FFF2-40B4-BE49-F238E27FC236}">
                <a16:creationId xmlns:a16="http://schemas.microsoft.com/office/drawing/2014/main" xmlns="" id="{8BBDC1DD-D71A-5F8C-3C59-9CDBFBE48BC1}"/>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1751" name="Rectangle 7">
            <a:extLst>
              <a:ext uri="{FF2B5EF4-FFF2-40B4-BE49-F238E27FC236}">
                <a16:creationId xmlns:a16="http://schemas.microsoft.com/office/drawing/2014/main" xmlns="" id="{1229F56E-D07A-58AA-BE9B-E3C32E09AF45}"/>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1752" name="Rectangle 8">
            <a:extLst>
              <a:ext uri="{FF2B5EF4-FFF2-40B4-BE49-F238E27FC236}">
                <a16:creationId xmlns:a16="http://schemas.microsoft.com/office/drawing/2014/main" xmlns="" id="{54C02F4A-C323-2C01-6BB6-71C05AC5C804}"/>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1753" name="Rectangle 9">
            <a:extLst>
              <a:ext uri="{FF2B5EF4-FFF2-40B4-BE49-F238E27FC236}">
                <a16:creationId xmlns:a16="http://schemas.microsoft.com/office/drawing/2014/main" xmlns="" id="{4481554E-D38E-11FC-0FC5-49E6316FC5F5}"/>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1754" name="Picture 10">
            <a:extLst>
              <a:ext uri="{FF2B5EF4-FFF2-40B4-BE49-F238E27FC236}">
                <a16:creationId xmlns:a16="http://schemas.microsoft.com/office/drawing/2014/main" xmlns="" id="{CC9090C9-F4E6-ECCE-38B8-319822148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171576"/>
            <a:ext cx="7861300" cy="530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5" name="Slide Number Placeholder 1">
            <a:extLst>
              <a:ext uri="{FF2B5EF4-FFF2-40B4-BE49-F238E27FC236}">
                <a16:creationId xmlns:a16="http://schemas.microsoft.com/office/drawing/2014/main" xmlns="" id="{927E0D0F-9B19-D1B7-DAA9-AC294FB9864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6AF20EE-754F-40D1-8919-40D9E1234E33}" type="slidenum">
              <a:rPr lang="en-US" altLang="en-US" b="0"/>
              <a:pPr/>
              <a:t>40</a:t>
            </a:fld>
            <a:endParaRPr lang="en-US" altLang="en-US" b="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xmlns="" id="{749E72F1-3376-B2E3-DB0E-9C8461EF3652}"/>
              </a:ext>
            </a:extLst>
          </p:cNvPr>
          <p:cNvSpPr>
            <a:spLocks noChangeArrowheads="1"/>
          </p:cNvSpPr>
          <p:nvPr/>
        </p:nvSpPr>
        <p:spPr bwMode="auto">
          <a:xfrm>
            <a:off x="2362200" y="2195513"/>
            <a:ext cx="7543800" cy="1797050"/>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The number of addresses in class C is smaller than the needs of most organizations.</a:t>
            </a:r>
          </a:p>
        </p:txBody>
      </p:sp>
      <p:sp>
        <p:nvSpPr>
          <p:cNvPr id="32771" name="PubRRectCallout">
            <a:extLst>
              <a:ext uri="{FF2B5EF4-FFF2-40B4-BE49-F238E27FC236}">
                <a16:creationId xmlns:a16="http://schemas.microsoft.com/office/drawing/2014/main" xmlns="" id="{1088481C-274D-65B0-4D36-E6EB34AF9DFE}"/>
              </a:ext>
            </a:extLst>
          </p:cNvPr>
          <p:cNvSpPr>
            <a:spLocks noEditPoints="1" noChangeArrowheads="1"/>
          </p:cNvSpPr>
          <p:nvPr/>
        </p:nvSpPr>
        <p:spPr bwMode="auto">
          <a:xfrm>
            <a:off x="2362200" y="990600"/>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32772" name="Picture 4">
            <a:extLst>
              <a:ext uri="{FF2B5EF4-FFF2-40B4-BE49-F238E27FC236}">
                <a16:creationId xmlns:a16="http://schemas.microsoft.com/office/drawing/2014/main" xmlns="" id="{CAA1BE7D-DDFE-B7A8-ED93-14C582E9B6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8933" name="Text Box 5">
            <a:extLst>
              <a:ext uri="{FF2B5EF4-FFF2-40B4-BE49-F238E27FC236}">
                <a16:creationId xmlns:a16="http://schemas.microsoft.com/office/drawing/2014/main" xmlns="" id="{025418DF-2E3F-66CA-1DD0-ECD46C57885C}"/>
              </a:ext>
            </a:extLst>
          </p:cNvPr>
          <p:cNvSpPr txBox="1">
            <a:spLocks noChangeArrowheads="1"/>
          </p:cNvSpPr>
          <p:nvPr/>
        </p:nvSpPr>
        <p:spPr bwMode="auto">
          <a:xfrm>
            <a:off x="3657600" y="1143000"/>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32774" name="Slide Number Placeholder 1">
            <a:extLst>
              <a:ext uri="{FF2B5EF4-FFF2-40B4-BE49-F238E27FC236}">
                <a16:creationId xmlns:a16="http://schemas.microsoft.com/office/drawing/2014/main" xmlns="" id="{2EF36610-0C96-E8E5-7DE0-0E6042A61C2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C698F93-A71F-4D08-B0B7-4A1E823EA2C6}" type="slidenum">
              <a:rPr lang="en-US" altLang="en-US" b="0"/>
              <a:pPr/>
              <a:t>41</a:t>
            </a:fld>
            <a:endParaRPr lang="en-US" altLang="en-US" b="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xmlns="" id="{10136C7A-C831-A6BC-8952-D3DB5D18ED74}"/>
              </a:ext>
            </a:extLst>
          </p:cNvPr>
          <p:cNvSpPr>
            <a:spLocks noChangeArrowheads="1"/>
          </p:cNvSpPr>
          <p:nvPr/>
        </p:nvSpPr>
        <p:spPr bwMode="auto">
          <a:xfrm>
            <a:off x="2362200" y="2195513"/>
            <a:ext cx="7543800" cy="1797050"/>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Class D addresses are used for multicasting; there is only one block in this class.</a:t>
            </a:r>
          </a:p>
        </p:txBody>
      </p:sp>
      <p:sp>
        <p:nvSpPr>
          <p:cNvPr id="33795" name="PubRRectCallout">
            <a:extLst>
              <a:ext uri="{FF2B5EF4-FFF2-40B4-BE49-F238E27FC236}">
                <a16:creationId xmlns:a16="http://schemas.microsoft.com/office/drawing/2014/main" xmlns="" id="{0E81E850-F824-4919-81E6-FF4050B2FDBA}"/>
              </a:ext>
            </a:extLst>
          </p:cNvPr>
          <p:cNvSpPr>
            <a:spLocks noEditPoints="1" noChangeArrowheads="1"/>
          </p:cNvSpPr>
          <p:nvPr/>
        </p:nvSpPr>
        <p:spPr bwMode="auto">
          <a:xfrm>
            <a:off x="2362200" y="990600"/>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33796" name="Picture 4">
            <a:extLst>
              <a:ext uri="{FF2B5EF4-FFF2-40B4-BE49-F238E27FC236}">
                <a16:creationId xmlns:a16="http://schemas.microsoft.com/office/drawing/2014/main" xmlns="" id="{BAAAB5D5-8F9A-9BE1-F026-EF7B0D4B32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9957" name="Text Box 5">
            <a:extLst>
              <a:ext uri="{FF2B5EF4-FFF2-40B4-BE49-F238E27FC236}">
                <a16:creationId xmlns:a16="http://schemas.microsoft.com/office/drawing/2014/main" xmlns="" id="{3FB3E200-BA80-C36D-A534-218DFB637B5B}"/>
              </a:ext>
            </a:extLst>
          </p:cNvPr>
          <p:cNvSpPr txBox="1">
            <a:spLocks noChangeArrowheads="1"/>
          </p:cNvSpPr>
          <p:nvPr/>
        </p:nvSpPr>
        <p:spPr bwMode="auto">
          <a:xfrm>
            <a:off x="3657600" y="1143000"/>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33798" name="Slide Number Placeholder 1">
            <a:extLst>
              <a:ext uri="{FF2B5EF4-FFF2-40B4-BE49-F238E27FC236}">
                <a16:creationId xmlns:a16="http://schemas.microsoft.com/office/drawing/2014/main" xmlns="" id="{33797D74-05B6-798A-E01A-6C3CFC33E75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F1D003DD-9622-4F88-9E7F-AB6AD91C1FFA}" type="slidenum">
              <a:rPr lang="en-US" altLang="en-US" b="0"/>
              <a:pPr/>
              <a:t>42</a:t>
            </a:fld>
            <a:endParaRPr lang="en-US" altLang="en-US" b="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xmlns="" id="{CE218466-9A46-6332-09BF-5854EA9369F6}"/>
              </a:ext>
            </a:extLst>
          </p:cNvPr>
          <p:cNvSpPr>
            <a:spLocks noChangeArrowheads="1"/>
          </p:cNvSpPr>
          <p:nvPr/>
        </p:nvSpPr>
        <p:spPr bwMode="auto">
          <a:xfrm>
            <a:off x="2362200" y="2195513"/>
            <a:ext cx="7543800" cy="1797050"/>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Class E addresses are reserved for future purposes; most of the block is wasted.</a:t>
            </a:r>
          </a:p>
        </p:txBody>
      </p:sp>
      <p:sp>
        <p:nvSpPr>
          <p:cNvPr id="34819" name="PubRRectCallout">
            <a:extLst>
              <a:ext uri="{FF2B5EF4-FFF2-40B4-BE49-F238E27FC236}">
                <a16:creationId xmlns:a16="http://schemas.microsoft.com/office/drawing/2014/main" xmlns="" id="{D284F6B0-AFD7-8878-2856-6B2A8AC046A5}"/>
              </a:ext>
            </a:extLst>
          </p:cNvPr>
          <p:cNvSpPr>
            <a:spLocks noEditPoints="1" noChangeArrowheads="1"/>
          </p:cNvSpPr>
          <p:nvPr/>
        </p:nvSpPr>
        <p:spPr bwMode="auto">
          <a:xfrm>
            <a:off x="2362200" y="990600"/>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34820" name="Picture 4">
            <a:extLst>
              <a:ext uri="{FF2B5EF4-FFF2-40B4-BE49-F238E27FC236}">
                <a16:creationId xmlns:a16="http://schemas.microsoft.com/office/drawing/2014/main" xmlns="" id="{A0AD6A72-2391-7661-FEE1-C0E2378C01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0981" name="Text Box 5">
            <a:extLst>
              <a:ext uri="{FF2B5EF4-FFF2-40B4-BE49-F238E27FC236}">
                <a16:creationId xmlns:a16="http://schemas.microsoft.com/office/drawing/2014/main" xmlns="" id="{EE26CACB-EDED-5092-78D8-48FB72AAD497}"/>
              </a:ext>
            </a:extLst>
          </p:cNvPr>
          <p:cNvSpPr txBox="1">
            <a:spLocks noChangeArrowheads="1"/>
          </p:cNvSpPr>
          <p:nvPr/>
        </p:nvSpPr>
        <p:spPr bwMode="auto">
          <a:xfrm>
            <a:off x="3657600" y="1143000"/>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34822" name="Slide Number Placeholder 1">
            <a:extLst>
              <a:ext uri="{FF2B5EF4-FFF2-40B4-BE49-F238E27FC236}">
                <a16:creationId xmlns:a16="http://schemas.microsoft.com/office/drawing/2014/main" xmlns="" id="{D30F01AA-9678-6B21-F021-7A64279E3DD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A943907-BD70-4B64-897A-F1F49E2FBE22}" type="slidenum">
              <a:rPr lang="en-US" altLang="en-US" b="0"/>
              <a:pPr/>
              <a:t>43</a:t>
            </a:fld>
            <a:endParaRPr lang="en-US" altLang="en-US" b="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xmlns="" id="{8E46A245-6B41-CBD7-C17E-7068F7D58DD4}"/>
              </a:ext>
            </a:extLst>
          </p:cNvPr>
          <p:cNvSpPr>
            <a:spLocks noChangeArrowheads="1"/>
          </p:cNvSpPr>
          <p:nvPr/>
        </p:nvSpPr>
        <p:spPr bwMode="auto">
          <a:xfrm>
            <a:off x="2362200" y="2195514"/>
            <a:ext cx="7543800" cy="3444875"/>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In classful addressing, the network address (the first address in the block) is the one that is assigned to the organization. The range of addresses can automatically be inferred from the network address.</a:t>
            </a:r>
          </a:p>
        </p:txBody>
      </p:sp>
      <p:sp>
        <p:nvSpPr>
          <p:cNvPr id="35843" name="PubRRectCallout">
            <a:extLst>
              <a:ext uri="{FF2B5EF4-FFF2-40B4-BE49-F238E27FC236}">
                <a16:creationId xmlns:a16="http://schemas.microsoft.com/office/drawing/2014/main" xmlns="" id="{03E70B24-8785-5A14-BB09-68CF087751BA}"/>
              </a:ext>
            </a:extLst>
          </p:cNvPr>
          <p:cNvSpPr>
            <a:spLocks noEditPoints="1" noChangeArrowheads="1"/>
          </p:cNvSpPr>
          <p:nvPr/>
        </p:nvSpPr>
        <p:spPr bwMode="auto">
          <a:xfrm>
            <a:off x="2362200" y="990600"/>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35844" name="Picture 4">
            <a:extLst>
              <a:ext uri="{FF2B5EF4-FFF2-40B4-BE49-F238E27FC236}">
                <a16:creationId xmlns:a16="http://schemas.microsoft.com/office/drawing/2014/main" xmlns="" id="{23ACC131-C63F-7FFD-60A6-6BEA7FF629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05" name="Text Box 5">
            <a:extLst>
              <a:ext uri="{FF2B5EF4-FFF2-40B4-BE49-F238E27FC236}">
                <a16:creationId xmlns:a16="http://schemas.microsoft.com/office/drawing/2014/main" xmlns="" id="{65001FC6-AE57-76F9-C94E-68E1F348924A}"/>
              </a:ext>
            </a:extLst>
          </p:cNvPr>
          <p:cNvSpPr txBox="1">
            <a:spLocks noChangeArrowheads="1"/>
          </p:cNvSpPr>
          <p:nvPr/>
        </p:nvSpPr>
        <p:spPr bwMode="auto">
          <a:xfrm>
            <a:off x="3657600" y="1143000"/>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35846" name="Slide Number Placeholder 1">
            <a:extLst>
              <a:ext uri="{FF2B5EF4-FFF2-40B4-BE49-F238E27FC236}">
                <a16:creationId xmlns:a16="http://schemas.microsoft.com/office/drawing/2014/main" xmlns="" id="{6FC0AFBF-DF5E-B163-0FE7-BD56B206BCA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1F7928A4-E935-48D5-8FD7-0ABEEC5D01C3}" type="slidenum">
              <a:rPr lang="en-US" altLang="en-US" b="0"/>
              <a:pPr/>
              <a:t>44</a:t>
            </a:fld>
            <a:endParaRPr lang="en-US" altLang="en-US" b="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xmlns="" id="{BEF4B29B-AE74-9292-2E0A-354187C5986E}"/>
              </a:ext>
            </a:extLst>
          </p:cNvPr>
          <p:cNvSpPr>
            <a:spLocks noChangeArrowheads="1"/>
          </p:cNvSpPr>
          <p:nvPr/>
        </p:nvSpPr>
        <p:spPr bwMode="auto">
          <a:xfrm>
            <a:off x="1916113" y="1447801"/>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Given the network address 17.0.0.0, find the class, the block, and the range of the addresses.</a:t>
            </a:r>
          </a:p>
        </p:txBody>
      </p:sp>
      <p:sp>
        <p:nvSpPr>
          <p:cNvPr id="36867" name="Text Box 3">
            <a:extLst>
              <a:ext uri="{FF2B5EF4-FFF2-40B4-BE49-F238E27FC236}">
                <a16:creationId xmlns:a16="http://schemas.microsoft.com/office/drawing/2014/main" xmlns="" id="{0E410A0B-BFA2-0882-FB26-30BDF825A598}"/>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9</a:t>
            </a:r>
          </a:p>
        </p:txBody>
      </p:sp>
      <p:sp>
        <p:nvSpPr>
          <p:cNvPr id="36868" name="Rectangle 4">
            <a:extLst>
              <a:ext uri="{FF2B5EF4-FFF2-40B4-BE49-F238E27FC236}">
                <a16:creationId xmlns:a16="http://schemas.microsoft.com/office/drawing/2014/main" xmlns="" id="{5569B627-6C4E-4039-3B8B-4E993EDCA305}"/>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5847" name="Rectangle 5">
            <a:extLst>
              <a:ext uri="{FF2B5EF4-FFF2-40B4-BE49-F238E27FC236}">
                <a16:creationId xmlns:a16="http://schemas.microsoft.com/office/drawing/2014/main" xmlns="" id="{6F4766D2-BEC1-6A9E-9490-881072ECDCF7}"/>
              </a:ext>
            </a:extLst>
          </p:cNvPr>
          <p:cNvSpPr>
            <a:spLocks noChangeArrowheads="1"/>
          </p:cNvSpPr>
          <p:nvPr/>
        </p:nvSpPr>
        <p:spPr bwMode="auto">
          <a:xfrm>
            <a:off x="1905000" y="3352800"/>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The class is A because the first byte is between 0 and 127. The block has a netid of 17. The addresses range from 17.0.0.0 to 17.255.255.255.</a:t>
            </a:r>
          </a:p>
        </p:txBody>
      </p:sp>
      <p:sp>
        <p:nvSpPr>
          <p:cNvPr id="36870" name="Slide Number Placeholder 1">
            <a:extLst>
              <a:ext uri="{FF2B5EF4-FFF2-40B4-BE49-F238E27FC236}">
                <a16:creationId xmlns:a16="http://schemas.microsoft.com/office/drawing/2014/main" xmlns="" id="{47189F23-B47E-88F4-1690-B1165DF180E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E82E5BD0-3E76-4A07-BF31-C7E9883B2AF3}" type="slidenum">
              <a:rPr lang="en-US" altLang="en-US" b="0"/>
              <a:pPr/>
              <a:t>45</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5847">
                                            <p:txEl>
                                              <p:pRg st="0" end="0"/>
                                            </p:txEl>
                                          </p:spTgt>
                                        </p:tgtEl>
                                        <p:attrNameLst>
                                          <p:attrName>style.visibility</p:attrName>
                                        </p:attrNameLst>
                                      </p:cBhvr>
                                      <p:to>
                                        <p:strVal val="visible"/>
                                      </p:to>
                                    </p:set>
                                    <p:animEffect transition="in" filter="fade">
                                      <p:cBhvr>
                                        <p:cTn id="7" dur="2000"/>
                                        <p:tgtEl>
                                          <p:spTgt spid="358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7"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xmlns="" id="{6205C39D-14D7-4CF7-ED02-75DB8D2B4897}"/>
              </a:ext>
            </a:extLst>
          </p:cNvPr>
          <p:cNvSpPr>
            <a:spLocks noChangeArrowheads="1"/>
          </p:cNvSpPr>
          <p:nvPr/>
        </p:nvSpPr>
        <p:spPr bwMode="auto">
          <a:xfrm>
            <a:off x="1916113" y="1447801"/>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Given the network address 132.21.0.0, find the class, the block, and the range of the addresses.</a:t>
            </a:r>
          </a:p>
        </p:txBody>
      </p:sp>
      <p:sp>
        <p:nvSpPr>
          <p:cNvPr id="37891" name="Text Box 3">
            <a:extLst>
              <a:ext uri="{FF2B5EF4-FFF2-40B4-BE49-F238E27FC236}">
                <a16:creationId xmlns:a16="http://schemas.microsoft.com/office/drawing/2014/main" xmlns="" id="{AAF3CFDB-C70F-DAAE-9BF1-D83DBDEC194A}"/>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10</a:t>
            </a:r>
          </a:p>
        </p:txBody>
      </p:sp>
      <p:sp>
        <p:nvSpPr>
          <p:cNvPr id="37892" name="Rectangle 4">
            <a:extLst>
              <a:ext uri="{FF2B5EF4-FFF2-40B4-BE49-F238E27FC236}">
                <a16:creationId xmlns:a16="http://schemas.microsoft.com/office/drawing/2014/main" xmlns="" id="{92EAE530-6CA5-D178-8ACB-7A893B37583A}"/>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6871" name="Rectangle 5">
            <a:extLst>
              <a:ext uri="{FF2B5EF4-FFF2-40B4-BE49-F238E27FC236}">
                <a16:creationId xmlns:a16="http://schemas.microsoft.com/office/drawing/2014/main" xmlns="" id="{8963C61C-3431-0976-458E-68083EE94F95}"/>
              </a:ext>
            </a:extLst>
          </p:cNvPr>
          <p:cNvSpPr>
            <a:spLocks noChangeArrowheads="1"/>
          </p:cNvSpPr>
          <p:nvPr/>
        </p:nvSpPr>
        <p:spPr bwMode="auto">
          <a:xfrm>
            <a:off x="1905000" y="3962400"/>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The class is B because the first byte is between 128 and 191. The block has a netid of 132.21. The addresses range from 132.21.0.0 to 132.21.255.255.</a:t>
            </a:r>
          </a:p>
        </p:txBody>
      </p:sp>
      <p:sp>
        <p:nvSpPr>
          <p:cNvPr id="37894" name="Slide Number Placeholder 1">
            <a:extLst>
              <a:ext uri="{FF2B5EF4-FFF2-40B4-BE49-F238E27FC236}">
                <a16:creationId xmlns:a16="http://schemas.microsoft.com/office/drawing/2014/main" xmlns="" id="{8B7F0B62-38B4-7FAF-2C71-AFABD6E5CCC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8FD9D3D4-E233-45D2-B550-C96A763EFAC7}" type="slidenum">
              <a:rPr lang="en-US" altLang="en-US" b="0"/>
              <a:pPr/>
              <a:t>46</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6871">
                                            <p:txEl>
                                              <p:pRg st="0" end="0"/>
                                            </p:txEl>
                                          </p:spTgt>
                                        </p:tgtEl>
                                        <p:attrNameLst>
                                          <p:attrName>style.visibility</p:attrName>
                                        </p:attrNameLst>
                                      </p:cBhvr>
                                      <p:to>
                                        <p:strVal val="visible"/>
                                      </p:to>
                                    </p:set>
                                    <p:animEffect transition="in" filter="fade">
                                      <p:cBhvr>
                                        <p:cTn id="7" dur="2000"/>
                                        <p:tgtEl>
                                          <p:spTgt spid="368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xmlns="" id="{160837CC-06FB-A7E2-F573-4F2870927667}"/>
              </a:ext>
            </a:extLst>
          </p:cNvPr>
          <p:cNvSpPr>
            <a:spLocks noChangeArrowheads="1"/>
          </p:cNvSpPr>
          <p:nvPr/>
        </p:nvSpPr>
        <p:spPr bwMode="auto">
          <a:xfrm>
            <a:off x="1916113" y="1447801"/>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Given the network address 220.34.76.0, find the class, the block, and the range of the addresses.</a:t>
            </a:r>
          </a:p>
        </p:txBody>
      </p:sp>
      <p:sp>
        <p:nvSpPr>
          <p:cNvPr id="38915" name="Text Box 3">
            <a:extLst>
              <a:ext uri="{FF2B5EF4-FFF2-40B4-BE49-F238E27FC236}">
                <a16:creationId xmlns:a16="http://schemas.microsoft.com/office/drawing/2014/main" xmlns="" id="{EB629B9C-524A-2B53-A01D-1B5315D070E4}"/>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11</a:t>
            </a:r>
          </a:p>
        </p:txBody>
      </p:sp>
      <p:sp>
        <p:nvSpPr>
          <p:cNvPr id="38916" name="Rectangle 4">
            <a:extLst>
              <a:ext uri="{FF2B5EF4-FFF2-40B4-BE49-F238E27FC236}">
                <a16:creationId xmlns:a16="http://schemas.microsoft.com/office/drawing/2014/main" xmlns="" id="{50890330-32F2-B807-2682-5CAEEF066A7B}"/>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37895" name="Rectangle 5">
            <a:extLst>
              <a:ext uri="{FF2B5EF4-FFF2-40B4-BE49-F238E27FC236}">
                <a16:creationId xmlns:a16="http://schemas.microsoft.com/office/drawing/2014/main" xmlns="" id="{E27B5373-404D-1EA3-FE02-A72DD2ED95A0}"/>
              </a:ext>
            </a:extLst>
          </p:cNvPr>
          <p:cNvSpPr>
            <a:spLocks noChangeArrowheads="1"/>
          </p:cNvSpPr>
          <p:nvPr/>
        </p:nvSpPr>
        <p:spPr bwMode="auto">
          <a:xfrm>
            <a:off x="1905000" y="3581401"/>
            <a:ext cx="8153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800" i="1">
                <a:solidFill>
                  <a:schemeClr val="folHlink"/>
                </a:solidFill>
                <a:latin typeface="Times New Roman" panose="02020603050405020304" pitchFamily="18" charset="0"/>
              </a:rPr>
              <a:t>Solution</a:t>
            </a:r>
            <a:r>
              <a:rPr lang="en-US" altLang="en-US" sz="2800" i="1">
                <a:latin typeface="Times New Roman" panose="02020603050405020304" pitchFamily="18" charset="0"/>
              </a:rPr>
              <a:t/>
            </a:r>
            <a:br>
              <a:rPr lang="en-US" altLang="en-US" sz="2800" i="1">
                <a:latin typeface="Times New Roman" panose="02020603050405020304" pitchFamily="18" charset="0"/>
              </a:rPr>
            </a:br>
            <a:r>
              <a:rPr lang="en-US" altLang="en-US" sz="2800" i="1">
                <a:latin typeface="Times New Roman" panose="02020603050405020304" pitchFamily="18" charset="0"/>
              </a:rPr>
              <a:t>The class is C because the first byte is between 192 and 223. The block has a netid of 220.34.76. The addresses range from 220.34.76.0 to 220.34.76.255.</a:t>
            </a:r>
          </a:p>
        </p:txBody>
      </p:sp>
      <p:sp>
        <p:nvSpPr>
          <p:cNvPr id="38918" name="Slide Number Placeholder 1">
            <a:extLst>
              <a:ext uri="{FF2B5EF4-FFF2-40B4-BE49-F238E27FC236}">
                <a16:creationId xmlns:a16="http://schemas.microsoft.com/office/drawing/2014/main" xmlns="" id="{E4DA39C7-57A6-D91F-F69A-8FA391F3E94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72737B7-773C-47A7-973B-B58B0D3B62A6}" type="slidenum">
              <a:rPr lang="en-US" altLang="en-US" b="0"/>
              <a:pPr/>
              <a:t>47</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7895">
                                            <p:txEl>
                                              <p:pRg st="0" end="0"/>
                                            </p:txEl>
                                          </p:spTgt>
                                        </p:tgtEl>
                                        <p:attrNameLst>
                                          <p:attrName>style.visibility</p:attrName>
                                        </p:attrNameLst>
                                      </p:cBhvr>
                                      <p:to>
                                        <p:strVal val="visible"/>
                                      </p:to>
                                    </p:set>
                                    <p:animEffect transition="in" filter="fade">
                                      <p:cBhvr>
                                        <p:cTn id="7" dur="2000"/>
                                        <p:tgtEl>
                                          <p:spTgt spid="378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xmlns="" id="{C63CA9A2-E8D7-77F7-A3FF-19EF04E1D8D6}"/>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Masking concept</a:t>
            </a:r>
          </a:p>
        </p:txBody>
      </p:sp>
      <p:sp>
        <p:nvSpPr>
          <p:cNvPr id="39939" name="Rectangle 3">
            <a:extLst>
              <a:ext uri="{FF2B5EF4-FFF2-40B4-BE49-F238E27FC236}">
                <a16:creationId xmlns:a16="http://schemas.microsoft.com/office/drawing/2014/main" xmlns="" id="{AF2E34F7-15DE-5545-1EB1-C17AB81DAF12}"/>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0" name="Rectangle 4">
            <a:extLst>
              <a:ext uri="{FF2B5EF4-FFF2-40B4-BE49-F238E27FC236}">
                <a16:creationId xmlns:a16="http://schemas.microsoft.com/office/drawing/2014/main" xmlns="" id="{68AA2775-4FB3-03C2-283C-666CDAE20B40}"/>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1" name="Rectangle 5">
            <a:extLst>
              <a:ext uri="{FF2B5EF4-FFF2-40B4-BE49-F238E27FC236}">
                <a16:creationId xmlns:a16="http://schemas.microsoft.com/office/drawing/2014/main" xmlns="" id="{897717C1-F49E-61B3-3580-40DED7B3E221}"/>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2" name="Rectangle 6">
            <a:extLst>
              <a:ext uri="{FF2B5EF4-FFF2-40B4-BE49-F238E27FC236}">
                <a16:creationId xmlns:a16="http://schemas.microsoft.com/office/drawing/2014/main" xmlns="" id="{B2192748-AA64-7693-27C5-3F1F61F6EB7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3" name="Rectangle 7">
            <a:extLst>
              <a:ext uri="{FF2B5EF4-FFF2-40B4-BE49-F238E27FC236}">
                <a16:creationId xmlns:a16="http://schemas.microsoft.com/office/drawing/2014/main" xmlns="" id="{7576066B-3452-4CA7-47C8-8A4051550950}"/>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4" name="Rectangle 8">
            <a:extLst>
              <a:ext uri="{FF2B5EF4-FFF2-40B4-BE49-F238E27FC236}">
                <a16:creationId xmlns:a16="http://schemas.microsoft.com/office/drawing/2014/main" xmlns="" id="{1BD64E34-EE32-8567-1089-6EDC786DD975}"/>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39945" name="Rectangle 9">
            <a:extLst>
              <a:ext uri="{FF2B5EF4-FFF2-40B4-BE49-F238E27FC236}">
                <a16:creationId xmlns:a16="http://schemas.microsoft.com/office/drawing/2014/main" xmlns="" id="{803707D3-39AE-90AA-4C0A-4AD0B99B6B36}"/>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39946" name="Picture 10">
            <a:extLst>
              <a:ext uri="{FF2B5EF4-FFF2-40B4-BE49-F238E27FC236}">
                <a16:creationId xmlns:a16="http://schemas.microsoft.com/office/drawing/2014/main" xmlns="" id="{4F99738B-959E-024C-B017-CE52879BB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0989" y="2273301"/>
            <a:ext cx="6550025"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7" name="Slide Number Placeholder 1">
            <a:extLst>
              <a:ext uri="{FF2B5EF4-FFF2-40B4-BE49-F238E27FC236}">
                <a16:creationId xmlns:a16="http://schemas.microsoft.com/office/drawing/2014/main" xmlns="" id="{29EC70A5-518E-0E57-859F-134EE5EDAAF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94C13E6-0BD9-4877-BEED-F22BE48F7385}" type="slidenum">
              <a:rPr lang="en-US" altLang="en-US" b="0"/>
              <a:pPr/>
              <a:t>48</a:t>
            </a:fld>
            <a:endParaRPr lang="en-US" altLang="en-US" b="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a:extLst>
              <a:ext uri="{FF2B5EF4-FFF2-40B4-BE49-F238E27FC236}">
                <a16:creationId xmlns:a16="http://schemas.microsoft.com/office/drawing/2014/main" xmlns="" id="{7F0A5F9D-FED3-1A03-B550-B8F41D281B9E}"/>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AND operation</a:t>
            </a:r>
          </a:p>
        </p:txBody>
      </p:sp>
      <p:sp>
        <p:nvSpPr>
          <p:cNvPr id="40963" name="Rectangle 3">
            <a:extLst>
              <a:ext uri="{FF2B5EF4-FFF2-40B4-BE49-F238E27FC236}">
                <a16:creationId xmlns:a16="http://schemas.microsoft.com/office/drawing/2014/main" xmlns="" id="{D6CD1714-B2FF-7C18-973C-6F19BB811C11}"/>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4" name="Rectangle 4">
            <a:extLst>
              <a:ext uri="{FF2B5EF4-FFF2-40B4-BE49-F238E27FC236}">
                <a16:creationId xmlns:a16="http://schemas.microsoft.com/office/drawing/2014/main" xmlns="" id="{5D94672F-8470-4F71-5487-81B25996786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5" name="Rectangle 5">
            <a:extLst>
              <a:ext uri="{FF2B5EF4-FFF2-40B4-BE49-F238E27FC236}">
                <a16:creationId xmlns:a16="http://schemas.microsoft.com/office/drawing/2014/main" xmlns="" id="{AB29C51A-29FD-D0BD-84D6-F9802E970B96}"/>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6" name="Rectangle 6">
            <a:extLst>
              <a:ext uri="{FF2B5EF4-FFF2-40B4-BE49-F238E27FC236}">
                <a16:creationId xmlns:a16="http://schemas.microsoft.com/office/drawing/2014/main" xmlns="" id="{EC26BC4C-29C8-1091-D7BE-39BA259BE16F}"/>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7" name="Rectangle 7">
            <a:extLst>
              <a:ext uri="{FF2B5EF4-FFF2-40B4-BE49-F238E27FC236}">
                <a16:creationId xmlns:a16="http://schemas.microsoft.com/office/drawing/2014/main" xmlns="" id="{CE7E011D-9BAB-581C-DB9E-3C20C186D702}"/>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8" name="Rectangle 8">
            <a:extLst>
              <a:ext uri="{FF2B5EF4-FFF2-40B4-BE49-F238E27FC236}">
                <a16:creationId xmlns:a16="http://schemas.microsoft.com/office/drawing/2014/main" xmlns="" id="{7CDE9978-B38E-5E2E-6A02-00B8263DA953}"/>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0969" name="Rectangle 9">
            <a:extLst>
              <a:ext uri="{FF2B5EF4-FFF2-40B4-BE49-F238E27FC236}">
                <a16:creationId xmlns:a16="http://schemas.microsoft.com/office/drawing/2014/main" xmlns="" id="{BC00AF09-FD8B-F75E-326F-304202F9F785}"/>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40970" name="Picture 10">
            <a:extLst>
              <a:ext uri="{FF2B5EF4-FFF2-40B4-BE49-F238E27FC236}">
                <a16:creationId xmlns:a16="http://schemas.microsoft.com/office/drawing/2014/main" xmlns="" id="{DCC6BC5C-7910-2619-C887-8665A64D2C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414589"/>
            <a:ext cx="7569200"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1" name="Slide Number Placeholder 1">
            <a:extLst>
              <a:ext uri="{FF2B5EF4-FFF2-40B4-BE49-F238E27FC236}">
                <a16:creationId xmlns:a16="http://schemas.microsoft.com/office/drawing/2014/main" xmlns="" id="{3BAE11BE-7A48-D175-126C-66BD1D8418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1368D13-C76C-4001-B02A-4CC3B9C0BD9B}" type="slidenum">
              <a:rPr lang="en-US" altLang="en-US" b="0"/>
              <a:pPr/>
              <a:t>49</a:t>
            </a:fld>
            <a:endParaRPr lang="en-US" altLang="en-US" b="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Text Box 3">
            <a:extLst>
              <a:ext uri="{FF2B5EF4-FFF2-40B4-BE49-F238E27FC236}">
                <a16:creationId xmlns:a16="http://schemas.microsoft.com/office/drawing/2014/main" xmlns="" id="{1A555055-520D-4EAE-5F21-9FF85EE0A8B3}"/>
              </a:ext>
            </a:extLst>
          </p:cNvPr>
          <p:cNvSpPr txBox="1">
            <a:spLocks noChangeArrowheads="1"/>
          </p:cNvSpPr>
          <p:nvPr/>
        </p:nvSpPr>
        <p:spPr bwMode="auto">
          <a:xfrm>
            <a:off x="1798638" y="1981200"/>
            <a:ext cx="3306762" cy="457200"/>
          </a:xfrm>
          <a:prstGeom prst="rect">
            <a:avLst/>
          </a:prstGeom>
          <a:noFill/>
          <a:ln w="9525">
            <a:noFill/>
            <a:miter lim="800000"/>
            <a:headEnd/>
            <a:tailEnd/>
          </a:ln>
          <a:effectLst/>
        </p:spPr>
        <p:txBody>
          <a:bodyPr wrap="none">
            <a:spAutoFit/>
          </a:bodyPr>
          <a:lstStyle/>
          <a:p>
            <a:pPr eaLnBrk="1" hangingPunct="1">
              <a:defRPr/>
            </a:pPr>
            <a:r>
              <a:rPr lang="en-US" sz="2400" i="1">
                <a:effectLst>
                  <a:outerShdw blurRad="38100" dist="38100" dir="2700000" algn="tl">
                    <a:srgbClr val="C0C0C0"/>
                  </a:outerShdw>
                </a:effectLst>
                <a:latin typeface="Times New Roman" pitchFamily="18" charset="0"/>
              </a:rPr>
              <a:t>Table 4.2  Default masks</a:t>
            </a:r>
          </a:p>
        </p:txBody>
      </p:sp>
      <p:pic>
        <p:nvPicPr>
          <p:cNvPr id="41987" name="Picture 41">
            <a:extLst>
              <a:ext uri="{FF2B5EF4-FFF2-40B4-BE49-F238E27FC236}">
                <a16:creationId xmlns:a16="http://schemas.microsoft.com/office/drawing/2014/main" xmlns="" id="{DC9B558D-4DD6-7DC1-01A2-E8C8630E2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8" y="2443164"/>
            <a:ext cx="8748712" cy="197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Slide Number Placeholder 1">
            <a:extLst>
              <a:ext uri="{FF2B5EF4-FFF2-40B4-BE49-F238E27FC236}">
                <a16:creationId xmlns:a16="http://schemas.microsoft.com/office/drawing/2014/main" xmlns="" id="{2168070D-8641-B0F1-7D5A-EFC6360686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3299AD04-6292-48E9-A360-31820D16C261}" type="slidenum">
              <a:rPr lang="en-US" altLang="en-US" b="0"/>
              <a:pPr/>
              <a:t>50</a:t>
            </a:fld>
            <a:endParaRPr lang="en-US" altLang="en-US" b="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xmlns="" id="{CE968F2F-131F-EEAA-5B08-611E49F3AD48}"/>
              </a:ext>
            </a:extLst>
          </p:cNvPr>
          <p:cNvSpPr>
            <a:spLocks noChangeArrowheads="1"/>
          </p:cNvSpPr>
          <p:nvPr/>
        </p:nvSpPr>
        <p:spPr bwMode="auto">
          <a:xfrm>
            <a:off x="2362200" y="2195514"/>
            <a:ext cx="7543800" cy="3444875"/>
          </a:xfrm>
          <a:prstGeom prst="rect">
            <a:avLst/>
          </a:prstGeom>
          <a:solidFill>
            <a:schemeClr val="bg1"/>
          </a:solidFill>
          <a:ln w="57150">
            <a:solidFill>
              <a:srgbClr val="FF0066"/>
            </a:solidFill>
            <a:miter lim="800000"/>
            <a:headEnd/>
            <a:tailEnd/>
          </a:ln>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a:spcBef>
                <a:spcPts val="1200"/>
              </a:spcBef>
              <a:spcAft>
                <a:spcPts val="1000"/>
              </a:spcAft>
            </a:pPr>
            <a:r>
              <a:rPr lang="en-US" altLang="en-US" sz="3600" i="1">
                <a:latin typeface="Times New Roman" panose="02020603050405020304" pitchFamily="18" charset="0"/>
              </a:rPr>
              <a:t>The network address is the beginning address of each block. It can be found by applying the default mask to any of the addresses in the block (including itself). It retains the netid of the block and sets the hostid to zero.</a:t>
            </a:r>
          </a:p>
        </p:txBody>
      </p:sp>
      <p:sp>
        <p:nvSpPr>
          <p:cNvPr id="43011" name="PubRRectCallout">
            <a:extLst>
              <a:ext uri="{FF2B5EF4-FFF2-40B4-BE49-F238E27FC236}">
                <a16:creationId xmlns:a16="http://schemas.microsoft.com/office/drawing/2014/main" xmlns="" id="{B06755B4-8730-59E5-DF71-DF60F5478516}"/>
              </a:ext>
            </a:extLst>
          </p:cNvPr>
          <p:cNvSpPr>
            <a:spLocks noEditPoints="1" noChangeArrowheads="1"/>
          </p:cNvSpPr>
          <p:nvPr/>
        </p:nvSpPr>
        <p:spPr bwMode="auto">
          <a:xfrm>
            <a:off x="2362200" y="990600"/>
            <a:ext cx="2743200" cy="114300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2147483646 w 21600"/>
              <a:gd name="T9" fmla="*/ 2147483646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lnTo>
                  <a:pt x="532" y="0"/>
                </a:ln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US"/>
          </a:p>
        </p:txBody>
      </p:sp>
      <p:pic>
        <p:nvPicPr>
          <p:cNvPr id="43012" name="Picture 4">
            <a:extLst>
              <a:ext uri="{FF2B5EF4-FFF2-40B4-BE49-F238E27FC236}">
                <a16:creationId xmlns:a16="http://schemas.microsoft.com/office/drawing/2014/main" xmlns="" id="{3F1C547F-7B1A-A38D-46D9-B6A0AB3C91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3269" name="Text Box 5">
            <a:extLst>
              <a:ext uri="{FF2B5EF4-FFF2-40B4-BE49-F238E27FC236}">
                <a16:creationId xmlns:a16="http://schemas.microsoft.com/office/drawing/2014/main" xmlns="" id="{FC098EF6-C161-FE84-ADE1-0A40EE5F6814}"/>
              </a:ext>
            </a:extLst>
          </p:cNvPr>
          <p:cNvSpPr txBox="1">
            <a:spLocks noChangeArrowheads="1"/>
          </p:cNvSpPr>
          <p:nvPr/>
        </p:nvSpPr>
        <p:spPr bwMode="auto">
          <a:xfrm>
            <a:off x="3657600" y="1143000"/>
            <a:ext cx="1200150" cy="641350"/>
          </a:xfrm>
          <a:prstGeom prst="rect">
            <a:avLst/>
          </a:prstGeom>
          <a:noFill/>
          <a:ln w="9525">
            <a:noFill/>
            <a:miter lim="800000"/>
            <a:headEnd/>
            <a:tailEnd/>
          </a:ln>
          <a:effectLst/>
        </p:spPr>
        <p:txBody>
          <a:bodyPr wrap="none">
            <a:spAutoFit/>
          </a:bodyPr>
          <a:lstStyle/>
          <a:p>
            <a:pPr eaLnBrk="1" hangingPunct="1">
              <a:defRPr/>
            </a:pPr>
            <a:r>
              <a:rPr lang="en-US" sz="3600">
                <a:effectLst>
                  <a:outerShdw blurRad="38100" dist="38100" dir="2700000" algn="tl">
                    <a:srgbClr val="FFFFFF"/>
                  </a:outerShdw>
                </a:effectLst>
                <a:latin typeface="Times New Roman" pitchFamily="18" charset="0"/>
              </a:rPr>
              <a:t>Note:</a:t>
            </a:r>
          </a:p>
        </p:txBody>
      </p:sp>
      <p:sp>
        <p:nvSpPr>
          <p:cNvPr id="43014" name="Slide Number Placeholder 1">
            <a:extLst>
              <a:ext uri="{FF2B5EF4-FFF2-40B4-BE49-F238E27FC236}">
                <a16:creationId xmlns:a16="http://schemas.microsoft.com/office/drawing/2014/main" xmlns="" id="{080E7C46-5D75-5272-9128-8A268A7BADD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BDFA413A-AC6C-4E0B-986C-2A01CFA2D0DB}" type="slidenum">
              <a:rPr lang="en-US" altLang="en-US" b="0"/>
              <a:pPr/>
              <a:t>51</a:t>
            </a:fld>
            <a:endParaRPr lang="en-US" altLang="en-US" b="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xmlns="" id="{B75CA298-CCFC-A72C-7A41-17E98047A8E0}"/>
              </a:ext>
            </a:extLst>
          </p:cNvPr>
          <p:cNvSpPr>
            <a:spLocks noChangeArrowheads="1"/>
          </p:cNvSpPr>
          <p:nvPr/>
        </p:nvSpPr>
        <p:spPr bwMode="auto">
          <a:xfrm>
            <a:off x="1916113" y="1447801"/>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Given the address 23.56.7.91, find the beginning address (network address).</a:t>
            </a:r>
          </a:p>
        </p:txBody>
      </p:sp>
      <p:sp>
        <p:nvSpPr>
          <p:cNvPr id="44035" name="Text Box 3">
            <a:extLst>
              <a:ext uri="{FF2B5EF4-FFF2-40B4-BE49-F238E27FC236}">
                <a16:creationId xmlns:a16="http://schemas.microsoft.com/office/drawing/2014/main" xmlns="" id="{F4D988B4-CADD-8A6C-0B14-0CF7D088C4BF}"/>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12</a:t>
            </a:r>
          </a:p>
        </p:txBody>
      </p:sp>
      <p:sp>
        <p:nvSpPr>
          <p:cNvPr id="44036" name="Rectangle 4">
            <a:extLst>
              <a:ext uri="{FF2B5EF4-FFF2-40B4-BE49-F238E27FC236}">
                <a16:creationId xmlns:a16="http://schemas.microsoft.com/office/drawing/2014/main" xmlns="" id="{86BE52A1-A6C3-8D8F-61E2-DEA7681AE9CC}"/>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43015" name="Rectangle 5">
            <a:extLst>
              <a:ext uri="{FF2B5EF4-FFF2-40B4-BE49-F238E27FC236}">
                <a16:creationId xmlns:a16="http://schemas.microsoft.com/office/drawing/2014/main" xmlns="" id="{A03E07E9-28E8-5831-B2A9-E2E9990540CD}"/>
              </a:ext>
            </a:extLst>
          </p:cNvPr>
          <p:cNvSpPr>
            <a:spLocks noChangeArrowheads="1"/>
          </p:cNvSpPr>
          <p:nvPr/>
        </p:nvSpPr>
        <p:spPr bwMode="auto">
          <a:xfrm>
            <a:off x="1905000" y="3962400"/>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The default mask is 255.0.0.0, which means that only the first byte is preserved and the other 3 bytes are set to 0s. The network address is </a:t>
            </a:r>
            <a:r>
              <a:rPr lang="en-US" altLang="en-US" sz="2400" i="1">
                <a:solidFill>
                  <a:schemeClr val="hlink"/>
                </a:solidFill>
                <a:latin typeface="Times New Roman" panose="02020603050405020304" pitchFamily="18" charset="0"/>
              </a:rPr>
              <a:t>23.0.0.0.</a:t>
            </a:r>
          </a:p>
        </p:txBody>
      </p:sp>
      <p:sp>
        <p:nvSpPr>
          <p:cNvPr id="44038" name="Slide Number Placeholder 1">
            <a:extLst>
              <a:ext uri="{FF2B5EF4-FFF2-40B4-BE49-F238E27FC236}">
                <a16:creationId xmlns:a16="http://schemas.microsoft.com/office/drawing/2014/main" xmlns="" id="{1B743100-2B0C-333E-9B1C-734F4F14E57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AE40B242-6BD3-4120-A80B-A737D356FC6F}" type="slidenum">
              <a:rPr lang="en-US" altLang="en-US" b="0"/>
              <a:pPr/>
              <a:t>52</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3015">
                                            <p:txEl>
                                              <p:pRg st="0" end="0"/>
                                            </p:txEl>
                                          </p:spTgt>
                                        </p:tgtEl>
                                        <p:attrNameLst>
                                          <p:attrName>style.visibility</p:attrName>
                                        </p:attrNameLst>
                                      </p:cBhvr>
                                      <p:to>
                                        <p:strVal val="visible"/>
                                      </p:to>
                                    </p:set>
                                    <p:animEffect transition="in" filter="fade">
                                      <p:cBhvr>
                                        <p:cTn id="7" dur="2000"/>
                                        <p:tgtEl>
                                          <p:spTgt spid="430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xmlns="" id="{0AF0D194-BE39-862C-1562-17050D8E89C9}"/>
              </a:ext>
            </a:extLst>
          </p:cNvPr>
          <p:cNvSpPr>
            <a:spLocks noChangeArrowheads="1"/>
          </p:cNvSpPr>
          <p:nvPr/>
        </p:nvSpPr>
        <p:spPr bwMode="auto">
          <a:xfrm>
            <a:off x="1916113" y="1447801"/>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Given the address 132.6.17.85, find the beginning address (network address).</a:t>
            </a:r>
          </a:p>
        </p:txBody>
      </p:sp>
      <p:sp>
        <p:nvSpPr>
          <p:cNvPr id="45059" name="Text Box 3">
            <a:extLst>
              <a:ext uri="{FF2B5EF4-FFF2-40B4-BE49-F238E27FC236}">
                <a16:creationId xmlns:a16="http://schemas.microsoft.com/office/drawing/2014/main" xmlns="" id="{618E41A4-7BDC-D1FB-B42A-9B9357048E8B}"/>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13</a:t>
            </a:r>
          </a:p>
        </p:txBody>
      </p:sp>
      <p:sp>
        <p:nvSpPr>
          <p:cNvPr id="45060" name="Rectangle 4">
            <a:extLst>
              <a:ext uri="{FF2B5EF4-FFF2-40B4-BE49-F238E27FC236}">
                <a16:creationId xmlns:a16="http://schemas.microsoft.com/office/drawing/2014/main" xmlns="" id="{86BD9320-E550-598B-B341-A5B4231480F1}"/>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44039" name="Rectangle 5">
            <a:extLst>
              <a:ext uri="{FF2B5EF4-FFF2-40B4-BE49-F238E27FC236}">
                <a16:creationId xmlns:a16="http://schemas.microsoft.com/office/drawing/2014/main" xmlns="" id="{3554FDEA-412D-B3CD-3EDB-A0C48B6C1DD9}"/>
              </a:ext>
            </a:extLst>
          </p:cNvPr>
          <p:cNvSpPr>
            <a:spLocks noChangeArrowheads="1"/>
          </p:cNvSpPr>
          <p:nvPr/>
        </p:nvSpPr>
        <p:spPr bwMode="auto">
          <a:xfrm>
            <a:off x="1905000" y="3962400"/>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The default mask is 255.255.0.0, which means that the first 2 bytes are preserved and the other 2 bytes are set to 0s. The network address is </a:t>
            </a:r>
            <a:r>
              <a:rPr lang="en-US" altLang="en-US" sz="2400" i="1">
                <a:solidFill>
                  <a:schemeClr val="hlink"/>
                </a:solidFill>
                <a:latin typeface="Times New Roman" panose="02020603050405020304" pitchFamily="18" charset="0"/>
              </a:rPr>
              <a:t>132.6.0.0</a:t>
            </a:r>
            <a:r>
              <a:rPr lang="en-US" altLang="en-US" sz="2400" i="1">
                <a:latin typeface="Times New Roman" panose="02020603050405020304" pitchFamily="18" charset="0"/>
              </a:rPr>
              <a:t>.</a:t>
            </a:r>
          </a:p>
        </p:txBody>
      </p:sp>
      <p:sp>
        <p:nvSpPr>
          <p:cNvPr id="45062" name="Slide Number Placeholder 1">
            <a:extLst>
              <a:ext uri="{FF2B5EF4-FFF2-40B4-BE49-F238E27FC236}">
                <a16:creationId xmlns:a16="http://schemas.microsoft.com/office/drawing/2014/main" xmlns="" id="{9898E237-0DB9-0183-277E-13089FFEDEB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41B5FBB6-50A4-42A0-8A67-6628587FCC70}" type="slidenum">
              <a:rPr lang="en-US" altLang="en-US" b="0"/>
              <a:pPr/>
              <a:t>53</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4039">
                                            <p:txEl>
                                              <p:pRg st="0" end="0"/>
                                            </p:txEl>
                                          </p:spTgt>
                                        </p:tgtEl>
                                        <p:attrNameLst>
                                          <p:attrName>style.visibility</p:attrName>
                                        </p:attrNameLst>
                                      </p:cBhvr>
                                      <p:to>
                                        <p:strVal val="visible"/>
                                      </p:to>
                                    </p:set>
                                    <p:animEffect transition="in" filter="fade">
                                      <p:cBhvr>
                                        <p:cTn id="7" dur="2000"/>
                                        <p:tgtEl>
                                          <p:spTgt spid="440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9"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xmlns="" id="{1AAD2E0B-1F44-6BD4-17FC-5F5297737451}"/>
              </a:ext>
            </a:extLst>
          </p:cNvPr>
          <p:cNvSpPr>
            <a:spLocks noChangeArrowheads="1"/>
          </p:cNvSpPr>
          <p:nvPr/>
        </p:nvSpPr>
        <p:spPr bwMode="auto">
          <a:xfrm>
            <a:off x="1916113" y="1447801"/>
            <a:ext cx="8153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latin typeface="Times New Roman" panose="02020603050405020304" pitchFamily="18" charset="0"/>
              </a:rPr>
              <a:t>Given the address 201.180.56.5, find the beginning address (network address).</a:t>
            </a:r>
          </a:p>
        </p:txBody>
      </p:sp>
      <p:sp>
        <p:nvSpPr>
          <p:cNvPr id="46083" name="Text Box 3">
            <a:extLst>
              <a:ext uri="{FF2B5EF4-FFF2-40B4-BE49-F238E27FC236}">
                <a16:creationId xmlns:a16="http://schemas.microsoft.com/office/drawing/2014/main" xmlns="" id="{BCD684CA-6EFD-086B-B615-3ACC23720636}"/>
              </a:ext>
            </a:extLst>
          </p:cNvPr>
          <p:cNvSpPr txBox="1">
            <a:spLocks noChangeArrowheads="1"/>
          </p:cNvSpPr>
          <p:nvPr/>
        </p:nvSpPr>
        <p:spPr bwMode="auto">
          <a:xfrm>
            <a:off x="2667000" y="381001"/>
            <a:ext cx="220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14</a:t>
            </a:r>
          </a:p>
        </p:txBody>
      </p:sp>
      <p:sp>
        <p:nvSpPr>
          <p:cNvPr id="46084" name="Rectangle 4">
            <a:extLst>
              <a:ext uri="{FF2B5EF4-FFF2-40B4-BE49-F238E27FC236}">
                <a16:creationId xmlns:a16="http://schemas.microsoft.com/office/drawing/2014/main" xmlns="" id="{2662AEB8-1AB0-8DAD-007C-8B83848230DF}"/>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endParaRPr lang="en-US" altLang="en-US"/>
          </a:p>
        </p:txBody>
      </p:sp>
      <p:sp>
        <p:nvSpPr>
          <p:cNvPr id="45063" name="Rectangle 5">
            <a:extLst>
              <a:ext uri="{FF2B5EF4-FFF2-40B4-BE49-F238E27FC236}">
                <a16:creationId xmlns:a16="http://schemas.microsoft.com/office/drawing/2014/main" xmlns="" id="{1C3E2FE5-4522-BAD9-4FE9-4C0E59443BD9}"/>
              </a:ext>
            </a:extLst>
          </p:cNvPr>
          <p:cNvSpPr>
            <a:spLocks noChangeArrowheads="1"/>
          </p:cNvSpPr>
          <p:nvPr/>
        </p:nvSpPr>
        <p:spPr bwMode="auto">
          <a:xfrm>
            <a:off x="1905000" y="3962400"/>
            <a:ext cx="81534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just">
              <a:spcBef>
                <a:spcPct val="50000"/>
              </a:spcBef>
            </a:pPr>
            <a:r>
              <a:rPr lang="en-US" altLang="en-US" sz="2400" i="1">
                <a:solidFill>
                  <a:schemeClr val="folHlink"/>
                </a:solidFill>
                <a:latin typeface="Times New Roman" panose="02020603050405020304" pitchFamily="18" charset="0"/>
              </a:rPr>
              <a:t>Solution</a:t>
            </a:r>
            <a:r>
              <a:rPr lang="en-US" altLang="en-US" sz="2400" i="1">
                <a:latin typeface="Times New Roman" panose="02020603050405020304" pitchFamily="18" charset="0"/>
              </a:rPr>
              <a:t/>
            </a:r>
            <a:br>
              <a:rPr lang="en-US" altLang="en-US" sz="2400" i="1">
                <a:latin typeface="Times New Roman" panose="02020603050405020304" pitchFamily="18" charset="0"/>
              </a:rPr>
            </a:br>
            <a:r>
              <a:rPr lang="en-US" altLang="en-US" sz="2400" i="1">
                <a:latin typeface="Times New Roman" panose="02020603050405020304" pitchFamily="18" charset="0"/>
              </a:rPr>
              <a:t>The default mask is 255.255.255.0, which means that the first 3 bytes are preserved and the last byte is set to 0. The network address is </a:t>
            </a:r>
            <a:r>
              <a:rPr lang="en-US" altLang="en-US" sz="2400" i="1">
                <a:solidFill>
                  <a:schemeClr val="hlink"/>
                </a:solidFill>
                <a:latin typeface="Times New Roman" panose="02020603050405020304" pitchFamily="18" charset="0"/>
              </a:rPr>
              <a:t>201.180.56.0</a:t>
            </a:r>
            <a:r>
              <a:rPr lang="en-US" altLang="en-US" sz="2400" i="1">
                <a:latin typeface="Times New Roman" panose="02020603050405020304" pitchFamily="18" charset="0"/>
              </a:rPr>
              <a:t>.</a:t>
            </a:r>
          </a:p>
        </p:txBody>
      </p:sp>
      <p:sp>
        <p:nvSpPr>
          <p:cNvPr id="46086" name="Slide Number Placeholder 1">
            <a:extLst>
              <a:ext uri="{FF2B5EF4-FFF2-40B4-BE49-F238E27FC236}">
                <a16:creationId xmlns:a16="http://schemas.microsoft.com/office/drawing/2014/main" xmlns="" id="{02F3CB61-1A52-92C6-0BBF-C50BF0803A2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80D46F6-D1ED-4828-A949-FB8C7809BE2A}" type="slidenum">
              <a:rPr lang="en-US" altLang="en-US" b="0"/>
              <a:pPr/>
              <a:t>54</a:t>
            </a:fld>
            <a:endParaRPr lang="en-US" altLang="en-US" b="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5063">
                                            <p:txEl>
                                              <p:pRg st="0" end="0"/>
                                            </p:txEl>
                                          </p:spTgt>
                                        </p:tgtEl>
                                        <p:attrNameLst>
                                          <p:attrName>style.visibility</p:attrName>
                                        </p:attrNameLst>
                                      </p:cBhvr>
                                      <p:to>
                                        <p:strVal val="visible"/>
                                      </p:to>
                                    </p:set>
                                    <p:animEffect transition="in" filter="fade">
                                      <p:cBhvr>
                                        <p:cTn id="7" dur="2000"/>
                                        <p:tgtEl>
                                          <p:spTgt spid="450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5" name="Text Box 3">
            <a:extLst>
              <a:ext uri="{FF2B5EF4-FFF2-40B4-BE49-F238E27FC236}">
                <a16:creationId xmlns:a16="http://schemas.microsoft.com/office/drawing/2014/main" xmlns="" id="{06978DDE-2509-F76C-75AE-E3E4C82228BF}"/>
              </a:ext>
            </a:extLst>
          </p:cNvPr>
          <p:cNvSpPr txBox="1">
            <a:spLocks noChangeArrowheads="1"/>
          </p:cNvSpPr>
          <p:nvPr/>
        </p:nvSpPr>
        <p:spPr bwMode="auto">
          <a:xfrm>
            <a:off x="1752600" y="1600200"/>
            <a:ext cx="3695700" cy="457200"/>
          </a:xfrm>
          <a:prstGeom prst="rect">
            <a:avLst/>
          </a:prstGeom>
          <a:noFill/>
          <a:ln w="9525">
            <a:noFill/>
            <a:miter lim="800000"/>
            <a:headEnd/>
            <a:tailEnd/>
          </a:ln>
          <a:effectLst/>
        </p:spPr>
        <p:txBody>
          <a:bodyPr wrap="none">
            <a:spAutoFit/>
          </a:bodyPr>
          <a:lstStyle/>
          <a:p>
            <a:pPr eaLnBrk="1" hangingPunct="1">
              <a:defRPr/>
            </a:pPr>
            <a:r>
              <a:rPr lang="en-US" sz="2400" i="1">
                <a:effectLst>
                  <a:outerShdw blurRad="38100" dist="38100" dir="2700000" algn="tl">
                    <a:srgbClr val="C0C0C0"/>
                  </a:outerShdw>
                </a:effectLst>
                <a:latin typeface="Times New Roman" pitchFamily="18" charset="0"/>
              </a:rPr>
              <a:t>Table 4.3  Special addresses</a:t>
            </a:r>
          </a:p>
        </p:txBody>
      </p:sp>
      <p:pic>
        <p:nvPicPr>
          <p:cNvPr id="47107" name="Picture 41">
            <a:extLst>
              <a:ext uri="{FF2B5EF4-FFF2-40B4-BE49-F238E27FC236}">
                <a16:creationId xmlns:a16="http://schemas.microsoft.com/office/drawing/2014/main" xmlns="" id="{448FBDAC-A5F0-D3CD-3C0E-AA7B1BE0F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016126"/>
            <a:ext cx="8940800"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Slide Number Placeholder 1">
            <a:extLst>
              <a:ext uri="{FF2B5EF4-FFF2-40B4-BE49-F238E27FC236}">
                <a16:creationId xmlns:a16="http://schemas.microsoft.com/office/drawing/2014/main" xmlns="" id="{82F7D2D6-0BFE-C561-4885-BA7558D946F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C7ABDC18-6757-4F2D-AFEC-1935D9EF2438}" type="slidenum">
              <a:rPr lang="en-US" altLang="en-US" b="0"/>
              <a:pPr/>
              <a:t>55</a:t>
            </a:fld>
            <a:endParaRPr lang="en-US" altLang="en-US" b="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a:extLst>
              <a:ext uri="{FF2B5EF4-FFF2-40B4-BE49-F238E27FC236}">
                <a16:creationId xmlns:a16="http://schemas.microsoft.com/office/drawing/2014/main" xmlns="" id="{69EED150-A77D-2048-0053-EEE8F85A893F}"/>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Network address</a:t>
            </a:r>
          </a:p>
        </p:txBody>
      </p:sp>
      <p:sp>
        <p:nvSpPr>
          <p:cNvPr id="48131" name="Rectangle 3">
            <a:extLst>
              <a:ext uri="{FF2B5EF4-FFF2-40B4-BE49-F238E27FC236}">
                <a16:creationId xmlns:a16="http://schemas.microsoft.com/office/drawing/2014/main" xmlns="" id="{75284287-D112-CA06-2BDE-82446367B63E}"/>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8132" name="Rectangle 4">
            <a:extLst>
              <a:ext uri="{FF2B5EF4-FFF2-40B4-BE49-F238E27FC236}">
                <a16:creationId xmlns:a16="http://schemas.microsoft.com/office/drawing/2014/main" xmlns="" id="{D071DFB8-66D6-63CA-1865-664F2541488D}"/>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8133" name="Rectangle 5">
            <a:extLst>
              <a:ext uri="{FF2B5EF4-FFF2-40B4-BE49-F238E27FC236}">
                <a16:creationId xmlns:a16="http://schemas.microsoft.com/office/drawing/2014/main" xmlns="" id="{FE4A96B1-379D-A19D-EDBE-FFCD59ED1EAB}"/>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8134" name="Rectangle 6">
            <a:extLst>
              <a:ext uri="{FF2B5EF4-FFF2-40B4-BE49-F238E27FC236}">
                <a16:creationId xmlns:a16="http://schemas.microsoft.com/office/drawing/2014/main" xmlns="" id="{9CFCDB16-3029-40EC-0877-4E4EE8A64FF9}"/>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8135" name="Rectangle 7">
            <a:extLst>
              <a:ext uri="{FF2B5EF4-FFF2-40B4-BE49-F238E27FC236}">
                <a16:creationId xmlns:a16="http://schemas.microsoft.com/office/drawing/2014/main" xmlns="" id="{6678F4CB-EBF6-A88B-2C6D-7B7CC1BF3BF9}"/>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8136" name="Rectangle 8">
            <a:extLst>
              <a:ext uri="{FF2B5EF4-FFF2-40B4-BE49-F238E27FC236}">
                <a16:creationId xmlns:a16="http://schemas.microsoft.com/office/drawing/2014/main" xmlns="" id="{BF605C02-B802-9EA2-9B34-2515AD47D06A}"/>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8137" name="Rectangle 9">
            <a:extLst>
              <a:ext uri="{FF2B5EF4-FFF2-40B4-BE49-F238E27FC236}">
                <a16:creationId xmlns:a16="http://schemas.microsoft.com/office/drawing/2014/main" xmlns="" id="{7B63434A-50E3-D83B-21B8-955BD331A08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48138" name="Picture 10">
            <a:extLst>
              <a:ext uri="{FF2B5EF4-FFF2-40B4-BE49-F238E27FC236}">
                <a16:creationId xmlns:a16="http://schemas.microsoft.com/office/drawing/2014/main" xmlns="" id="{A1584F5B-3836-FCB0-DB78-65D849E83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2288" y="2184400"/>
            <a:ext cx="8418512"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9" name="Slide Number Placeholder 1">
            <a:extLst>
              <a:ext uri="{FF2B5EF4-FFF2-40B4-BE49-F238E27FC236}">
                <a16:creationId xmlns:a16="http://schemas.microsoft.com/office/drawing/2014/main" xmlns="" id="{5E42CB3A-67EA-AD21-6AE8-22DBD537B62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405E341-594B-4121-90E0-3F25E43951B4}" type="slidenum">
              <a:rPr lang="en-US" altLang="en-US" b="0"/>
              <a:pPr/>
              <a:t>56</a:t>
            </a:fld>
            <a:endParaRPr lang="en-US" altLang="en-US" b="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xmlns="" id="{F6D2CF6A-366B-945B-3D4B-7926FA9BB362}"/>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of direct broadcast address</a:t>
            </a:r>
          </a:p>
        </p:txBody>
      </p:sp>
      <p:sp>
        <p:nvSpPr>
          <p:cNvPr id="49155" name="Rectangle 3">
            <a:extLst>
              <a:ext uri="{FF2B5EF4-FFF2-40B4-BE49-F238E27FC236}">
                <a16:creationId xmlns:a16="http://schemas.microsoft.com/office/drawing/2014/main" xmlns="" id="{17A42F5E-8ECE-2457-65DE-4810D8614530}"/>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56" name="Rectangle 4">
            <a:extLst>
              <a:ext uri="{FF2B5EF4-FFF2-40B4-BE49-F238E27FC236}">
                <a16:creationId xmlns:a16="http://schemas.microsoft.com/office/drawing/2014/main" xmlns="" id="{8EC5C14C-BA1B-751C-7023-87AA6FB5C449}"/>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57" name="Rectangle 5">
            <a:extLst>
              <a:ext uri="{FF2B5EF4-FFF2-40B4-BE49-F238E27FC236}">
                <a16:creationId xmlns:a16="http://schemas.microsoft.com/office/drawing/2014/main" xmlns="" id="{AB7DAB62-CECF-EC12-1D98-73E9E8F85260}"/>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58" name="Rectangle 6">
            <a:extLst>
              <a:ext uri="{FF2B5EF4-FFF2-40B4-BE49-F238E27FC236}">
                <a16:creationId xmlns:a16="http://schemas.microsoft.com/office/drawing/2014/main" xmlns="" id="{37943EE5-9912-6480-22CD-641E5ACBFB57}"/>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59" name="Rectangle 7">
            <a:extLst>
              <a:ext uri="{FF2B5EF4-FFF2-40B4-BE49-F238E27FC236}">
                <a16:creationId xmlns:a16="http://schemas.microsoft.com/office/drawing/2014/main" xmlns="" id="{30723AFB-F1F9-5276-12BB-4AF6A14E0254}"/>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60" name="Rectangle 8">
            <a:extLst>
              <a:ext uri="{FF2B5EF4-FFF2-40B4-BE49-F238E27FC236}">
                <a16:creationId xmlns:a16="http://schemas.microsoft.com/office/drawing/2014/main" xmlns="" id="{95E9BF3E-CCC1-5566-6457-1C5BD3BB01DD}"/>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49161" name="Rectangle 9">
            <a:extLst>
              <a:ext uri="{FF2B5EF4-FFF2-40B4-BE49-F238E27FC236}">
                <a16:creationId xmlns:a16="http://schemas.microsoft.com/office/drawing/2014/main" xmlns="" id="{56650181-27D2-9915-3B6E-64A7F6A2C822}"/>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49162" name="Picture 10">
            <a:extLst>
              <a:ext uri="{FF2B5EF4-FFF2-40B4-BE49-F238E27FC236}">
                <a16:creationId xmlns:a16="http://schemas.microsoft.com/office/drawing/2014/main" xmlns="" id="{B466E20D-CAD1-931A-2E80-B88D6218CD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1614" y="1663700"/>
            <a:ext cx="6554787"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3" name="Slide Number Placeholder 1">
            <a:extLst>
              <a:ext uri="{FF2B5EF4-FFF2-40B4-BE49-F238E27FC236}">
                <a16:creationId xmlns:a16="http://schemas.microsoft.com/office/drawing/2014/main" xmlns="" id="{BEFCB584-A0E9-1046-B059-0681D3937F9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EE11F27-D63C-40B6-958F-5CE5B67D34AC}" type="slidenum">
              <a:rPr lang="en-US" altLang="en-US" b="0"/>
              <a:pPr/>
              <a:t>57</a:t>
            </a:fld>
            <a:endParaRPr lang="en-US" altLang="en-US" b="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a:extLst>
              <a:ext uri="{FF2B5EF4-FFF2-40B4-BE49-F238E27FC236}">
                <a16:creationId xmlns:a16="http://schemas.microsoft.com/office/drawing/2014/main" xmlns="" id="{292787DD-5A3D-6EFB-ABA2-E900932E6FC3}"/>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of limited broadcast address</a:t>
            </a:r>
          </a:p>
        </p:txBody>
      </p:sp>
      <p:sp>
        <p:nvSpPr>
          <p:cNvPr id="50179" name="Rectangle 3">
            <a:extLst>
              <a:ext uri="{FF2B5EF4-FFF2-40B4-BE49-F238E27FC236}">
                <a16:creationId xmlns:a16="http://schemas.microsoft.com/office/drawing/2014/main" xmlns="" id="{0A8D4648-2A64-582D-9A0A-CC673FAF623F}"/>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0180" name="Rectangle 4">
            <a:extLst>
              <a:ext uri="{FF2B5EF4-FFF2-40B4-BE49-F238E27FC236}">
                <a16:creationId xmlns:a16="http://schemas.microsoft.com/office/drawing/2014/main" xmlns="" id="{F91233C0-2FB2-7908-8BAA-0F9FA5CD5E6B}"/>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0181" name="Rectangle 5">
            <a:extLst>
              <a:ext uri="{FF2B5EF4-FFF2-40B4-BE49-F238E27FC236}">
                <a16:creationId xmlns:a16="http://schemas.microsoft.com/office/drawing/2014/main" xmlns="" id="{FD2B0EE7-35A9-BDDE-9D2A-4D945FF41E83}"/>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0182" name="Rectangle 6">
            <a:extLst>
              <a:ext uri="{FF2B5EF4-FFF2-40B4-BE49-F238E27FC236}">
                <a16:creationId xmlns:a16="http://schemas.microsoft.com/office/drawing/2014/main" xmlns="" id="{42A163A1-1DFE-DEA7-511B-E993F9026F30}"/>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0183" name="Rectangle 7">
            <a:extLst>
              <a:ext uri="{FF2B5EF4-FFF2-40B4-BE49-F238E27FC236}">
                <a16:creationId xmlns:a16="http://schemas.microsoft.com/office/drawing/2014/main" xmlns="" id="{14A5C878-1D47-5AA6-C3E5-41FA59AE02E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0184" name="Rectangle 8">
            <a:extLst>
              <a:ext uri="{FF2B5EF4-FFF2-40B4-BE49-F238E27FC236}">
                <a16:creationId xmlns:a16="http://schemas.microsoft.com/office/drawing/2014/main" xmlns="" id="{6B5373E9-7590-81C5-8A57-CEF83F11D95A}"/>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0185" name="Rectangle 9">
            <a:extLst>
              <a:ext uri="{FF2B5EF4-FFF2-40B4-BE49-F238E27FC236}">
                <a16:creationId xmlns:a16="http://schemas.microsoft.com/office/drawing/2014/main" xmlns="" id="{304A404D-8FAE-010F-472D-DD9E2DA65D69}"/>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50186" name="Picture 10">
            <a:extLst>
              <a:ext uri="{FF2B5EF4-FFF2-40B4-BE49-F238E27FC236}">
                <a16:creationId xmlns:a16="http://schemas.microsoft.com/office/drawing/2014/main" xmlns="" id="{E420326A-72F0-188E-5C20-96A63E233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2364" y="1371601"/>
            <a:ext cx="7285037"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7" name="Slide Number Placeholder 1">
            <a:extLst>
              <a:ext uri="{FF2B5EF4-FFF2-40B4-BE49-F238E27FC236}">
                <a16:creationId xmlns:a16="http://schemas.microsoft.com/office/drawing/2014/main" xmlns="" id="{439BA017-1875-4FC5-84EB-4CB327F95B0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7810F91D-7114-4D8A-BBE8-922E7BBD5305}" type="slidenum">
              <a:rPr lang="en-US" altLang="en-US" b="0"/>
              <a:pPr/>
              <a:t>58</a:t>
            </a:fld>
            <a:endParaRPr lang="en-US" altLang="en-US" b="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a:extLst>
              <a:ext uri="{FF2B5EF4-FFF2-40B4-BE49-F238E27FC236}">
                <a16:creationId xmlns:a16="http://schemas.microsoft.com/office/drawing/2014/main" xmlns="" id="{6348B6D7-24FF-6586-3EDB-DD4BEF1F5BC3}"/>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Examples of “this host on this network”</a:t>
            </a:r>
          </a:p>
        </p:txBody>
      </p:sp>
      <p:sp>
        <p:nvSpPr>
          <p:cNvPr id="51203" name="Rectangle 3">
            <a:extLst>
              <a:ext uri="{FF2B5EF4-FFF2-40B4-BE49-F238E27FC236}">
                <a16:creationId xmlns:a16="http://schemas.microsoft.com/office/drawing/2014/main" xmlns="" id="{EEC13731-75E6-91D7-C7E1-B7684AB1B0A8}"/>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4" name="Rectangle 4">
            <a:extLst>
              <a:ext uri="{FF2B5EF4-FFF2-40B4-BE49-F238E27FC236}">
                <a16:creationId xmlns:a16="http://schemas.microsoft.com/office/drawing/2014/main" xmlns="" id="{97ECC193-97CF-21AA-1EEF-B9B19ABC0149}"/>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5" name="Rectangle 5">
            <a:extLst>
              <a:ext uri="{FF2B5EF4-FFF2-40B4-BE49-F238E27FC236}">
                <a16:creationId xmlns:a16="http://schemas.microsoft.com/office/drawing/2014/main" xmlns="" id="{2F723AF2-FDFD-CAD3-C165-FDF4FC90BF36}"/>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6" name="Rectangle 6">
            <a:extLst>
              <a:ext uri="{FF2B5EF4-FFF2-40B4-BE49-F238E27FC236}">
                <a16:creationId xmlns:a16="http://schemas.microsoft.com/office/drawing/2014/main" xmlns="" id="{2F656BB1-77FA-B4F9-F673-9984852CEC3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7" name="Rectangle 7">
            <a:extLst>
              <a:ext uri="{FF2B5EF4-FFF2-40B4-BE49-F238E27FC236}">
                <a16:creationId xmlns:a16="http://schemas.microsoft.com/office/drawing/2014/main" xmlns="" id="{8AB4BD1C-B844-28C3-88F9-8293B3EF5A8F}"/>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8" name="Rectangle 8">
            <a:extLst>
              <a:ext uri="{FF2B5EF4-FFF2-40B4-BE49-F238E27FC236}">
                <a16:creationId xmlns:a16="http://schemas.microsoft.com/office/drawing/2014/main" xmlns="" id="{2AA8FDAE-4AA3-ADEF-28F8-4A76F23992BF}"/>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1209" name="Rectangle 9">
            <a:extLst>
              <a:ext uri="{FF2B5EF4-FFF2-40B4-BE49-F238E27FC236}">
                <a16:creationId xmlns:a16="http://schemas.microsoft.com/office/drawing/2014/main" xmlns="" id="{EA6BCC97-B8DB-7103-4A42-7AE8DF584B6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51210" name="Picture 10">
            <a:extLst>
              <a:ext uri="{FF2B5EF4-FFF2-40B4-BE49-F238E27FC236}">
                <a16:creationId xmlns:a16="http://schemas.microsoft.com/office/drawing/2014/main" xmlns="" id="{B78836AE-D750-B915-85BA-CC7638D1B8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8638" y="1458914"/>
            <a:ext cx="5694362" cy="425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1" name="Slide Number Placeholder 1">
            <a:extLst>
              <a:ext uri="{FF2B5EF4-FFF2-40B4-BE49-F238E27FC236}">
                <a16:creationId xmlns:a16="http://schemas.microsoft.com/office/drawing/2014/main" xmlns="" id="{6D134DF1-DE0F-7681-0DDC-11FED5C22EC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96557797-7368-4DAA-A308-1F82DFF58257}" type="slidenum">
              <a:rPr lang="en-US" altLang="en-US" b="0"/>
              <a:pPr/>
              <a:t>59</a:t>
            </a:fld>
            <a:endParaRPr lang="en-US" altLang="en-US" b="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xmlns="" id="{E00133D1-981B-7E8F-66DD-DAAE390DA889}"/>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of “specific host on this network”</a:t>
            </a:r>
          </a:p>
        </p:txBody>
      </p:sp>
      <p:sp>
        <p:nvSpPr>
          <p:cNvPr id="52227" name="Rectangle 3">
            <a:extLst>
              <a:ext uri="{FF2B5EF4-FFF2-40B4-BE49-F238E27FC236}">
                <a16:creationId xmlns:a16="http://schemas.microsoft.com/office/drawing/2014/main" xmlns="" id="{C61992F3-B69D-7A65-2257-AD9F12580F26}"/>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2228" name="Rectangle 4">
            <a:extLst>
              <a:ext uri="{FF2B5EF4-FFF2-40B4-BE49-F238E27FC236}">
                <a16:creationId xmlns:a16="http://schemas.microsoft.com/office/drawing/2014/main" xmlns="" id="{B2F6A80E-2422-7CF7-94CA-FBD056290CBC}"/>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2229" name="Rectangle 5">
            <a:extLst>
              <a:ext uri="{FF2B5EF4-FFF2-40B4-BE49-F238E27FC236}">
                <a16:creationId xmlns:a16="http://schemas.microsoft.com/office/drawing/2014/main" xmlns="" id="{00829186-E7A5-B58F-79D3-B410F328A41B}"/>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2230" name="Rectangle 6">
            <a:extLst>
              <a:ext uri="{FF2B5EF4-FFF2-40B4-BE49-F238E27FC236}">
                <a16:creationId xmlns:a16="http://schemas.microsoft.com/office/drawing/2014/main" xmlns="" id="{24375AA1-203A-E818-BBE5-2799819AB89F}"/>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2231" name="Rectangle 7">
            <a:extLst>
              <a:ext uri="{FF2B5EF4-FFF2-40B4-BE49-F238E27FC236}">
                <a16:creationId xmlns:a16="http://schemas.microsoft.com/office/drawing/2014/main" xmlns="" id="{69414A71-BFD5-00FE-FAD3-FC0EFAFDBF0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2232" name="Rectangle 8">
            <a:extLst>
              <a:ext uri="{FF2B5EF4-FFF2-40B4-BE49-F238E27FC236}">
                <a16:creationId xmlns:a16="http://schemas.microsoft.com/office/drawing/2014/main" xmlns="" id="{401341E5-6827-4FEE-2782-49AAF012E4DA}"/>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2233" name="Rectangle 9">
            <a:extLst>
              <a:ext uri="{FF2B5EF4-FFF2-40B4-BE49-F238E27FC236}">
                <a16:creationId xmlns:a16="http://schemas.microsoft.com/office/drawing/2014/main" xmlns="" id="{748B5081-1DBB-66CC-F9D7-0583D1028509}"/>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52234" name="Picture 10">
            <a:extLst>
              <a:ext uri="{FF2B5EF4-FFF2-40B4-BE49-F238E27FC236}">
                <a16:creationId xmlns:a16="http://schemas.microsoft.com/office/drawing/2014/main" xmlns="" id="{736620F6-F13A-1C7C-38AA-4E7CAC8DF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9" y="1047750"/>
            <a:ext cx="842962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5" name="Slide Number Placeholder 1">
            <a:extLst>
              <a:ext uri="{FF2B5EF4-FFF2-40B4-BE49-F238E27FC236}">
                <a16:creationId xmlns:a16="http://schemas.microsoft.com/office/drawing/2014/main" xmlns="" id="{6D40718F-F532-47CA-F5E8-DB91CB15B91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DA7BFA13-6E47-484A-89A3-3E9F8C699D4F}" type="slidenum">
              <a:rPr lang="en-US" altLang="en-US" b="0"/>
              <a:pPr/>
              <a:t>60</a:t>
            </a:fld>
            <a:endParaRPr lang="en-US" altLang="en-US" b="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a:extLst>
              <a:ext uri="{FF2B5EF4-FFF2-40B4-BE49-F238E27FC236}">
                <a16:creationId xmlns:a16="http://schemas.microsoft.com/office/drawing/2014/main" xmlns="" id="{E18F6E7F-5FBE-47B0-0985-C41FB0874D9F}"/>
              </a:ext>
            </a:extLst>
          </p:cNvPr>
          <p:cNvSpPr txBox="1">
            <a:spLocks noChangeArrowheads="1"/>
          </p:cNvSpPr>
          <p:nvPr/>
        </p:nvSpPr>
        <p:spPr bwMode="auto">
          <a:xfrm>
            <a:off x="2514600" y="90488"/>
            <a:ext cx="571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r>
              <a:rPr lang="en-US" altLang="en-US">
                <a:solidFill>
                  <a:srgbClr val="0000FF"/>
                </a:solidFill>
                <a:latin typeface="Times New Roman" panose="02020603050405020304" pitchFamily="18" charset="0"/>
              </a:rPr>
              <a:t>Figure 4.18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Example of loopback address</a:t>
            </a:r>
          </a:p>
        </p:txBody>
      </p:sp>
      <p:sp>
        <p:nvSpPr>
          <p:cNvPr id="53251" name="Rectangle 3">
            <a:extLst>
              <a:ext uri="{FF2B5EF4-FFF2-40B4-BE49-F238E27FC236}">
                <a16:creationId xmlns:a16="http://schemas.microsoft.com/office/drawing/2014/main" xmlns="" id="{91AD9610-3F9D-BA57-CE88-73D6240B0FEA}"/>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2" name="Rectangle 4">
            <a:extLst>
              <a:ext uri="{FF2B5EF4-FFF2-40B4-BE49-F238E27FC236}">
                <a16:creationId xmlns:a16="http://schemas.microsoft.com/office/drawing/2014/main" xmlns="" id="{EC278E3C-0443-61C9-E731-B19659088B9D}"/>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3" name="Rectangle 5">
            <a:extLst>
              <a:ext uri="{FF2B5EF4-FFF2-40B4-BE49-F238E27FC236}">
                <a16:creationId xmlns:a16="http://schemas.microsoft.com/office/drawing/2014/main" xmlns="" id="{B5472E0C-E4C3-8260-8F4F-BCA594C75E29}"/>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4" name="Rectangle 6">
            <a:extLst>
              <a:ext uri="{FF2B5EF4-FFF2-40B4-BE49-F238E27FC236}">
                <a16:creationId xmlns:a16="http://schemas.microsoft.com/office/drawing/2014/main" xmlns="" id="{4E03F625-4284-BD5A-26B9-4A9B51AFE289}"/>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5" name="Rectangle 7">
            <a:extLst>
              <a:ext uri="{FF2B5EF4-FFF2-40B4-BE49-F238E27FC236}">
                <a16:creationId xmlns:a16="http://schemas.microsoft.com/office/drawing/2014/main" xmlns="" id="{A2AF527C-F335-133B-ABAA-641AC9115004}"/>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6" name="Rectangle 8">
            <a:extLst>
              <a:ext uri="{FF2B5EF4-FFF2-40B4-BE49-F238E27FC236}">
                <a16:creationId xmlns:a16="http://schemas.microsoft.com/office/drawing/2014/main" xmlns="" id="{E7C62C19-AEB2-5EED-A760-C15E444F4C13}"/>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sp>
        <p:nvSpPr>
          <p:cNvPr id="53257" name="Rectangle 9">
            <a:extLst>
              <a:ext uri="{FF2B5EF4-FFF2-40B4-BE49-F238E27FC236}">
                <a16:creationId xmlns:a16="http://schemas.microsoft.com/office/drawing/2014/main" xmlns="" id="{9C96770C-71D2-91C0-9029-4E306A5C4344}"/>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pPr algn="ctr" eaLnBrk="1" hangingPunct="1"/>
            <a:endParaRPr kumimoji="1" lang="en-US" altLang="en-US" sz="2400" b="0"/>
          </a:p>
        </p:txBody>
      </p:sp>
      <p:pic>
        <p:nvPicPr>
          <p:cNvPr id="53258" name="Picture 10">
            <a:extLst>
              <a:ext uri="{FF2B5EF4-FFF2-40B4-BE49-F238E27FC236}">
                <a16:creationId xmlns:a16="http://schemas.microsoft.com/office/drawing/2014/main" xmlns="" id="{BB5F19C1-3470-38AF-A22E-2CC457B915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7576" y="984250"/>
            <a:ext cx="7165975" cy="518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9" name="Slide Number Placeholder 1">
            <a:extLst>
              <a:ext uri="{FF2B5EF4-FFF2-40B4-BE49-F238E27FC236}">
                <a16:creationId xmlns:a16="http://schemas.microsoft.com/office/drawing/2014/main" xmlns="" id="{62C3753F-B9AB-5322-1DEA-95C542195FF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63CD5675-B18D-43AE-8059-D72B2927F388}" type="slidenum">
              <a:rPr lang="en-US" altLang="en-US" b="0"/>
              <a:pPr/>
              <a:t>61</a:t>
            </a:fld>
            <a:endParaRPr lang="en-US" altLang="en-US" b="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2">
            <a:extLst>
              <a:ext uri="{FF2B5EF4-FFF2-40B4-BE49-F238E27FC236}">
                <a16:creationId xmlns:a16="http://schemas.microsoft.com/office/drawing/2014/main" xmlns="" id="{7E522BFC-C88B-039F-C4C2-6F8250DCB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2464" y="2359025"/>
            <a:ext cx="5807075" cy="214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8667" name="Text Box 43">
            <a:extLst>
              <a:ext uri="{FF2B5EF4-FFF2-40B4-BE49-F238E27FC236}">
                <a16:creationId xmlns:a16="http://schemas.microsoft.com/office/drawing/2014/main" xmlns="" id="{F7B83914-FF1E-5DB1-AACA-9088EB16A81E}"/>
              </a:ext>
            </a:extLst>
          </p:cNvPr>
          <p:cNvSpPr txBox="1">
            <a:spLocks noChangeArrowheads="1"/>
          </p:cNvSpPr>
          <p:nvPr/>
        </p:nvSpPr>
        <p:spPr bwMode="auto">
          <a:xfrm>
            <a:off x="3406776" y="1905000"/>
            <a:ext cx="5356225" cy="457200"/>
          </a:xfrm>
          <a:prstGeom prst="rect">
            <a:avLst/>
          </a:prstGeom>
          <a:noFill/>
          <a:ln w="9525">
            <a:noFill/>
            <a:miter lim="800000"/>
            <a:headEnd/>
            <a:tailEnd/>
          </a:ln>
          <a:effectLst/>
        </p:spPr>
        <p:txBody>
          <a:bodyPr wrap="none">
            <a:spAutoFit/>
          </a:bodyPr>
          <a:lstStyle/>
          <a:p>
            <a:pPr eaLnBrk="1" hangingPunct="1">
              <a:defRPr/>
            </a:pPr>
            <a:r>
              <a:rPr lang="en-US" sz="2400" i="1">
                <a:effectLst>
                  <a:outerShdw blurRad="38100" dist="38100" dir="2700000" algn="tl">
                    <a:srgbClr val="C0C0C0"/>
                  </a:outerShdw>
                </a:effectLst>
                <a:latin typeface="Times New Roman" pitchFamily="18" charset="0"/>
              </a:rPr>
              <a:t>Table 4.5  Addresses for private networks</a:t>
            </a:r>
          </a:p>
        </p:txBody>
      </p:sp>
      <p:sp>
        <p:nvSpPr>
          <p:cNvPr id="54276" name="Slide Number Placeholder 1">
            <a:extLst>
              <a:ext uri="{FF2B5EF4-FFF2-40B4-BE49-F238E27FC236}">
                <a16:creationId xmlns:a16="http://schemas.microsoft.com/office/drawing/2014/main" xmlns="" id="{BCFB1D34-D824-3C77-F868-400EE0775E2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ahoma" panose="020B0604030504040204" pitchFamily="34" charset="0"/>
              </a:defRPr>
            </a:lvl1pPr>
            <a:lvl2pPr marL="742950" indent="-285750">
              <a:defRPr b="1">
                <a:solidFill>
                  <a:schemeClr val="tx1"/>
                </a:solidFill>
                <a:latin typeface="Tahoma" panose="020B0604030504040204" pitchFamily="34" charset="0"/>
              </a:defRPr>
            </a:lvl2pPr>
            <a:lvl3pPr marL="1143000" indent="-228600">
              <a:defRPr b="1">
                <a:solidFill>
                  <a:schemeClr val="tx1"/>
                </a:solidFill>
                <a:latin typeface="Tahoma" panose="020B0604030504040204" pitchFamily="34" charset="0"/>
              </a:defRPr>
            </a:lvl3pPr>
            <a:lvl4pPr marL="1600200" indent="-228600">
              <a:defRPr b="1">
                <a:solidFill>
                  <a:schemeClr val="tx1"/>
                </a:solidFill>
                <a:latin typeface="Tahoma" panose="020B0604030504040204" pitchFamily="34" charset="0"/>
              </a:defRPr>
            </a:lvl4pPr>
            <a:lvl5pPr marL="2057400" indent="-228600">
              <a:defRPr b="1">
                <a:solidFill>
                  <a:schemeClr val="tx1"/>
                </a:solidFill>
                <a:latin typeface="Tahoma" panose="020B0604030504040204" pitchFamily="34" charset="0"/>
              </a:defRPr>
            </a:lvl5pPr>
            <a:lvl6pPr marL="2514600" indent="-228600" eaLnBrk="0" fontAlgn="base" hangingPunct="0">
              <a:spcBef>
                <a:spcPct val="0"/>
              </a:spcBef>
              <a:spcAft>
                <a:spcPct val="0"/>
              </a:spcAft>
              <a:defRPr b="1">
                <a:solidFill>
                  <a:schemeClr val="tx1"/>
                </a:solidFill>
                <a:latin typeface="Tahoma" panose="020B0604030504040204" pitchFamily="34" charset="0"/>
              </a:defRPr>
            </a:lvl6pPr>
            <a:lvl7pPr marL="2971800" indent="-228600" eaLnBrk="0" fontAlgn="base" hangingPunct="0">
              <a:spcBef>
                <a:spcPct val="0"/>
              </a:spcBef>
              <a:spcAft>
                <a:spcPct val="0"/>
              </a:spcAft>
              <a:defRPr b="1">
                <a:solidFill>
                  <a:schemeClr val="tx1"/>
                </a:solidFill>
                <a:latin typeface="Tahoma" panose="020B0604030504040204" pitchFamily="34" charset="0"/>
              </a:defRPr>
            </a:lvl7pPr>
            <a:lvl8pPr marL="3429000" indent="-228600" eaLnBrk="0" fontAlgn="base" hangingPunct="0">
              <a:spcBef>
                <a:spcPct val="0"/>
              </a:spcBef>
              <a:spcAft>
                <a:spcPct val="0"/>
              </a:spcAft>
              <a:defRPr b="1">
                <a:solidFill>
                  <a:schemeClr val="tx1"/>
                </a:solidFill>
                <a:latin typeface="Tahoma" panose="020B0604030504040204" pitchFamily="34" charset="0"/>
              </a:defRPr>
            </a:lvl8pPr>
            <a:lvl9pPr marL="3886200" indent="-228600" eaLnBrk="0" fontAlgn="base" hangingPunct="0">
              <a:spcBef>
                <a:spcPct val="0"/>
              </a:spcBef>
              <a:spcAft>
                <a:spcPct val="0"/>
              </a:spcAft>
              <a:defRPr b="1">
                <a:solidFill>
                  <a:schemeClr val="tx1"/>
                </a:solidFill>
                <a:latin typeface="Tahoma" panose="020B0604030504040204" pitchFamily="34" charset="0"/>
              </a:defRPr>
            </a:lvl9pPr>
          </a:lstStyle>
          <a:p>
            <a:fld id="{2A8766A5-6DC9-4488-87B7-26D9C138E405}" type="slidenum">
              <a:rPr lang="en-US" altLang="en-US" b="0"/>
              <a:pPr/>
              <a:t>62</a:t>
            </a:fld>
            <a:endParaRPr lang="en-US" altLang="en-US" b="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17233</TotalTime>
  <Words>2016</Words>
  <Application>Microsoft Office PowerPoint</Application>
  <PresentationFormat>Widescreen</PresentationFormat>
  <Paragraphs>586</Paragraphs>
  <Slides>62</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62</vt:i4>
      </vt:variant>
    </vt:vector>
  </HeadingPairs>
  <TitlesOfParts>
    <vt:vector size="76" baseType="lpstr">
      <vt:lpstr>MS PGothic</vt:lpstr>
      <vt:lpstr>MS PGothic</vt:lpstr>
      <vt:lpstr>Algerian</vt:lpstr>
      <vt:lpstr>Arial</vt:lpstr>
      <vt:lpstr>Calibri</vt:lpstr>
      <vt:lpstr>Calibri Light</vt:lpstr>
      <vt:lpstr>Cambria</vt:lpstr>
      <vt:lpstr>Comic Sans MS</vt:lpstr>
      <vt:lpstr>Gill Sans MT</vt:lpstr>
      <vt:lpstr>Tahoma</vt:lpstr>
      <vt:lpstr>Times New Roman</vt:lpstr>
      <vt:lpstr>Wingdings</vt:lpstr>
      <vt:lpstr>ZapfDingbats</vt:lpstr>
      <vt:lpstr>Office Theme</vt:lpstr>
      <vt:lpstr>CSE3107: Computer Networks</vt:lpstr>
      <vt:lpstr>Network layer: our goals</vt:lpstr>
      <vt:lpstr>Network-layer  services and protocols</vt:lpstr>
      <vt:lpstr>Two key network-layer functions</vt:lpstr>
      <vt:lpstr>Network layer: data plane, control plane</vt:lpstr>
      <vt:lpstr>Per-router control plane</vt:lpstr>
      <vt:lpstr>Network service model</vt:lpstr>
      <vt:lpstr>Network-layer service model</vt:lpstr>
      <vt:lpstr>Network-layer service model</vt:lpstr>
      <vt:lpstr>Reflections on best-effort  service:</vt:lpstr>
      <vt:lpstr>Network layer: “data plane” roadmap</vt:lpstr>
      <vt:lpstr>Network Layer: Internet</vt:lpstr>
      <vt:lpstr>IP Datagram format</vt:lpstr>
      <vt:lpstr>IP addressing: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Sajeeb Saha</cp:lastModifiedBy>
  <cp:revision>535</cp:revision>
  <dcterms:created xsi:type="dcterms:W3CDTF">2020-01-18T07:24:59Z</dcterms:created>
  <dcterms:modified xsi:type="dcterms:W3CDTF">2024-07-04T17:47:58Z</dcterms:modified>
</cp:coreProperties>
</file>